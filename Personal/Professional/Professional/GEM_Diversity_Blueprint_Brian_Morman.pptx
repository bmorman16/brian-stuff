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rman (US), Brian J" initials="M(BJ" lastIdx="1" clrIdx="0">
    <p:extLst>
      <p:ext uri="{19B8F6BF-5375-455C-9EA6-DF929625EA0E}">
        <p15:presenceInfo xmlns:p15="http://schemas.microsoft.com/office/powerpoint/2012/main" userId="S-1-5-21-1547161642-1202660629-682003330-21001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21T08:51:31.533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C85E5-8A31-46C5-97B8-FFEFFEA91A79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8A7CC-9C72-4B4C-9720-025DDDBAF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27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156-EA47-4906-BA4F-532FE23C9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D44DD-69F8-4668-A6A0-D9519260C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E2DB8-8DD0-453D-BCDA-D55DCC2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93F64-131D-4204-85FB-FB5996A6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E64A0-8DDA-4087-99EC-B65C16CC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1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CA90-7B91-4CBB-9A07-9894C26F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5B9F-5FA6-40F2-AB1D-68EB376FB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859E1-96E7-4680-A911-639AAA8B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D200E-5561-4D72-8B44-D0EC78DB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2CBE-38BA-4CF9-BED4-4D3AF055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8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438D-C3D8-49DD-A041-02313CE9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2E60-011F-4A80-8028-7647186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4BCAB-0341-4D8E-9C1B-A57116B9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31E3-2DF1-4632-8047-8CD59604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2523E-D901-4197-9366-B5B2C075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56B7-EC5D-475B-BECA-A9822213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04E4-D467-43D0-9AE4-D4A5AF287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623DA-92CC-4421-823A-7BE540AFC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C49BB-E760-4C30-8067-97AA8A08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6C9F8-ABDA-4CC1-AE05-D404833C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CB6DB-9196-43DE-8F46-25905C44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6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D2E2-C581-45B0-A645-972A81D2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54442-5680-48EA-A162-8BF41DF1A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D8B13-C3C5-421F-B59F-C9A4F400F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4C87E-455D-4431-A6C7-7BB26CBA8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4A84C-12BA-4FE0-94E1-FC5F8F0FB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55A56-36CE-441A-9208-AFB9F6DB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60959-6223-4E7C-BFB3-B0FB77C5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1D88D-3BB2-4ED4-8C2B-650BFF19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5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AD89-14BD-4670-B933-C3680008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2821B-E04A-493C-AEC2-FC58CD49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B0A49-EA8E-44E0-B9AC-D80C4AB1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AD12C-FD29-4254-A0C8-DB680727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5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0119B-E9FA-4101-A312-9B2A53B3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5035E-9C88-4425-AA6F-973CE44A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51B8D-EDAA-4DF9-B782-6DD4F5FC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7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4A76-93BD-4309-B2A5-E64EA539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22C9-9DE1-4BED-A680-AEEBDEF6A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D84F4-D794-4B1E-ADBD-5D5A69845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72639-A995-4290-ABA9-A3AFD02B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1604C-32C4-4672-93AF-E701B57D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42878-139E-4314-8308-8AE8FC00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12AB-6A55-40DA-B49A-7044FF6D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1D22F-0DFF-45DE-BF6F-D8FAF7A05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99EAC-EA6A-4AD2-BD09-2ED1DEBE1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2D9E2-5FA8-4F38-AD81-5CCC2EDD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FBB5C-6C89-4426-A1D1-E49BA0F7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F8FAA-888B-4509-8AA4-7A397488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2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62CA-0694-4638-AB69-DCD8DB51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B48E2-4526-41F4-B128-6A577095B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62373-B3C2-4ED6-ACA2-1B4AF4F9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BFDD-776D-46C4-8DC4-C4834A56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94774-7AF2-4E63-9C93-F9382D13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4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9E7666-CFD9-4CD8-8A7A-BA93E4931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5BB9-FF92-43ED-82D7-5F7E59A5E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87909-D01A-4F7B-BF05-2C22CC3A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61668-40D8-467D-AF86-E712588B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A8D9-824B-485B-9F49-9991287A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B72DFB-79B6-48CE-BEB8-1B5AB330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D51B5-D7A6-488A-AE2B-649B90DFC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B65C-71A8-499A-8AFA-0E3343A04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589C7-83CE-4BD3-A752-D9C3545EB267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1779C-3A00-4CE8-9801-F60E8D324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7A41F-D69B-49C8-85C3-3E2BB063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E1E2D-E5E8-4FD1-9E70-9540A2E2B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9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21" Type="http://schemas.openxmlformats.org/officeDocument/2006/relationships/comments" Target="../comments/comment1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jpe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AA4B-F76C-4003-8EBD-63B578E3B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3087" y="-102947"/>
            <a:ext cx="7717654" cy="910623"/>
          </a:xfrm>
        </p:spPr>
        <p:txBody>
          <a:bodyPr>
            <a:normAutofit fontScale="90000"/>
          </a:bodyPr>
          <a:lstStyle/>
          <a:p>
            <a:r>
              <a:rPr lang="en-US" dirty="0"/>
              <a:t>Who is Brian Morman?</a:t>
            </a:r>
          </a:p>
        </p:txBody>
      </p:sp>
      <p:pic>
        <p:nvPicPr>
          <p:cNvPr id="1026" name="Picture 2" descr="Dayton Flyers Logo and symbol, meaning, history, PNG, brand">
            <a:extLst>
              <a:ext uri="{FF2B5EF4-FFF2-40B4-BE49-F238E27FC236}">
                <a16:creationId xmlns:a16="http://schemas.microsoft.com/office/drawing/2014/main" id="{8404A2C8-8CAD-4F0F-88CE-E9F066503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9" y="2658367"/>
            <a:ext cx="1563920" cy="94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eed-school - Vision Russell">
            <a:extLst>
              <a:ext uri="{FF2B5EF4-FFF2-40B4-BE49-F238E27FC236}">
                <a16:creationId xmlns:a16="http://schemas.microsoft.com/office/drawing/2014/main" id="{81B585F2-994C-4159-8186-0A5EC2CEF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0" y="4394334"/>
            <a:ext cx="185175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 Choice In Engine Tooling &amp; Advanced Manufacturing | Rhinestahl">
            <a:extLst>
              <a:ext uri="{FF2B5EF4-FFF2-40B4-BE49-F238E27FC236}">
                <a16:creationId xmlns:a16="http://schemas.microsoft.com/office/drawing/2014/main" id="{D648D70D-AD1C-4F8C-98CC-4EA4E4104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974" y="2866774"/>
            <a:ext cx="1711371" cy="4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erospace Applications - Richard Wolf">
            <a:extLst>
              <a:ext uri="{FF2B5EF4-FFF2-40B4-BE49-F238E27FC236}">
                <a16:creationId xmlns:a16="http://schemas.microsoft.com/office/drawing/2014/main" id="{F2E192DA-B46F-4A51-8FF6-B45AC5FC7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84" y="1225142"/>
            <a:ext cx="2009246" cy="112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9D8E05-8A7B-4B32-81F6-A645450A2ED6}"/>
              </a:ext>
            </a:extLst>
          </p:cNvPr>
          <p:cNvSpPr txBox="1"/>
          <p:nvPr/>
        </p:nvSpPr>
        <p:spPr>
          <a:xfrm>
            <a:off x="637218" y="2288152"/>
            <a:ext cx="1114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Education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9D2D2-76B4-4AA7-A3F6-5C646518CA6D}"/>
              </a:ext>
            </a:extLst>
          </p:cNvPr>
          <p:cNvSpPr txBox="1"/>
          <p:nvPr/>
        </p:nvSpPr>
        <p:spPr>
          <a:xfrm>
            <a:off x="637218" y="3646522"/>
            <a:ext cx="156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 – Electrical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D2C1A6-568A-4942-BB04-8786EDB1BC12}"/>
              </a:ext>
            </a:extLst>
          </p:cNvPr>
          <p:cNvSpPr txBox="1"/>
          <p:nvPr/>
        </p:nvSpPr>
        <p:spPr>
          <a:xfrm>
            <a:off x="637218" y="5475566"/>
            <a:ext cx="182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 – Electrical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B9499-FCAB-4190-8B15-74A5C0EDBECE}"/>
              </a:ext>
            </a:extLst>
          </p:cNvPr>
          <p:cNvSpPr txBox="1"/>
          <p:nvPr/>
        </p:nvSpPr>
        <p:spPr>
          <a:xfrm>
            <a:off x="2550840" y="2288152"/>
            <a:ext cx="140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 History</a:t>
            </a:r>
          </a:p>
        </p:txBody>
      </p:sp>
      <p:pic>
        <p:nvPicPr>
          <p:cNvPr id="1036" name="Picture 12" descr="GE Appliances | GE Appliances Pressroom">
            <a:extLst>
              <a:ext uri="{FF2B5EF4-FFF2-40B4-BE49-F238E27FC236}">
                <a16:creationId xmlns:a16="http://schemas.microsoft.com/office/drawing/2014/main" id="{6AE22FCA-5CEC-4F0F-B08E-7D28F0BF8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102" y="3604063"/>
            <a:ext cx="1454606" cy="114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afe 24 in. Built-In Top Control Platinum Glass Dishwasher w/Stainless  Steel Tub, 3rd Rack, 39 dBA CDT875M5NS5 - The Home Depot">
            <a:extLst>
              <a:ext uri="{FF2B5EF4-FFF2-40B4-BE49-F238E27FC236}">
                <a16:creationId xmlns:a16="http://schemas.microsoft.com/office/drawing/2014/main" id="{70F15560-D397-4376-88C2-48A540AC2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201" y="2625908"/>
            <a:ext cx="1176806" cy="117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afe 24 in. Matte Black Double Drawer Dishwasher CDD420P3TD1 - The Home  Depot">
            <a:extLst>
              <a:ext uri="{FF2B5EF4-FFF2-40B4-BE49-F238E27FC236}">
                <a16:creationId xmlns:a16="http://schemas.microsoft.com/office/drawing/2014/main" id="{D9672948-25F1-4F2D-85B5-EC9CB6465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331" y="2644761"/>
            <a:ext cx="1176807" cy="117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Zoom in on Front. Hotpoint - Front Control Dishwasher with 60dBA - Black.">
            <a:extLst>
              <a:ext uri="{FF2B5EF4-FFF2-40B4-BE49-F238E27FC236}">
                <a16:creationId xmlns:a16="http://schemas.microsoft.com/office/drawing/2014/main" id="{723392FB-E139-46A6-903B-3DD9552CA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201" y="4034700"/>
            <a:ext cx="1181653" cy="123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SmartHQ - Apps on Google Play">
            <a:extLst>
              <a:ext uri="{FF2B5EF4-FFF2-40B4-BE49-F238E27FC236}">
                <a16:creationId xmlns:a16="http://schemas.microsoft.com/office/drawing/2014/main" id="{4BDC316B-0D81-4294-9C61-B62BA5589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672" y="3975133"/>
            <a:ext cx="827492" cy="7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oogle BigQuery Logo Vector Logo - Download Free SVG Icon ...">
            <a:extLst>
              <a:ext uri="{FF2B5EF4-FFF2-40B4-BE49-F238E27FC236}">
                <a16:creationId xmlns:a16="http://schemas.microsoft.com/office/drawing/2014/main" id="{5330BE59-60A5-46B9-9807-DA0B7A9F4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672" y="4876240"/>
            <a:ext cx="827492" cy="7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8B82FD-678C-4F0A-B19F-790E4BC4DF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9383" y="5974067"/>
            <a:ext cx="4231734" cy="520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AD59A4-A751-46C1-BD6F-6AA51279B99C}"/>
              </a:ext>
            </a:extLst>
          </p:cNvPr>
          <p:cNvSpPr txBox="1"/>
          <p:nvPr/>
        </p:nvSpPr>
        <p:spPr>
          <a:xfrm>
            <a:off x="2577347" y="4828700"/>
            <a:ext cx="17795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years</a:t>
            </a:r>
          </a:p>
          <a:p>
            <a:r>
              <a:rPr lang="en-US" dirty="0"/>
              <a:t>4 product lines</a:t>
            </a:r>
          </a:p>
          <a:p>
            <a:r>
              <a:rPr lang="en-US" dirty="0"/>
              <a:t>15 patents rated </a:t>
            </a:r>
          </a:p>
          <a:p>
            <a:r>
              <a:rPr lang="en-US" dirty="0"/>
              <a:t>11 filed</a:t>
            </a:r>
          </a:p>
          <a:p>
            <a:r>
              <a:rPr lang="en-US" dirty="0"/>
              <a:t>5 granted</a:t>
            </a:r>
          </a:p>
          <a:p>
            <a:r>
              <a:rPr lang="en-US" dirty="0"/>
              <a:t>1 lapsed</a:t>
            </a:r>
          </a:p>
        </p:txBody>
      </p:sp>
      <p:pic>
        <p:nvPicPr>
          <p:cNvPr id="23" name="Picture 4" descr="Three Cincinnati Reds Players Receive Votes for National League Rookie of  the Year - Sports Illustrated Cincinnati Reds News, Analysis and More">
            <a:extLst>
              <a:ext uri="{FF2B5EF4-FFF2-40B4-BE49-F238E27FC236}">
                <a16:creationId xmlns:a16="http://schemas.microsoft.com/office/drawing/2014/main" id="{7C584A7E-77F1-46B4-B8D1-1D1AFA154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48" y="1132918"/>
            <a:ext cx="1374112" cy="9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Beach Volleyball for Beginners - Volleyball Tips">
            <a:extLst>
              <a:ext uri="{FF2B5EF4-FFF2-40B4-BE49-F238E27FC236}">
                <a16:creationId xmlns:a16="http://schemas.microsoft.com/office/drawing/2014/main" id="{0EE80DC3-7852-4174-B683-F3E9658E3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067" y="2452248"/>
            <a:ext cx="1637354" cy="9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Cigar smokin' Joe Burrow is back again as Cincinnati Bengals win AFC North  - ESPN - muzejvojvodine.org.rs">
            <a:extLst>
              <a:ext uri="{FF2B5EF4-FFF2-40B4-BE49-F238E27FC236}">
                <a16:creationId xmlns:a16="http://schemas.microsoft.com/office/drawing/2014/main" id="{38FE3E13-1331-4324-B6E1-B156BDE0D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485" y="3646522"/>
            <a:ext cx="1364008" cy="94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3789EC-071B-4A8C-9D35-912E5FA559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97283" y="2273198"/>
            <a:ext cx="1303385" cy="1237711"/>
          </a:xfrm>
          <a:prstGeom prst="rect">
            <a:avLst/>
          </a:prstGeom>
        </p:spPr>
      </p:pic>
      <p:pic>
        <p:nvPicPr>
          <p:cNvPr id="27" name="Picture 12" descr="ANALYSIS: Delving into the details on the new-for-2022 Mercedes W13 | Formula  1®">
            <a:extLst>
              <a:ext uri="{FF2B5EF4-FFF2-40B4-BE49-F238E27FC236}">
                <a16:creationId xmlns:a16="http://schemas.microsoft.com/office/drawing/2014/main" id="{27C93FB6-1194-4AB5-8EFB-847756337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067" y="1132918"/>
            <a:ext cx="1668924" cy="9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RecipeBox">
            <a:extLst>
              <a:ext uri="{FF2B5EF4-FFF2-40B4-BE49-F238E27FC236}">
                <a16:creationId xmlns:a16="http://schemas.microsoft.com/office/drawing/2014/main" id="{0851A59E-CED5-4064-880D-C5794ADB3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666" y="3648645"/>
            <a:ext cx="826078" cy="82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RetroArch | F-Droid - Free and Open Source Android App Repository">
            <a:extLst>
              <a:ext uri="{FF2B5EF4-FFF2-40B4-BE49-F238E27FC236}">
                <a16:creationId xmlns:a16="http://schemas.microsoft.com/office/drawing/2014/main" id="{C567879A-A28F-4F58-AA5D-583074CEE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196" y="3619882"/>
            <a:ext cx="898166" cy="85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74C20E-441C-431B-9587-0A2A369E3501}"/>
              </a:ext>
            </a:extLst>
          </p:cNvPr>
          <p:cNvSpPr txBox="1"/>
          <p:nvPr/>
        </p:nvSpPr>
        <p:spPr>
          <a:xfrm>
            <a:off x="8041700" y="4844385"/>
            <a:ext cx="19370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Wife Annie 7 years</a:t>
            </a:r>
          </a:p>
          <a:p>
            <a:r>
              <a:rPr lang="en-US" dirty="0"/>
              <a:t>3 </a:t>
            </a:r>
            <a:r>
              <a:rPr lang="en-US" dirty="0" err="1"/>
              <a:t>yo</a:t>
            </a:r>
            <a:r>
              <a:rPr lang="en-US" dirty="0"/>
              <a:t> – Eleanor</a:t>
            </a:r>
          </a:p>
          <a:p>
            <a:r>
              <a:rPr lang="en-US" dirty="0"/>
              <a:t>1 </a:t>
            </a:r>
            <a:r>
              <a:rPr lang="en-US" dirty="0" err="1"/>
              <a:t>yo</a:t>
            </a:r>
            <a:r>
              <a:rPr lang="en-US" dirty="0"/>
              <a:t> - Oliver</a:t>
            </a:r>
          </a:p>
        </p:txBody>
      </p:sp>
    </p:spTree>
    <p:extLst>
      <p:ext uri="{BB962C8B-B14F-4D97-AF65-F5344CB8AC3E}">
        <p14:creationId xmlns:p14="http://schemas.microsoft.com/office/powerpoint/2010/main" val="1800520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Who is Brian Morman?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Brian Morman?</dc:title>
  <dc:creator>Morman (US), Brian J</dc:creator>
  <cp:lastModifiedBy>Morman (US), Brian J</cp:lastModifiedBy>
  <cp:revision>7</cp:revision>
  <dcterms:created xsi:type="dcterms:W3CDTF">2024-05-21T13:09:10Z</dcterms:created>
  <dcterms:modified xsi:type="dcterms:W3CDTF">2024-05-21T14:38:13Z</dcterms:modified>
</cp:coreProperties>
</file>