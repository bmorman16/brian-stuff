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0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1283-D915-6DB4-B043-01421670E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5A7D2-86AA-51D9-6FDA-727C9C92A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A74D7-D817-19D5-B848-AC754CD9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7D3EE-155D-9989-5C9E-601869FDF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FEA0D-2D28-88A6-511D-369BA7A8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1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B7DA-094D-3D23-F95D-703E2C71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98F1-7308-2B64-3015-295A6CE9D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C8C1-84D0-E6F0-D2FF-8EC5434E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78040-4C41-800F-9A03-CC57D589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EEC1-744F-5CE3-ACB6-F84991D7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4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B37E-997E-B93B-A654-129D5DBC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7C9EC-DB90-E650-9A29-A7B2CEAFA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7D9E2-F5E0-4AFB-E8E4-0A24EF11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599B7-D788-08E4-6316-B3AD1C0B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9B65C-67AA-8134-C13B-1D18F4C6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9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1064-C3BD-DAB1-263E-218D68E7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AEA5-D781-1FCC-03CE-1C7D2DA74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F6720-14E4-CF30-AF81-A1A8D54F3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956D9-4715-B23E-2543-FB321367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6FE34-A12D-7BDD-1ABB-7F8D2CA4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F9938-9B55-A732-0271-987B5A1E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6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BF70-17DC-5DC0-8CD4-EE51A854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AED13-473A-386A-E2E1-C999E5472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3BA40-7C56-03CD-D35B-03436E442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DDA9-79C7-4667-2CC0-7AAA9AB71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7765A-65E8-CA9F-C5F5-E094DEA31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0E94E-F0A9-1BBC-D805-2AA23B1D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5DC85-91A4-71DB-D26D-C50D8DBF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935D9-6F51-905E-D821-DE28A35E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9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F5C0-A400-DBD1-219F-B6395306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4E9DC-18B3-AEAC-61A2-BB8C7015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DF368-D10E-77A3-2710-55A0A8A7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5F9A2-411C-AE2E-F9B7-CA70B4CF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4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23159-D481-5C43-1891-291914BF3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D7BFD0-E732-87C8-86E0-438A601B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B3D57-F2FD-9BA4-3DE8-A6679303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F647-30C5-41F9-89E2-AFF75500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BC124-3078-CAD6-67A2-DF0D3197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CE29D-728A-0CC8-7E2F-E3DEB1487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D5842-4933-90EB-B8EB-774AF914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9274E-FBFA-A3ED-E158-7DA4AB32F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CB6C8-1165-16AD-CD33-168416CB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7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DA781-1D85-012B-D381-832E5944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63867-FD53-8DA3-3829-4D82E2F57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D7B6D-711E-62D3-05AE-94D732852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9D081-AB6F-D547-5C62-7B4F0470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B4F20-1175-4D40-D575-F6670FBC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679E-20BD-9455-26D1-174A8A86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3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AEFC-EEB0-04A1-5630-99DA8CA29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D1D29-7B8A-533E-445F-7DC7B399C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D09A5-01FF-20E2-79C9-7DDEACBA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60937-13EF-4669-1DA0-BDD38DBF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775E0-63DD-2629-8653-47D3B675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0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EFD37-E784-3BCB-B2C6-65D00B19B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C7601-B7A6-ABCE-8589-6737AB522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3D83-9065-681D-5AD2-AED4A7C0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72F75-CABE-A7E3-F388-42B7C848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79667-70B6-AA16-0D0C-00443A3E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515D7-4D40-AA64-2ABB-69A11C1A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32B2F-7A15-1068-4CAE-DD6DA5E1B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A0DF-DFD2-A947-FCBE-0ACC62654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78B73-6B0D-4ACE-ABF8-0947CE1C5456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BFE3-685E-C88C-5A54-C4E29997D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A0805-8D9E-ED21-6AA2-59A6B4F2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FD39F-848D-4F94-B0B6-4A84A4040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7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D802C-303F-C55E-8EBB-3B790C086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AFAAD-A46B-C02D-14CF-4A207C7BC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43" y="502417"/>
            <a:ext cx="11486914" cy="321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9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54C9-DD97-A3D3-CAD6-E5AC1170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BB79C-7FEC-6CF0-5B75-A6F73C0C3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259A4-8992-2B64-192B-2FD58D1B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54" y="365125"/>
            <a:ext cx="9426757" cy="4282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971312-514A-0EE7-1908-8E9FC61D9D73}"/>
              </a:ext>
            </a:extLst>
          </p:cNvPr>
          <p:cNvSpPr txBox="1"/>
          <p:nvPr/>
        </p:nvSpPr>
        <p:spPr>
          <a:xfrm>
            <a:off x="4090219" y="464793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Year	1	2	3	4	5</a:t>
            </a:r>
          </a:p>
          <a:p>
            <a:r>
              <a:rPr lang="en-US" dirty="0"/>
              <a:t>Cash	7	10	15	16	16</a:t>
            </a:r>
          </a:p>
          <a:p>
            <a:r>
              <a:rPr lang="en-US" dirty="0"/>
              <a:t>Accounts Receivable	18	26	23	25	23</a:t>
            </a:r>
          </a:p>
          <a:p>
            <a:r>
              <a:rPr lang="en-US" dirty="0"/>
              <a:t>Inventory	4	9	10	13	16</a:t>
            </a:r>
          </a:p>
          <a:p>
            <a:r>
              <a:rPr lang="en-US" dirty="0"/>
              <a:t>Accounts Payable	18	19	24	26	 32</a:t>
            </a:r>
          </a:p>
        </p:txBody>
      </p:sp>
    </p:spTree>
    <p:extLst>
      <p:ext uri="{BB962C8B-B14F-4D97-AF65-F5344CB8AC3E}">
        <p14:creationId xmlns:p14="http://schemas.microsoft.com/office/powerpoint/2010/main" val="67916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A87F-7F5E-725D-78B7-CCB87315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1327-55C1-1BB1-2CC7-33D905893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ED214-7013-9D6D-53BD-06473C6F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3" y="1217809"/>
            <a:ext cx="9388654" cy="3734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6AC805-D6B6-D53B-0D80-4CE23223F8A4}"/>
              </a:ext>
            </a:extLst>
          </p:cNvPr>
          <p:cNvSpPr txBox="1"/>
          <p:nvPr/>
        </p:nvSpPr>
        <p:spPr>
          <a:xfrm>
            <a:off x="5697217" y="349629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Year	1	2</a:t>
            </a:r>
          </a:p>
          <a:p>
            <a:r>
              <a:rPr lang="en-US" dirty="0"/>
              <a:t>Revenues	134.5	171.2</a:t>
            </a:r>
          </a:p>
          <a:p>
            <a:r>
              <a:rPr lang="en-US" dirty="0"/>
              <a:t>Operating Expenses (other than depreciation)	52.0	63.1</a:t>
            </a:r>
          </a:p>
          <a:p>
            <a:r>
              <a:rPr lang="en-US" dirty="0"/>
              <a:t>Depreciation	31.0	46.0</a:t>
            </a:r>
          </a:p>
          <a:p>
            <a:r>
              <a:rPr lang="en-US" dirty="0"/>
              <a:t>Increase in Net Working Capital	4.3	9.7</a:t>
            </a:r>
          </a:p>
          <a:p>
            <a:r>
              <a:rPr lang="en-US" dirty="0"/>
              <a:t>Capital Expenditures	24.8	33.5</a:t>
            </a:r>
          </a:p>
          <a:p>
            <a:r>
              <a:rPr lang="en-US" dirty="0"/>
              <a:t>Marginal Corporate Tax Rate (%)	35	35</a:t>
            </a:r>
          </a:p>
        </p:txBody>
      </p:sp>
    </p:spTree>
    <p:extLst>
      <p:ext uri="{BB962C8B-B14F-4D97-AF65-F5344CB8AC3E}">
        <p14:creationId xmlns:p14="http://schemas.microsoft.com/office/powerpoint/2010/main" val="66588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6228-D3E2-4E2D-35D8-5D33318D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1C0C6-F119-F989-722F-067BCFB6A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92EB7-63E4-366E-CBD5-4206DD51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09" y="2285901"/>
            <a:ext cx="6485182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8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609D-884C-7F0E-7044-11F1E3D2D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D105-5C78-62DB-748D-C83AA8BCB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B4219-6377-1E12-2E58-C32122583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09" y="1690688"/>
            <a:ext cx="9373412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6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7CB8-9FC6-4EE3-EFD9-3876A350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9A4DF-3984-D1CB-889A-1E9C7CB9F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3EA41-C9C3-1071-D351-B7A88967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21" y="1805799"/>
            <a:ext cx="9426757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6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E58E-B72E-F112-A493-772974A3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69BF-9F79-1E16-0695-F179E29D4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41597-A34C-2C7D-36B5-CBEC8275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67" y="2063246"/>
            <a:ext cx="5875529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6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7424-374B-886B-6DE3-721F235E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5AD26C-09E6-D876-EDFA-41CA33317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2198" y="2469541"/>
            <a:ext cx="4427604" cy="3063505"/>
          </a:xfrm>
        </p:spPr>
      </p:pic>
    </p:spTree>
    <p:extLst>
      <p:ext uri="{BB962C8B-B14F-4D97-AF65-F5344CB8AC3E}">
        <p14:creationId xmlns:p14="http://schemas.microsoft.com/office/powerpoint/2010/main" val="376188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FF09-67AB-954B-BE84-CFB0DCEB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B64BBE-C37C-5B59-1E46-10C06D8A6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8116"/>
            <a:ext cx="9495343" cy="2575783"/>
          </a:xfrm>
        </p:spPr>
      </p:pic>
    </p:spTree>
    <p:extLst>
      <p:ext uri="{BB962C8B-B14F-4D97-AF65-F5344CB8AC3E}">
        <p14:creationId xmlns:p14="http://schemas.microsoft.com/office/powerpoint/2010/main" val="255564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2AF4-3A78-9A12-5C9E-00CFD35B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6D32-EE4E-BF41-51A6-58313E5D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DEA46-0AD9-50AD-CF04-F898532B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242" y="2049660"/>
            <a:ext cx="9411516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2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558D-E060-A6F2-9A48-DACB4B28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20DAA-3616-A2DE-BCD0-F62E66E9C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432" y="2244732"/>
            <a:ext cx="9419136" cy="3513124"/>
          </a:xfrm>
        </p:spPr>
      </p:pic>
    </p:spTree>
    <p:extLst>
      <p:ext uri="{BB962C8B-B14F-4D97-AF65-F5344CB8AC3E}">
        <p14:creationId xmlns:p14="http://schemas.microsoft.com/office/powerpoint/2010/main" val="157905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91E6-4179-33E5-EBB0-8C4074B8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CAB1E-D905-CCBF-99AA-63E3DF7EA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66856-9294-B1AA-0BDF-CE6280E6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966" y="1344749"/>
            <a:ext cx="9320068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3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7F1D-ED6F-9C51-EA5D-042D54B5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04FBD-65FE-20B1-355D-B0628B89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DCEDA-E1B8-D309-76A3-A89468B1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307" y="2335435"/>
            <a:ext cx="7445385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8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D6E5-496F-2684-D028-9F5AF302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6BE60-BDDF-192F-0141-1A418596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066D9-717D-D189-6D5C-2276EB451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432" y="1466680"/>
            <a:ext cx="9419136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70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3483-3E12-2386-DC40-9F3948B9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1EACD-FC19-B3BB-D35B-C7470A05A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9768" y="3063953"/>
            <a:ext cx="4892464" cy="1874682"/>
          </a:xfrm>
        </p:spPr>
      </p:pic>
    </p:spTree>
    <p:extLst>
      <p:ext uri="{BB962C8B-B14F-4D97-AF65-F5344CB8AC3E}">
        <p14:creationId xmlns:p14="http://schemas.microsoft.com/office/powerpoint/2010/main" val="772542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690F3-948C-A8D9-1929-46DC2BAD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F4318-2E95-372C-6789-8E267022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8EEBF-2D47-2D33-DBAA-0DF230AD6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94" y="1462869"/>
            <a:ext cx="9373412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5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6D71-86F4-738F-2EF8-4EE9FAC9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7962B-D8D1-E388-F8A7-8D41982B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CD80C-3929-ED9B-335D-BD477776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65" y="1843902"/>
            <a:ext cx="7254869" cy="3170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5F6C6E-F852-508A-D45A-9467F9F2EB1C}"/>
              </a:ext>
            </a:extLst>
          </p:cNvPr>
          <p:cNvSpPr txBox="1"/>
          <p:nvPr/>
        </p:nvSpPr>
        <p:spPr>
          <a:xfrm>
            <a:off x="4934957" y="681036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Year	1	2	3	4	5</a:t>
            </a:r>
          </a:p>
          <a:p>
            <a:r>
              <a:rPr lang="en-US" dirty="0"/>
              <a:t>FCF ($ million)	50.0	65.0	74.0	71.0	77.0</a:t>
            </a:r>
          </a:p>
        </p:txBody>
      </p:sp>
    </p:spTree>
    <p:extLst>
      <p:ext uri="{BB962C8B-B14F-4D97-AF65-F5344CB8AC3E}">
        <p14:creationId xmlns:p14="http://schemas.microsoft.com/office/powerpoint/2010/main" val="409875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133</Words>
  <Application>Microsoft Office PowerPoint</Application>
  <PresentationFormat>Widescreen</PresentationFormat>
  <Paragraphs>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Morman, Brian</dc:creator>
  <cp:lastModifiedBy>Morman, Brian</cp:lastModifiedBy>
  <cp:revision>1</cp:revision>
  <dcterms:created xsi:type="dcterms:W3CDTF">2025-07-01T01:05:24Z</dcterms:created>
  <dcterms:modified xsi:type="dcterms:W3CDTF">2025-07-01T14:49:18Z</dcterms:modified>
</cp:coreProperties>
</file>