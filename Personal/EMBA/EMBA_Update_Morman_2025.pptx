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2.xml" ContentType="application/vnd.openxmlformats-officedocument.theme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theme/theme3.xml" ContentType="application/vnd.openxmlformats-officedocument.theme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706" r:id="rId5"/>
    <p:sldMasterId id="2147483767" r:id="rId6"/>
    <p:sldMasterId id="2147483806" r:id="rId7"/>
    <p:sldMasterId id="2147483854" r:id="rId8"/>
  </p:sldMasterIdLst>
  <p:notesMasterIdLst>
    <p:notesMasterId r:id="rId10"/>
  </p:notesMasterIdLst>
  <p:sldIdLst>
    <p:sldId id="256" r:id="rId9"/>
  </p:sldIdLst>
  <p:sldSz cx="12192000" cy="6858000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nten (US), Eric A" initials="S(EA" lastIdx="21" clrIdx="0">
    <p:extLst>
      <p:ext uri="{19B8F6BF-5375-455C-9EA6-DF929625EA0E}">
        <p15:presenceInfo xmlns:p15="http://schemas.microsoft.com/office/powerpoint/2012/main" userId="S-1-5-21-4204462400-332494316-4163598232-1085776" providerId="AD"/>
      </p:ext>
    </p:extLst>
  </p:cmAuthor>
  <p:cmAuthor id="2" name="Veeranna, Rajiv" initials="VR" lastIdx="11" clrIdx="1">
    <p:extLst>
      <p:ext uri="{19B8F6BF-5375-455C-9EA6-DF929625EA0E}">
        <p15:presenceInfo xmlns:p15="http://schemas.microsoft.com/office/powerpoint/2012/main" userId="S-1-5-21-1060284298-1532298954-839522115-51028" providerId="AD"/>
      </p:ext>
    </p:extLst>
  </p:cmAuthor>
  <p:cmAuthor id="3" name="Moody (US), Marc D" initials="M(MD" lastIdx="4" clrIdx="2">
    <p:extLst>
      <p:ext uri="{19B8F6BF-5375-455C-9EA6-DF929625EA0E}">
        <p15:presenceInfo xmlns:p15="http://schemas.microsoft.com/office/powerpoint/2012/main" userId="S-1-5-21-1993962763-688789844-682003330-9207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1F4E79"/>
    <a:srgbClr val="00B050"/>
    <a:srgbClr val="9DC3E6"/>
    <a:srgbClr val="2E75B6"/>
    <a:srgbClr val="DEEBF7"/>
    <a:srgbClr val="FFC000"/>
    <a:srgbClr val="70AD47"/>
    <a:srgbClr val="BFBFBF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322" autoAdjust="0"/>
    <p:restoredTop sz="96433" autoAdjust="0"/>
  </p:normalViewPr>
  <p:slideViewPr>
    <p:cSldViewPr snapToGrid="0">
      <p:cViewPr varScale="1">
        <p:scale>
          <a:sx n="112" d="100"/>
          <a:sy n="112" d="100"/>
        </p:scale>
        <p:origin x="10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8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275" y="0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8654DA-AB83-4F6F-8BF8-0D151FBA0251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9925"/>
            <a:ext cx="5619750" cy="36655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275" y="8842375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B5CECE-A243-4FF3-B072-55C9140C3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818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.bin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0"/>
            <a:ext cx="12192000" cy="4585153"/>
          </a:xfrm>
          <a:prstGeom prst="rect">
            <a:avLst/>
          </a:prstGeom>
          <a:solidFill>
            <a:srgbClr val="0039A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</a:endParaRPr>
          </a:p>
        </p:txBody>
      </p:sp>
      <p:pic>
        <p:nvPicPr>
          <p:cNvPr id="264239" name="Picture 47" descr="Boeing_white_standar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7633" y="363539"/>
            <a:ext cx="2474384" cy="602376"/>
          </a:xfrm>
          <a:prstGeom prst="rect">
            <a:avLst/>
          </a:prstGeom>
          <a:noFill/>
        </p:spPr>
      </p:pic>
      <p:sp>
        <p:nvSpPr>
          <p:cNvPr id="264253" name="Rectangle 61"/>
          <p:cNvSpPr>
            <a:spLocks noChangeArrowheads="1"/>
          </p:cNvSpPr>
          <p:nvPr/>
        </p:nvSpPr>
        <p:spPr bwMode="auto">
          <a:xfrm>
            <a:off x="586318" y="6658300"/>
            <a:ext cx="2753783" cy="110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144" tIns="9144" rIns="9144" bIns="9144" anchor="b">
            <a:spAutoFit/>
          </a:bodyPr>
          <a:lstStyle/>
          <a:p>
            <a:pPr defTabSz="82073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600" dirty="0">
                <a:solidFill>
                  <a:srgbClr val="FFFFFF">
                    <a:lumMod val="50000"/>
                  </a:srgbClr>
                </a:solidFill>
              </a:rPr>
              <a:t>Copyright © 2019 Boeing. All rights reserved.</a:t>
            </a:r>
          </a:p>
        </p:txBody>
      </p:sp>
      <p:sp>
        <p:nvSpPr>
          <p:cNvPr id="62" name="Title 1"/>
          <p:cNvSpPr>
            <a:spLocks noGrp="1"/>
          </p:cNvSpPr>
          <p:nvPr>
            <p:ph type="ctrTitle" sz="quarter"/>
          </p:nvPr>
        </p:nvSpPr>
        <p:spPr>
          <a:xfrm>
            <a:off x="609600" y="2529450"/>
            <a:ext cx="10363200" cy="710964"/>
          </a:xfrm>
        </p:spPr>
        <p:txBody>
          <a:bodyPr anchor="ctr" anchorCtr="0"/>
          <a:lstStyle>
            <a:lvl1pPr>
              <a:defRPr sz="4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ubtitle 2"/>
          <p:cNvSpPr>
            <a:spLocks noGrp="1"/>
          </p:cNvSpPr>
          <p:nvPr>
            <p:ph type="subTitle" sz="quarter" idx="1"/>
          </p:nvPr>
        </p:nvSpPr>
        <p:spPr>
          <a:xfrm>
            <a:off x="609601" y="4637994"/>
            <a:ext cx="11002433" cy="387798"/>
          </a:xfrm>
        </p:spPr>
        <p:txBody>
          <a:bodyPr/>
          <a:lstStyle>
            <a:lvl1pPr marL="0" indent="0">
              <a:buFontTx/>
              <a:buNone/>
              <a:defRPr sz="2800" b="0">
                <a:solidFill>
                  <a:srgbClr val="788288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04548" y="539497"/>
            <a:ext cx="2889509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 anchorCtr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FFFFFF"/>
                </a:solidFill>
              </a:rPr>
              <a:t>Engineering, Test &amp; Technology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6489" y="808638"/>
            <a:ext cx="2745626" cy="55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873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4585155"/>
            <a:ext cx="12192000" cy="2272845"/>
          </a:xfrm>
          <a:prstGeom prst="rect">
            <a:avLst/>
          </a:prstGeom>
          <a:solidFill>
            <a:srgbClr val="0039A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</a:endParaRPr>
          </a:p>
        </p:txBody>
      </p:sp>
      <p:pic>
        <p:nvPicPr>
          <p:cNvPr id="13" name="Picture 53" descr="Boeing_RGBblue_standard"/>
          <p:cNvPicPr preferRelativeResize="0"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5518" y="361951"/>
            <a:ext cx="2451100" cy="534991"/>
          </a:xfrm>
          <a:prstGeom prst="rect">
            <a:avLst/>
          </a:prstGeom>
          <a:noFill/>
        </p:spPr>
      </p:pic>
      <p:sp>
        <p:nvSpPr>
          <p:cNvPr id="264253" name="Rectangle 61"/>
          <p:cNvSpPr>
            <a:spLocks noChangeArrowheads="1"/>
          </p:cNvSpPr>
          <p:nvPr/>
        </p:nvSpPr>
        <p:spPr bwMode="auto">
          <a:xfrm>
            <a:off x="586318" y="6658300"/>
            <a:ext cx="2753783" cy="110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144" tIns="9144" rIns="9144" bIns="9144" anchor="b">
            <a:spAutoFit/>
          </a:bodyPr>
          <a:lstStyle/>
          <a:p>
            <a:pPr defTabSz="82073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600" dirty="0">
                <a:solidFill>
                  <a:srgbClr val="FFFFFF">
                    <a:lumMod val="50000"/>
                  </a:srgbClr>
                </a:solidFill>
              </a:rPr>
              <a:t>Copyright © 2019 Boeing. All rights reserved.</a:t>
            </a:r>
          </a:p>
        </p:txBody>
      </p:sp>
      <p:sp>
        <p:nvSpPr>
          <p:cNvPr id="62" name="Title 1"/>
          <p:cNvSpPr>
            <a:spLocks noGrp="1"/>
          </p:cNvSpPr>
          <p:nvPr>
            <p:ph type="ctrTitle" sz="quarter"/>
          </p:nvPr>
        </p:nvSpPr>
        <p:spPr>
          <a:xfrm>
            <a:off x="609600" y="2529450"/>
            <a:ext cx="10363200" cy="710964"/>
          </a:xfrm>
        </p:spPr>
        <p:txBody>
          <a:bodyPr anchor="ctr" anchorCtr="0"/>
          <a:lstStyle>
            <a:lvl1pPr>
              <a:defRPr sz="48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ubtitle 2"/>
          <p:cNvSpPr>
            <a:spLocks noGrp="1"/>
          </p:cNvSpPr>
          <p:nvPr>
            <p:ph type="subTitle" sz="quarter" idx="1"/>
          </p:nvPr>
        </p:nvSpPr>
        <p:spPr>
          <a:xfrm>
            <a:off x="609601" y="4637994"/>
            <a:ext cx="11002433" cy="387798"/>
          </a:xfrm>
        </p:spPr>
        <p:txBody>
          <a:bodyPr/>
          <a:lstStyle>
            <a:lvl1pPr marL="0" indent="0">
              <a:buFontTx/>
              <a:buNone/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07641" y="539497"/>
            <a:ext cx="2889509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 anchorCtr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0039A6"/>
                </a:solidFill>
              </a:rPr>
              <a:t>Engineering, Test &amp; Technology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795" y="804864"/>
            <a:ext cx="2743200" cy="49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924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633984" y="1572768"/>
            <a:ext cx="10972800" cy="1163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013468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8803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908969" y="6045312"/>
            <a:ext cx="8374062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1920150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0223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4761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644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8640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1600200"/>
            <a:ext cx="512064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9768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, Subtitl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8640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1600200"/>
            <a:ext cx="512064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908969" y="6045312"/>
            <a:ext cx="8374062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3322771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8640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1600200"/>
            <a:ext cx="512064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4107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+ stop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4320" indent="-274320">
              <a:buFontTx/>
              <a:buBlip>
                <a:blip r:embed="rId2"/>
              </a:buBlip>
              <a:defRPr/>
            </a:lvl1pPr>
            <a:lvl2pPr marL="457200" indent="-182880">
              <a:defRPr/>
            </a:lvl2pPr>
            <a:lvl3pPr marL="640080" indent="-184150">
              <a:defRPr/>
            </a:lvl3pPr>
            <a:lvl4pPr marL="822960" indent="-18288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19360" y="777240"/>
            <a:ext cx="426720" cy="292608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47680" y="777240"/>
            <a:ext cx="426720" cy="29260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ysClr val="windowText" lastClr="000000"/>
                </a:solidFill>
              </a:rPr>
              <a:t>Y</a:t>
            </a:r>
          </a:p>
        </p:txBody>
      </p:sp>
      <p:sp>
        <p:nvSpPr>
          <p:cNvPr id="9" name="Rectangle 8"/>
          <p:cNvSpPr/>
          <p:nvPr/>
        </p:nvSpPr>
        <p:spPr>
          <a:xfrm>
            <a:off x="11176000" y="777240"/>
            <a:ext cx="426720" cy="2926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17760" y="556261"/>
            <a:ext cx="1717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000" dirty="0" err="1">
                <a:solidFill>
                  <a:srgbClr val="000000"/>
                </a:solidFill>
              </a:rPr>
              <a:t>Prev</a:t>
            </a:r>
            <a:r>
              <a:rPr lang="en-US" sz="1000" dirty="0">
                <a:solidFill>
                  <a:srgbClr val="000000"/>
                </a:solidFill>
              </a:rPr>
              <a:t> | </a:t>
            </a:r>
            <a:r>
              <a:rPr lang="en-US" sz="1000" dirty="0" err="1">
                <a:solidFill>
                  <a:srgbClr val="000000"/>
                </a:solidFill>
              </a:rPr>
              <a:t>Curr</a:t>
            </a:r>
            <a:r>
              <a:rPr lang="en-US" sz="1000" dirty="0">
                <a:solidFill>
                  <a:srgbClr val="000000"/>
                </a:solidFill>
              </a:rPr>
              <a:t>       YE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565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and Content + nav butt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4320" indent="-274320">
              <a:buFontTx/>
              <a:buBlip>
                <a:blip r:embed="rId2"/>
              </a:buBlip>
              <a:defRPr/>
            </a:lvl1pPr>
            <a:lvl2pPr marL="457200" indent="-182880">
              <a:defRPr/>
            </a:lvl2pPr>
            <a:lvl3pPr marL="640080" indent="-184150">
              <a:defRPr/>
            </a:lvl3pPr>
            <a:lvl4pPr marL="822960" indent="-18288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Action Button: Back or Previous 10">
            <a:hlinkClick r:id="" action="ppaction://hlinkshowjump?jump=previousslide" highlightClick="1"/>
          </p:cNvPr>
          <p:cNvSpPr/>
          <p:nvPr/>
        </p:nvSpPr>
        <p:spPr>
          <a:xfrm>
            <a:off x="10728960" y="320040"/>
            <a:ext cx="243840" cy="182880"/>
          </a:xfrm>
          <a:prstGeom prst="actionButtonBackPrevious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12" name="Action Button: Forward or Next 11">
            <a:hlinkClick r:id="" action="ppaction://hlinkshowjump?jump=nextslide" highlightClick="1"/>
          </p:cNvPr>
          <p:cNvSpPr/>
          <p:nvPr/>
        </p:nvSpPr>
        <p:spPr>
          <a:xfrm>
            <a:off x="11326368" y="320040"/>
            <a:ext cx="243840" cy="182880"/>
          </a:xfrm>
          <a:prstGeom prst="actionButtonForwardNex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13" name="Action Button: Home 12">
            <a:hlinkClick r:id="" action="ppaction://hlinkshowjump?jump=firstslide" highlightClick="1"/>
          </p:cNvPr>
          <p:cNvSpPr/>
          <p:nvPr/>
        </p:nvSpPr>
        <p:spPr>
          <a:xfrm>
            <a:off x="11021568" y="320040"/>
            <a:ext cx="243840" cy="182880"/>
          </a:xfrm>
          <a:prstGeom prst="actionButtonHom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1825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1097280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5289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Picture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1097280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6153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with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600200"/>
            <a:ext cx="5449824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609600" y="4160520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513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Content, two pictures,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600200"/>
            <a:ext cx="5449824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609600" y="3867912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1908969" y="6045312"/>
            <a:ext cx="8374062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1868720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Rt content with one pi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600200"/>
            <a:ext cx="5449824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0054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Lft content with 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600200"/>
            <a:ext cx="548640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242304" y="1600200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8124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Lft Content with one pic and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600200"/>
            <a:ext cx="548640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242304" y="1600200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1908969" y="6045312"/>
            <a:ext cx="8374062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452105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Lft content with 2 screen cap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600200"/>
            <a:ext cx="670560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388352" y="1600200"/>
            <a:ext cx="4230624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7388352" y="4160520"/>
            <a:ext cx="4230624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1908969" y="6045312"/>
            <a:ext cx="8374062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4192586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Lft Content, 2 screen captures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600200"/>
            <a:ext cx="670560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705344" y="1600200"/>
            <a:ext cx="390144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7705344" y="3867912"/>
            <a:ext cx="390144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1908969" y="6045312"/>
            <a:ext cx="8374062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2299937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with head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931920"/>
            <a:ext cx="10972800" cy="1311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09601" y="1600200"/>
            <a:ext cx="1097280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7710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header image,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931920"/>
            <a:ext cx="10972800" cy="1311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1097280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1908969" y="6045312"/>
            <a:ext cx="8374062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1704935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6" y="2542032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585216" y="1371600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585216" y="4334256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585216" y="3145536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6"/>
          </p:nvPr>
        </p:nvSpPr>
        <p:spPr>
          <a:xfrm>
            <a:off x="597408" y="6099048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585216" y="4928616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Content Placeholder 2"/>
          <p:cNvSpPr>
            <a:spLocks noGrp="1"/>
          </p:cNvSpPr>
          <p:nvPr>
            <p:ph idx="18"/>
          </p:nvPr>
        </p:nvSpPr>
        <p:spPr>
          <a:xfrm>
            <a:off x="3462528" y="2542032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3462528" y="1371600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idx="20"/>
          </p:nvPr>
        </p:nvSpPr>
        <p:spPr>
          <a:xfrm>
            <a:off x="3462528" y="4334256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3462528" y="3145536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idx="22"/>
          </p:nvPr>
        </p:nvSpPr>
        <p:spPr>
          <a:xfrm>
            <a:off x="3462528" y="6099048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3462528" y="4928616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2"/>
          <p:cNvSpPr>
            <a:spLocks noGrp="1"/>
          </p:cNvSpPr>
          <p:nvPr>
            <p:ph idx="24"/>
          </p:nvPr>
        </p:nvSpPr>
        <p:spPr>
          <a:xfrm>
            <a:off x="6327648" y="2542032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7"/>
          <p:cNvSpPr>
            <a:spLocks noGrp="1"/>
          </p:cNvSpPr>
          <p:nvPr>
            <p:ph type="pic" sz="quarter" idx="25"/>
          </p:nvPr>
        </p:nvSpPr>
        <p:spPr>
          <a:xfrm>
            <a:off x="6327648" y="1371600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Content Placeholder 2"/>
          <p:cNvSpPr>
            <a:spLocks noGrp="1"/>
          </p:cNvSpPr>
          <p:nvPr>
            <p:ph idx="26"/>
          </p:nvPr>
        </p:nvSpPr>
        <p:spPr>
          <a:xfrm>
            <a:off x="6327648" y="4334256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7"/>
          <p:cNvSpPr>
            <a:spLocks noGrp="1"/>
          </p:cNvSpPr>
          <p:nvPr>
            <p:ph type="pic" sz="quarter" idx="27"/>
          </p:nvPr>
        </p:nvSpPr>
        <p:spPr>
          <a:xfrm>
            <a:off x="6327648" y="3145536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Content Placeholder 2"/>
          <p:cNvSpPr>
            <a:spLocks noGrp="1"/>
          </p:cNvSpPr>
          <p:nvPr>
            <p:ph idx="28"/>
          </p:nvPr>
        </p:nvSpPr>
        <p:spPr>
          <a:xfrm>
            <a:off x="6327648" y="6099048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7"/>
          <p:cNvSpPr>
            <a:spLocks noGrp="1"/>
          </p:cNvSpPr>
          <p:nvPr>
            <p:ph type="pic" sz="quarter" idx="29"/>
          </p:nvPr>
        </p:nvSpPr>
        <p:spPr>
          <a:xfrm>
            <a:off x="6327648" y="4928616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Content Placeholder 2"/>
          <p:cNvSpPr>
            <a:spLocks noGrp="1"/>
          </p:cNvSpPr>
          <p:nvPr>
            <p:ph idx="30"/>
          </p:nvPr>
        </p:nvSpPr>
        <p:spPr>
          <a:xfrm>
            <a:off x="9192768" y="2542032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9192768" y="1371600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Content Placeholder 2"/>
          <p:cNvSpPr>
            <a:spLocks noGrp="1"/>
          </p:cNvSpPr>
          <p:nvPr>
            <p:ph idx="32"/>
          </p:nvPr>
        </p:nvSpPr>
        <p:spPr>
          <a:xfrm>
            <a:off x="9192768" y="4334256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7"/>
          <p:cNvSpPr>
            <a:spLocks noGrp="1"/>
          </p:cNvSpPr>
          <p:nvPr>
            <p:ph type="pic" sz="quarter" idx="33"/>
          </p:nvPr>
        </p:nvSpPr>
        <p:spPr>
          <a:xfrm>
            <a:off x="9192768" y="3145536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Content Placeholder 2"/>
          <p:cNvSpPr>
            <a:spLocks noGrp="1"/>
          </p:cNvSpPr>
          <p:nvPr>
            <p:ph idx="34"/>
          </p:nvPr>
        </p:nvSpPr>
        <p:spPr>
          <a:xfrm>
            <a:off x="9192768" y="6099048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9192768" y="4928616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5008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picture layout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6" y="2286000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21792" y="1124712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585216" y="3968496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585216" y="2807208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6"/>
          </p:nvPr>
        </p:nvSpPr>
        <p:spPr>
          <a:xfrm>
            <a:off x="597408" y="5650992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585216" y="4489704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Content Placeholder 2"/>
          <p:cNvSpPr>
            <a:spLocks noGrp="1"/>
          </p:cNvSpPr>
          <p:nvPr>
            <p:ph idx="18"/>
          </p:nvPr>
        </p:nvSpPr>
        <p:spPr>
          <a:xfrm>
            <a:off x="3462528" y="2286000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3462528" y="1124712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idx="20"/>
          </p:nvPr>
        </p:nvSpPr>
        <p:spPr>
          <a:xfrm>
            <a:off x="3462528" y="3968496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3462528" y="2807208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idx="22"/>
          </p:nvPr>
        </p:nvSpPr>
        <p:spPr>
          <a:xfrm>
            <a:off x="3462528" y="5650992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3462528" y="4489704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2"/>
          <p:cNvSpPr>
            <a:spLocks noGrp="1"/>
          </p:cNvSpPr>
          <p:nvPr>
            <p:ph idx="24"/>
          </p:nvPr>
        </p:nvSpPr>
        <p:spPr>
          <a:xfrm>
            <a:off x="6327648" y="2286000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7"/>
          <p:cNvSpPr>
            <a:spLocks noGrp="1"/>
          </p:cNvSpPr>
          <p:nvPr>
            <p:ph type="pic" sz="quarter" idx="25"/>
          </p:nvPr>
        </p:nvSpPr>
        <p:spPr>
          <a:xfrm>
            <a:off x="6327648" y="1124712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Content Placeholder 2"/>
          <p:cNvSpPr>
            <a:spLocks noGrp="1"/>
          </p:cNvSpPr>
          <p:nvPr>
            <p:ph idx="26"/>
          </p:nvPr>
        </p:nvSpPr>
        <p:spPr>
          <a:xfrm>
            <a:off x="6327648" y="3968496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7"/>
          <p:cNvSpPr>
            <a:spLocks noGrp="1"/>
          </p:cNvSpPr>
          <p:nvPr>
            <p:ph type="pic" sz="quarter" idx="27"/>
          </p:nvPr>
        </p:nvSpPr>
        <p:spPr>
          <a:xfrm>
            <a:off x="6327648" y="2807208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Content Placeholder 2"/>
          <p:cNvSpPr>
            <a:spLocks noGrp="1"/>
          </p:cNvSpPr>
          <p:nvPr>
            <p:ph idx="28"/>
          </p:nvPr>
        </p:nvSpPr>
        <p:spPr>
          <a:xfrm>
            <a:off x="6327648" y="5650992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7"/>
          <p:cNvSpPr>
            <a:spLocks noGrp="1"/>
          </p:cNvSpPr>
          <p:nvPr>
            <p:ph type="pic" sz="quarter" idx="29"/>
          </p:nvPr>
        </p:nvSpPr>
        <p:spPr>
          <a:xfrm>
            <a:off x="6327648" y="4489704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Content Placeholder 2"/>
          <p:cNvSpPr>
            <a:spLocks noGrp="1"/>
          </p:cNvSpPr>
          <p:nvPr>
            <p:ph idx="30"/>
          </p:nvPr>
        </p:nvSpPr>
        <p:spPr>
          <a:xfrm>
            <a:off x="9192768" y="2286000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9192768" y="1124712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Content Placeholder 2"/>
          <p:cNvSpPr>
            <a:spLocks noGrp="1"/>
          </p:cNvSpPr>
          <p:nvPr>
            <p:ph idx="32"/>
          </p:nvPr>
        </p:nvSpPr>
        <p:spPr>
          <a:xfrm>
            <a:off x="9192768" y="3968496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7"/>
          <p:cNvSpPr>
            <a:spLocks noGrp="1"/>
          </p:cNvSpPr>
          <p:nvPr>
            <p:ph type="pic" sz="quarter" idx="33"/>
          </p:nvPr>
        </p:nvSpPr>
        <p:spPr>
          <a:xfrm>
            <a:off x="9192768" y="2807208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Content Placeholder 2"/>
          <p:cNvSpPr>
            <a:spLocks noGrp="1"/>
          </p:cNvSpPr>
          <p:nvPr>
            <p:ph idx="34"/>
          </p:nvPr>
        </p:nvSpPr>
        <p:spPr>
          <a:xfrm>
            <a:off x="9192768" y="5650992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9192768" y="4489704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3" name="Text Placeholder 8"/>
          <p:cNvSpPr>
            <a:spLocks noGrp="1"/>
          </p:cNvSpPr>
          <p:nvPr>
            <p:ph type="body" sz="quarter" idx="39" hasCustomPrompt="1"/>
          </p:nvPr>
        </p:nvSpPr>
        <p:spPr>
          <a:xfrm>
            <a:off x="1908969" y="6045312"/>
            <a:ext cx="8374062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484640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ecutiv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362456"/>
            <a:ext cx="670560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8607552" y="1371600"/>
            <a:ext cx="299923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8607552" y="3145536"/>
            <a:ext cx="299923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8607552" y="4928616"/>
            <a:ext cx="299923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797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624328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21792" y="123444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Content Placeholder 2"/>
          <p:cNvSpPr>
            <a:spLocks noGrp="1"/>
          </p:cNvSpPr>
          <p:nvPr>
            <p:ph idx="18"/>
          </p:nvPr>
        </p:nvSpPr>
        <p:spPr>
          <a:xfrm>
            <a:off x="4718304" y="2624328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730496" y="123444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Content Placeholder 2"/>
          <p:cNvSpPr>
            <a:spLocks noGrp="1"/>
          </p:cNvSpPr>
          <p:nvPr>
            <p:ph idx="20"/>
          </p:nvPr>
        </p:nvSpPr>
        <p:spPr>
          <a:xfrm>
            <a:off x="8839200" y="2624328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8839200" y="123444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Content Placeholder 2"/>
          <p:cNvSpPr>
            <a:spLocks noGrp="1"/>
          </p:cNvSpPr>
          <p:nvPr>
            <p:ph idx="22"/>
          </p:nvPr>
        </p:nvSpPr>
        <p:spPr>
          <a:xfrm>
            <a:off x="609600" y="4407408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621792" y="300837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Content Placeholder 2"/>
          <p:cNvSpPr>
            <a:spLocks noGrp="1"/>
          </p:cNvSpPr>
          <p:nvPr>
            <p:ph idx="28"/>
          </p:nvPr>
        </p:nvSpPr>
        <p:spPr>
          <a:xfrm>
            <a:off x="609600" y="618134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7"/>
          <p:cNvSpPr>
            <a:spLocks noGrp="1"/>
          </p:cNvSpPr>
          <p:nvPr>
            <p:ph type="pic" sz="quarter" idx="29"/>
          </p:nvPr>
        </p:nvSpPr>
        <p:spPr>
          <a:xfrm>
            <a:off x="621792" y="479145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Content Placeholder 2"/>
          <p:cNvSpPr>
            <a:spLocks noGrp="1"/>
          </p:cNvSpPr>
          <p:nvPr>
            <p:ph idx="30"/>
          </p:nvPr>
        </p:nvSpPr>
        <p:spPr>
          <a:xfrm>
            <a:off x="4730496" y="4407408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4730496" y="300837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Content Placeholder 2"/>
          <p:cNvSpPr>
            <a:spLocks noGrp="1"/>
          </p:cNvSpPr>
          <p:nvPr>
            <p:ph idx="32"/>
          </p:nvPr>
        </p:nvSpPr>
        <p:spPr>
          <a:xfrm>
            <a:off x="4730496" y="618134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Picture Placeholder 7"/>
          <p:cNvSpPr>
            <a:spLocks noGrp="1"/>
          </p:cNvSpPr>
          <p:nvPr>
            <p:ph type="pic" sz="quarter" idx="33"/>
          </p:nvPr>
        </p:nvSpPr>
        <p:spPr>
          <a:xfrm>
            <a:off x="4730496" y="479145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Content Placeholder 2"/>
          <p:cNvSpPr>
            <a:spLocks noGrp="1"/>
          </p:cNvSpPr>
          <p:nvPr>
            <p:ph idx="34"/>
          </p:nvPr>
        </p:nvSpPr>
        <p:spPr>
          <a:xfrm>
            <a:off x="8839200" y="4407408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8839200" y="300837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Content Placeholder 2"/>
          <p:cNvSpPr>
            <a:spLocks noGrp="1"/>
          </p:cNvSpPr>
          <p:nvPr>
            <p:ph idx="36"/>
          </p:nvPr>
        </p:nvSpPr>
        <p:spPr>
          <a:xfrm>
            <a:off x="8839200" y="618134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Picture Placeholder 7"/>
          <p:cNvSpPr>
            <a:spLocks noGrp="1"/>
          </p:cNvSpPr>
          <p:nvPr>
            <p:ph type="pic" sz="quarter" idx="37"/>
          </p:nvPr>
        </p:nvSpPr>
        <p:spPr>
          <a:xfrm>
            <a:off x="8839200" y="479145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5709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picture layout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34086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21792" y="1060704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Content Placeholder 2"/>
          <p:cNvSpPr>
            <a:spLocks noGrp="1"/>
          </p:cNvSpPr>
          <p:nvPr>
            <p:ph idx="18"/>
          </p:nvPr>
        </p:nvSpPr>
        <p:spPr>
          <a:xfrm>
            <a:off x="4718304" y="234086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730496" y="1060704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Content Placeholder 2"/>
          <p:cNvSpPr>
            <a:spLocks noGrp="1"/>
          </p:cNvSpPr>
          <p:nvPr>
            <p:ph idx="20"/>
          </p:nvPr>
        </p:nvSpPr>
        <p:spPr>
          <a:xfrm>
            <a:off x="8839200" y="234086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8839200" y="1060704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Content Placeholder 2"/>
          <p:cNvSpPr>
            <a:spLocks noGrp="1"/>
          </p:cNvSpPr>
          <p:nvPr>
            <p:ph idx="22"/>
          </p:nvPr>
        </p:nvSpPr>
        <p:spPr>
          <a:xfrm>
            <a:off x="609600" y="412394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621792" y="283464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Content Placeholder 2"/>
          <p:cNvSpPr>
            <a:spLocks noGrp="1"/>
          </p:cNvSpPr>
          <p:nvPr>
            <p:ph idx="28"/>
          </p:nvPr>
        </p:nvSpPr>
        <p:spPr>
          <a:xfrm>
            <a:off x="609600" y="589788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7"/>
          <p:cNvSpPr>
            <a:spLocks noGrp="1"/>
          </p:cNvSpPr>
          <p:nvPr>
            <p:ph type="pic" sz="quarter" idx="29"/>
          </p:nvPr>
        </p:nvSpPr>
        <p:spPr>
          <a:xfrm>
            <a:off x="621792" y="461772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Content Placeholder 2"/>
          <p:cNvSpPr>
            <a:spLocks noGrp="1"/>
          </p:cNvSpPr>
          <p:nvPr>
            <p:ph idx="30"/>
          </p:nvPr>
        </p:nvSpPr>
        <p:spPr>
          <a:xfrm>
            <a:off x="4730496" y="412394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4730496" y="283464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Content Placeholder 2"/>
          <p:cNvSpPr>
            <a:spLocks noGrp="1"/>
          </p:cNvSpPr>
          <p:nvPr>
            <p:ph idx="32"/>
          </p:nvPr>
        </p:nvSpPr>
        <p:spPr>
          <a:xfrm>
            <a:off x="4730496" y="589788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Picture Placeholder 7"/>
          <p:cNvSpPr>
            <a:spLocks noGrp="1"/>
          </p:cNvSpPr>
          <p:nvPr>
            <p:ph type="pic" sz="quarter" idx="33"/>
          </p:nvPr>
        </p:nvSpPr>
        <p:spPr>
          <a:xfrm>
            <a:off x="4730496" y="461772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Content Placeholder 2"/>
          <p:cNvSpPr>
            <a:spLocks noGrp="1"/>
          </p:cNvSpPr>
          <p:nvPr>
            <p:ph idx="34"/>
          </p:nvPr>
        </p:nvSpPr>
        <p:spPr>
          <a:xfrm>
            <a:off x="8839200" y="412394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8839200" y="283464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Content Placeholder 2"/>
          <p:cNvSpPr>
            <a:spLocks noGrp="1"/>
          </p:cNvSpPr>
          <p:nvPr>
            <p:ph idx="36"/>
          </p:nvPr>
        </p:nvSpPr>
        <p:spPr>
          <a:xfrm>
            <a:off x="8839200" y="589788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Picture Placeholder 7"/>
          <p:cNvSpPr>
            <a:spLocks noGrp="1"/>
          </p:cNvSpPr>
          <p:nvPr>
            <p:ph type="pic" sz="quarter" idx="37"/>
          </p:nvPr>
        </p:nvSpPr>
        <p:spPr>
          <a:xfrm>
            <a:off x="8839200" y="461772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26" name="Text Placeholder 8"/>
          <p:cNvSpPr>
            <a:spLocks noGrp="1"/>
          </p:cNvSpPr>
          <p:nvPr>
            <p:ph type="body" sz="quarter" idx="41" hasCustomPrompt="1"/>
          </p:nvPr>
        </p:nvSpPr>
        <p:spPr>
          <a:xfrm>
            <a:off x="1908969" y="6079429"/>
            <a:ext cx="8374062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811271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06324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21792" y="160020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Content Placeholder 2"/>
          <p:cNvSpPr>
            <a:spLocks noGrp="1"/>
          </p:cNvSpPr>
          <p:nvPr>
            <p:ph idx="18"/>
          </p:nvPr>
        </p:nvSpPr>
        <p:spPr>
          <a:xfrm>
            <a:off x="4718304" y="306324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730496" y="160020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Content Placeholder 2"/>
          <p:cNvSpPr>
            <a:spLocks noGrp="1"/>
          </p:cNvSpPr>
          <p:nvPr>
            <p:ph idx="20"/>
          </p:nvPr>
        </p:nvSpPr>
        <p:spPr>
          <a:xfrm>
            <a:off x="8839200" y="306324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8839200" y="160020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Content Placeholder 2"/>
          <p:cNvSpPr>
            <a:spLocks noGrp="1"/>
          </p:cNvSpPr>
          <p:nvPr>
            <p:ph idx="22"/>
          </p:nvPr>
        </p:nvSpPr>
        <p:spPr>
          <a:xfrm>
            <a:off x="609600" y="5102352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621792" y="364845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Content Placeholder 2"/>
          <p:cNvSpPr>
            <a:spLocks noGrp="1"/>
          </p:cNvSpPr>
          <p:nvPr>
            <p:ph idx="30"/>
          </p:nvPr>
        </p:nvSpPr>
        <p:spPr>
          <a:xfrm>
            <a:off x="4730496" y="5102352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4730496" y="364845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Content Placeholder 2"/>
          <p:cNvSpPr>
            <a:spLocks noGrp="1"/>
          </p:cNvSpPr>
          <p:nvPr>
            <p:ph idx="34"/>
          </p:nvPr>
        </p:nvSpPr>
        <p:spPr>
          <a:xfrm>
            <a:off x="8839200" y="5102352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8839200" y="364845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3301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icture layout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06324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21792" y="160020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Content Placeholder 2"/>
          <p:cNvSpPr>
            <a:spLocks noGrp="1"/>
          </p:cNvSpPr>
          <p:nvPr>
            <p:ph idx="18"/>
          </p:nvPr>
        </p:nvSpPr>
        <p:spPr>
          <a:xfrm>
            <a:off x="4718304" y="306324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730496" y="160020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Content Placeholder 2"/>
          <p:cNvSpPr>
            <a:spLocks noGrp="1"/>
          </p:cNvSpPr>
          <p:nvPr>
            <p:ph idx="20"/>
          </p:nvPr>
        </p:nvSpPr>
        <p:spPr>
          <a:xfrm>
            <a:off x="8839200" y="306324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8839200" y="160020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Content Placeholder 2"/>
          <p:cNvSpPr>
            <a:spLocks noGrp="1"/>
          </p:cNvSpPr>
          <p:nvPr>
            <p:ph idx="22"/>
          </p:nvPr>
        </p:nvSpPr>
        <p:spPr>
          <a:xfrm>
            <a:off x="609600" y="5102352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621792" y="364845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Content Placeholder 2"/>
          <p:cNvSpPr>
            <a:spLocks noGrp="1"/>
          </p:cNvSpPr>
          <p:nvPr>
            <p:ph idx="30"/>
          </p:nvPr>
        </p:nvSpPr>
        <p:spPr>
          <a:xfrm>
            <a:off x="4730496" y="5102352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4730496" y="364845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Content Placeholder 2"/>
          <p:cNvSpPr>
            <a:spLocks noGrp="1"/>
          </p:cNvSpPr>
          <p:nvPr>
            <p:ph idx="34"/>
          </p:nvPr>
        </p:nvSpPr>
        <p:spPr>
          <a:xfrm>
            <a:off x="8839200" y="5102352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8839200" y="364845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6863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Bottom Content with tw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352544"/>
            <a:ext cx="10972800" cy="1311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242304" y="1600200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2806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Bottom Content with two image and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352544"/>
            <a:ext cx="10972800" cy="1311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242304" y="1600200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41" hasCustomPrompt="1"/>
          </p:nvPr>
        </p:nvSpPr>
        <p:spPr>
          <a:xfrm>
            <a:off x="1908969" y="6045312"/>
            <a:ext cx="8374062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333202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4350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77851" y="356617"/>
            <a:ext cx="11008783" cy="378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156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586318" y="6657976"/>
            <a:ext cx="2753783" cy="1111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144" tIns="9144" rIns="9144" bIns="9144" anchor="b">
            <a:spAutoFit/>
          </a:bodyPr>
          <a:lstStyle/>
          <a:p>
            <a:pPr defTabSz="82073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600" dirty="0">
                <a:solidFill>
                  <a:srgbClr val="FFFFFF">
                    <a:lumMod val="50000"/>
                  </a:srgbClr>
                </a:solidFill>
              </a:rPr>
              <a:t>Copyright © 2019 Boeing. All rights reserved.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pic>
        <p:nvPicPr>
          <p:cNvPr id="4" name="Picture 5" descr="Boeing_RGBblue_largePPT"/>
          <p:cNvPicPr preferRelativeResize="0"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4461688" y="2838450"/>
            <a:ext cx="3193785" cy="822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74054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pic>
        <p:nvPicPr>
          <p:cNvPr id="5" name="Picture 5" descr="Boeing_RGBblue_largePPT"/>
          <p:cNvPicPr preferRelativeResize="0"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4448988" y="2927350"/>
            <a:ext cx="3193785" cy="822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33617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B5BD9-E568-5C46-1D60-7D7C17E1F2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BA7BB7-57D7-4D0D-A960-6C378EFB1D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52BF3-4E72-8170-3D5F-E93CF5990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BCDE6-B85F-4949-ACFD-7BDE54089BA3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B5594-8A44-B153-FA2E-7947EB05A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0B66A-96D1-5B71-6905-73F5C64E8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C0102-8220-4E69-A99D-9ED8A13E7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55365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2"/>
            <a:ext cx="12192000" cy="4585153"/>
          </a:xfrm>
          <a:prstGeom prst="rect">
            <a:avLst/>
          </a:prstGeom>
          <a:solidFill>
            <a:srgbClr val="0039A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kern="0" dirty="0">
              <a:solidFill>
                <a:srgbClr val="FFFFFF"/>
              </a:solidFill>
            </a:endParaRPr>
          </a:p>
        </p:txBody>
      </p:sp>
      <p:pic>
        <p:nvPicPr>
          <p:cNvPr id="264239" name="Picture 47" descr="Boeing_white_standar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7633" y="363539"/>
            <a:ext cx="2474384" cy="602376"/>
          </a:xfrm>
          <a:prstGeom prst="rect">
            <a:avLst/>
          </a:prstGeom>
          <a:noFill/>
        </p:spPr>
      </p:pic>
      <p:sp>
        <p:nvSpPr>
          <p:cNvPr id="264253" name="Rectangle 61"/>
          <p:cNvSpPr>
            <a:spLocks noChangeArrowheads="1"/>
          </p:cNvSpPr>
          <p:nvPr/>
        </p:nvSpPr>
        <p:spPr bwMode="auto">
          <a:xfrm>
            <a:off x="586319" y="6662918"/>
            <a:ext cx="2753783" cy="10618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6858" tIns="6858" rIns="6858" bIns="6858" anchor="b">
            <a:spAutoFit/>
          </a:bodyPr>
          <a:lstStyle/>
          <a:p>
            <a:pPr defTabSz="61555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600" dirty="0">
                <a:solidFill>
                  <a:srgbClr val="FFFFFF">
                    <a:lumMod val="50000"/>
                  </a:srgbClr>
                </a:solidFill>
              </a:rPr>
              <a:t>Copyright © 2020 Boeing. All rights reserved.</a:t>
            </a:r>
          </a:p>
        </p:txBody>
      </p:sp>
      <p:sp>
        <p:nvSpPr>
          <p:cNvPr id="62" name="Title 1"/>
          <p:cNvSpPr>
            <a:spLocks noGrp="1"/>
          </p:cNvSpPr>
          <p:nvPr>
            <p:ph type="ctrTitle" sz="quarter"/>
          </p:nvPr>
        </p:nvSpPr>
        <p:spPr>
          <a:xfrm>
            <a:off x="609600" y="2612550"/>
            <a:ext cx="10363200" cy="544765"/>
          </a:xfrm>
        </p:spPr>
        <p:txBody>
          <a:bodyPr anchor="ctr" anchorCtr="0"/>
          <a:lstStyle>
            <a:lvl1pPr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ubtitle 2"/>
          <p:cNvSpPr>
            <a:spLocks noGrp="1"/>
          </p:cNvSpPr>
          <p:nvPr>
            <p:ph type="subTitle" sz="quarter" idx="1"/>
          </p:nvPr>
        </p:nvSpPr>
        <p:spPr>
          <a:xfrm>
            <a:off x="609602" y="4637995"/>
            <a:ext cx="11002433" cy="290849"/>
          </a:xfrm>
        </p:spPr>
        <p:txBody>
          <a:bodyPr/>
          <a:lstStyle>
            <a:lvl1pPr marL="0" indent="0">
              <a:buFontTx/>
              <a:buNone/>
              <a:defRPr sz="2100" b="0">
                <a:solidFill>
                  <a:srgbClr val="788288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75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703715" y="539497"/>
            <a:ext cx="2190343" cy="230832"/>
          </a:xfrm>
          <a:prstGeom prst="rect">
            <a:avLst/>
          </a:prstGeom>
          <a:noFill/>
        </p:spPr>
        <p:txBody>
          <a:bodyPr wrap="none" lIns="68580" tIns="34290" rIns="68580" bIns="34290" rtlCol="0" anchor="t" anchorCtr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solidFill>
                  <a:srgbClr val="FFFFFF"/>
                </a:solidFill>
              </a:rPr>
              <a:t>Engineering, Test &amp; Technology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6489" y="808640"/>
            <a:ext cx="2745627" cy="55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12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4585157"/>
            <a:ext cx="12192000" cy="2272845"/>
          </a:xfrm>
          <a:prstGeom prst="rect">
            <a:avLst/>
          </a:prstGeom>
          <a:solidFill>
            <a:srgbClr val="0039A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kern="0" dirty="0">
              <a:solidFill>
                <a:srgbClr val="FFFFFF"/>
              </a:solidFill>
            </a:endParaRPr>
          </a:p>
        </p:txBody>
      </p:sp>
      <p:pic>
        <p:nvPicPr>
          <p:cNvPr id="13" name="Picture 53" descr="Boeing_RGBblue_standard"/>
          <p:cNvPicPr preferRelativeResize="0"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5519" y="361953"/>
            <a:ext cx="2451100" cy="534991"/>
          </a:xfrm>
          <a:prstGeom prst="rect">
            <a:avLst/>
          </a:prstGeom>
          <a:noFill/>
        </p:spPr>
      </p:pic>
      <p:sp>
        <p:nvSpPr>
          <p:cNvPr id="264253" name="Rectangle 61"/>
          <p:cNvSpPr>
            <a:spLocks noChangeArrowheads="1"/>
          </p:cNvSpPr>
          <p:nvPr/>
        </p:nvSpPr>
        <p:spPr bwMode="auto">
          <a:xfrm>
            <a:off x="586319" y="6686000"/>
            <a:ext cx="2753783" cy="831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6858" tIns="6858" rIns="6858" bIns="6858" anchor="b">
            <a:spAutoFit/>
          </a:bodyPr>
          <a:lstStyle/>
          <a:p>
            <a:pPr defTabSz="61555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450" dirty="0">
                <a:solidFill>
                  <a:srgbClr val="FFFFFF">
                    <a:lumMod val="50000"/>
                  </a:srgbClr>
                </a:solidFill>
              </a:rPr>
              <a:t>Copyright © 2020 Boeing. All rights reserved.</a:t>
            </a:r>
          </a:p>
        </p:txBody>
      </p:sp>
      <p:sp>
        <p:nvSpPr>
          <p:cNvPr id="62" name="Title 1"/>
          <p:cNvSpPr>
            <a:spLocks noGrp="1"/>
          </p:cNvSpPr>
          <p:nvPr>
            <p:ph type="ctrTitle" sz="quarter"/>
          </p:nvPr>
        </p:nvSpPr>
        <p:spPr>
          <a:xfrm>
            <a:off x="609600" y="2612550"/>
            <a:ext cx="10363200" cy="544765"/>
          </a:xfrm>
        </p:spPr>
        <p:txBody>
          <a:bodyPr anchor="ctr" anchorCtr="0"/>
          <a:lstStyle>
            <a:lvl1pPr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ubtitle 2"/>
          <p:cNvSpPr>
            <a:spLocks noGrp="1"/>
          </p:cNvSpPr>
          <p:nvPr>
            <p:ph type="subTitle" sz="quarter" idx="1"/>
          </p:nvPr>
        </p:nvSpPr>
        <p:spPr>
          <a:xfrm>
            <a:off x="609602" y="4637995"/>
            <a:ext cx="11002433" cy="290849"/>
          </a:xfrm>
        </p:spPr>
        <p:txBody>
          <a:bodyPr/>
          <a:lstStyle>
            <a:lvl1pPr marL="0" indent="0">
              <a:buFontTx/>
              <a:buNone/>
              <a:defRPr sz="21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75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706808" y="539497"/>
            <a:ext cx="2190343" cy="230832"/>
          </a:xfrm>
          <a:prstGeom prst="rect">
            <a:avLst/>
          </a:prstGeom>
          <a:noFill/>
        </p:spPr>
        <p:txBody>
          <a:bodyPr wrap="none" lIns="68580" tIns="34290" rIns="68580" bIns="34290" rtlCol="0" anchor="t" anchorCtr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solidFill>
                  <a:srgbClr val="0039A6"/>
                </a:solidFill>
              </a:rPr>
              <a:t>Engineering, Test &amp; Technology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795" y="804866"/>
            <a:ext cx="2743200" cy="49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888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2"/>
            <a:ext cx="10972800" cy="2954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4"/>
            <a:ext cx="10972800" cy="233141"/>
          </a:xfrm>
        </p:spPr>
        <p:txBody>
          <a:bodyPr tIns="45720"/>
          <a:lstStyle>
            <a:lvl1pPr>
              <a:buNone/>
              <a:defRPr sz="135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sz="75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633984" y="1572770"/>
            <a:ext cx="10972800" cy="872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339504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z="75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983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2"/>
            <a:ext cx="10972800" cy="2954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4"/>
            <a:ext cx="10972800" cy="233141"/>
          </a:xfrm>
        </p:spPr>
        <p:txBody>
          <a:bodyPr tIns="45720"/>
          <a:lstStyle>
            <a:lvl1pPr>
              <a:buNone/>
              <a:defRPr sz="135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sz="75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908970" y="6045312"/>
            <a:ext cx="8374063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1694485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75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11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75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6636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2"/>
            <a:ext cx="10972800" cy="2954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4"/>
            <a:ext cx="10972800" cy="233141"/>
          </a:xfrm>
        </p:spPr>
        <p:txBody>
          <a:bodyPr tIns="45720"/>
          <a:lstStyle>
            <a:lvl1pPr>
              <a:buNone/>
              <a:defRPr sz="135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sz="75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3602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2954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486400" cy="872547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1600202"/>
            <a:ext cx="5120640" cy="872547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4"/>
            <a:ext cx="10972800" cy="233141"/>
          </a:xfrm>
        </p:spPr>
        <p:txBody>
          <a:bodyPr tIns="45720"/>
          <a:lstStyle>
            <a:lvl1pPr>
              <a:buNone/>
              <a:defRPr sz="135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sz="75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6848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, Subtitl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2954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486400" cy="872547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1600202"/>
            <a:ext cx="5120640" cy="872547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4"/>
            <a:ext cx="10972800" cy="233141"/>
          </a:xfrm>
        </p:spPr>
        <p:txBody>
          <a:bodyPr tIns="45720"/>
          <a:lstStyle>
            <a:lvl1pPr>
              <a:buNone/>
              <a:defRPr sz="135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sz="75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908970" y="6045312"/>
            <a:ext cx="8374063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30955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486400" cy="872547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1600202"/>
            <a:ext cx="5120640" cy="872547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75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739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+ stop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2"/>
            <a:ext cx="10972800" cy="2954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05740" indent="-205740">
              <a:buFontTx/>
              <a:buBlip>
                <a:blip r:embed="rId2"/>
              </a:buBlip>
              <a:defRPr/>
            </a:lvl1pPr>
            <a:lvl2pPr marL="342900" indent="-137160">
              <a:defRPr/>
            </a:lvl2pPr>
            <a:lvl3pPr marL="480060" indent="-138113">
              <a:defRPr/>
            </a:lvl3pPr>
            <a:lvl4pPr marL="617220" indent="-13716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4"/>
            <a:ext cx="10972800" cy="233141"/>
          </a:xfrm>
        </p:spPr>
        <p:txBody>
          <a:bodyPr tIns="45720"/>
          <a:lstStyle>
            <a:lvl1pPr>
              <a:buNone/>
              <a:defRPr sz="135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19360" y="777240"/>
            <a:ext cx="426720" cy="292608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47680" y="777240"/>
            <a:ext cx="426720" cy="29260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solidFill>
                  <a:sysClr val="windowText" lastClr="000000"/>
                </a:solidFill>
              </a:rPr>
              <a:t>Y</a:t>
            </a:r>
          </a:p>
        </p:txBody>
      </p:sp>
      <p:sp>
        <p:nvSpPr>
          <p:cNvPr id="9" name="Rectangle 8"/>
          <p:cNvSpPr/>
          <p:nvPr/>
        </p:nvSpPr>
        <p:spPr>
          <a:xfrm>
            <a:off x="11176000" y="777240"/>
            <a:ext cx="426720" cy="2926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17760" y="556263"/>
            <a:ext cx="1717040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750" dirty="0" err="1">
                <a:solidFill>
                  <a:srgbClr val="000000"/>
                </a:solidFill>
              </a:rPr>
              <a:t>Prev</a:t>
            </a:r>
            <a:r>
              <a:rPr lang="en-US" sz="750" dirty="0">
                <a:solidFill>
                  <a:srgbClr val="000000"/>
                </a:solidFill>
              </a:rPr>
              <a:t> | </a:t>
            </a:r>
            <a:r>
              <a:rPr lang="en-US" sz="750" dirty="0" err="1">
                <a:solidFill>
                  <a:srgbClr val="000000"/>
                </a:solidFill>
              </a:rPr>
              <a:t>Curr</a:t>
            </a:r>
            <a:r>
              <a:rPr lang="en-US" sz="750" dirty="0">
                <a:solidFill>
                  <a:srgbClr val="000000"/>
                </a:solidFill>
              </a:rPr>
              <a:t>       YE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sz="75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6728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and Content + nav butt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2"/>
            <a:ext cx="10972800" cy="2954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05740" indent="-205740">
              <a:buFontTx/>
              <a:buBlip>
                <a:blip r:embed="rId2"/>
              </a:buBlip>
              <a:defRPr/>
            </a:lvl1pPr>
            <a:lvl2pPr marL="342900" indent="-137160">
              <a:defRPr/>
            </a:lvl2pPr>
            <a:lvl3pPr marL="480060" indent="-138113">
              <a:defRPr/>
            </a:lvl3pPr>
            <a:lvl4pPr marL="617220" indent="-13716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4"/>
            <a:ext cx="10972800" cy="233141"/>
          </a:xfrm>
        </p:spPr>
        <p:txBody>
          <a:bodyPr tIns="45720"/>
          <a:lstStyle>
            <a:lvl1pPr>
              <a:buNone/>
              <a:defRPr sz="135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Action Button: Back or Previous 10">
            <a:hlinkClick r:id="" action="ppaction://hlinkshowjump?jump=previousslide" highlightClick="1"/>
          </p:cNvPr>
          <p:cNvSpPr/>
          <p:nvPr/>
        </p:nvSpPr>
        <p:spPr>
          <a:xfrm>
            <a:off x="10728960" y="320040"/>
            <a:ext cx="243840" cy="182880"/>
          </a:xfrm>
          <a:prstGeom prst="actionButtonBackPrevious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12" name="Action Button: Forward or Next 11">
            <a:hlinkClick r:id="" action="ppaction://hlinkshowjump?jump=nextslide" highlightClick="1"/>
          </p:cNvPr>
          <p:cNvSpPr/>
          <p:nvPr/>
        </p:nvSpPr>
        <p:spPr>
          <a:xfrm>
            <a:off x="11326368" y="320040"/>
            <a:ext cx="243840" cy="182880"/>
          </a:xfrm>
          <a:prstGeom prst="actionButtonForwardNex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13" name="Action Button: Home 12">
            <a:hlinkClick r:id="" action="ppaction://hlinkshowjump?jump=firstslide" highlightClick="1"/>
          </p:cNvPr>
          <p:cNvSpPr/>
          <p:nvPr/>
        </p:nvSpPr>
        <p:spPr>
          <a:xfrm>
            <a:off x="11021568" y="320040"/>
            <a:ext cx="243840" cy="182880"/>
          </a:xfrm>
          <a:prstGeom prst="actionButtonHom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sz="75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1814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2"/>
            <a:ext cx="10972800" cy="2954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4"/>
            <a:ext cx="10972800" cy="233141"/>
          </a:xfrm>
        </p:spPr>
        <p:txBody>
          <a:bodyPr tIns="45720"/>
          <a:lstStyle>
            <a:lvl1pPr>
              <a:buNone/>
              <a:defRPr sz="135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9600" y="1600202"/>
            <a:ext cx="10972800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sz="75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272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Picture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2"/>
            <a:ext cx="10972800" cy="2954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4"/>
            <a:ext cx="10972800" cy="233141"/>
          </a:xfrm>
        </p:spPr>
        <p:txBody>
          <a:bodyPr tIns="45720"/>
          <a:lstStyle>
            <a:lvl1pPr>
              <a:buNone/>
              <a:defRPr sz="135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9600" y="1600202"/>
            <a:ext cx="10972800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sz="75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4574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with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2954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600202"/>
            <a:ext cx="5449824" cy="872547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4"/>
            <a:ext cx="10972800" cy="233141"/>
          </a:xfrm>
        </p:spPr>
        <p:txBody>
          <a:bodyPr tIns="45720"/>
          <a:lstStyle>
            <a:lvl1pPr>
              <a:buNone/>
              <a:defRPr sz="135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9600" y="1600202"/>
            <a:ext cx="5364480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609600" y="4160522"/>
            <a:ext cx="5364480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sz="75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6951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Content, two pictures,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2954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600202"/>
            <a:ext cx="5449824" cy="872547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4"/>
            <a:ext cx="10972800" cy="233141"/>
          </a:xfrm>
        </p:spPr>
        <p:txBody>
          <a:bodyPr tIns="45720"/>
          <a:lstStyle>
            <a:lvl1pPr>
              <a:buNone/>
              <a:defRPr sz="135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9600" y="1600202"/>
            <a:ext cx="5364480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609600" y="3867914"/>
            <a:ext cx="5364480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sz="75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1908970" y="6045312"/>
            <a:ext cx="8374063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2506029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Rt content with one pi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2954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600202"/>
            <a:ext cx="5449824" cy="872547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4"/>
            <a:ext cx="10972800" cy="233141"/>
          </a:xfrm>
        </p:spPr>
        <p:txBody>
          <a:bodyPr tIns="45720"/>
          <a:lstStyle>
            <a:lvl1pPr>
              <a:buNone/>
              <a:defRPr sz="135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9600" y="1600202"/>
            <a:ext cx="5364480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sz="75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20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Lft content with 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2954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600202"/>
            <a:ext cx="5486400" cy="872547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4"/>
            <a:ext cx="10972800" cy="233141"/>
          </a:xfrm>
        </p:spPr>
        <p:txBody>
          <a:bodyPr tIns="45720"/>
          <a:lstStyle>
            <a:lvl1pPr>
              <a:buNone/>
              <a:defRPr sz="135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242304" y="1600202"/>
            <a:ext cx="5364480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3820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Lft Content with one pic and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2954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600202"/>
            <a:ext cx="5486400" cy="872547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4"/>
            <a:ext cx="10972800" cy="233141"/>
          </a:xfrm>
        </p:spPr>
        <p:txBody>
          <a:bodyPr tIns="45720"/>
          <a:lstStyle>
            <a:lvl1pPr>
              <a:buNone/>
              <a:defRPr sz="135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242304" y="1600202"/>
            <a:ext cx="5364480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sz="75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1908970" y="6045312"/>
            <a:ext cx="8374063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2414452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Lft content with 2 screen cap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2954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600202"/>
            <a:ext cx="6705600" cy="872547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4"/>
            <a:ext cx="10972800" cy="233141"/>
          </a:xfrm>
        </p:spPr>
        <p:txBody>
          <a:bodyPr tIns="45720"/>
          <a:lstStyle>
            <a:lvl1pPr>
              <a:buNone/>
              <a:defRPr sz="135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388352" y="1600202"/>
            <a:ext cx="4230624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7388352" y="4160522"/>
            <a:ext cx="4230624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sz="75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1908970" y="6045312"/>
            <a:ext cx="8374063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3207139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Lft Content, 2 screen captures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2954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600202"/>
            <a:ext cx="6705600" cy="872547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4"/>
            <a:ext cx="10972800" cy="233141"/>
          </a:xfrm>
        </p:spPr>
        <p:txBody>
          <a:bodyPr tIns="45720"/>
          <a:lstStyle>
            <a:lvl1pPr>
              <a:buNone/>
              <a:defRPr sz="135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705344" y="1600202"/>
            <a:ext cx="3901440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7705344" y="3867914"/>
            <a:ext cx="3901440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sz="75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1908970" y="6045312"/>
            <a:ext cx="8374063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2112554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with head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2"/>
            <a:ext cx="10972800" cy="2954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931921"/>
            <a:ext cx="10972800" cy="8725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4"/>
            <a:ext cx="10972800" cy="233141"/>
          </a:xfrm>
        </p:spPr>
        <p:txBody>
          <a:bodyPr tIns="45720"/>
          <a:lstStyle>
            <a:lvl1pPr>
              <a:buNone/>
              <a:defRPr sz="135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09601" y="1600202"/>
            <a:ext cx="10972800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0010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header image,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2"/>
            <a:ext cx="10972800" cy="2954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931921"/>
            <a:ext cx="10972800" cy="8725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4"/>
            <a:ext cx="10972800" cy="233141"/>
          </a:xfrm>
        </p:spPr>
        <p:txBody>
          <a:bodyPr tIns="45720"/>
          <a:lstStyle>
            <a:lvl1pPr>
              <a:buNone/>
              <a:defRPr sz="135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09600" y="1600202"/>
            <a:ext cx="10972800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sz="75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1908970" y="6045312"/>
            <a:ext cx="8374063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799355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2"/>
            <a:ext cx="10972800" cy="2954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6" y="2542033"/>
            <a:ext cx="2389632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4"/>
            <a:ext cx="10972800" cy="233141"/>
          </a:xfrm>
        </p:spPr>
        <p:txBody>
          <a:bodyPr tIns="45720"/>
          <a:lstStyle>
            <a:lvl1pPr>
              <a:buNone/>
              <a:defRPr sz="135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585216" y="1371600"/>
            <a:ext cx="2401824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585216" y="4334257"/>
            <a:ext cx="2389632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585216" y="3145536"/>
            <a:ext cx="2401824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6"/>
          </p:nvPr>
        </p:nvSpPr>
        <p:spPr>
          <a:xfrm>
            <a:off x="597408" y="6099049"/>
            <a:ext cx="2389632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585216" y="4928616"/>
            <a:ext cx="2401824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Content Placeholder 2"/>
          <p:cNvSpPr>
            <a:spLocks noGrp="1"/>
          </p:cNvSpPr>
          <p:nvPr>
            <p:ph idx="18"/>
          </p:nvPr>
        </p:nvSpPr>
        <p:spPr>
          <a:xfrm>
            <a:off x="3462528" y="2542033"/>
            <a:ext cx="2389632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3462528" y="1371600"/>
            <a:ext cx="2401824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idx="20"/>
          </p:nvPr>
        </p:nvSpPr>
        <p:spPr>
          <a:xfrm>
            <a:off x="3462528" y="4334257"/>
            <a:ext cx="2389632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3462528" y="3145536"/>
            <a:ext cx="2401824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idx="22"/>
          </p:nvPr>
        </p:nvSpPr>
        <p:spPr>
          <a:xfrm>
            <a:off x="3462528" y="6099049"/>
            <a:ext cx="2389632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3462528" y="4928616"/>
            <a:ext cx="2401824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2"/>
          <p:cNvSpPr>
            <a:spLocks noGrp="1"/>
          </p:cNvSpPr>
          <p:nvPr>
            <p:ph idx="24"/>
          </p:nvPr>
        </p:nvSpPr>
        <p:spPr>
          <a:xfrm>
            <a:off x="6327648" y="2542033"/>
            <a:ext cx="2389632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7"/>
          <p:cNvSpPr>
            <a:spLocks noGrp="1"/>
          </p:cNvSpPr>
          <p:nvPr>
            <p:ph type="pic" sz="quarter" idx="25"/>
          </p:nvPr>
        </p:nvSpPr>
        <p:spPr>
          <a:xfrm>
            <a:off x="6327648" y="1371600"/>
            <a:ext cx="2401824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Content Placeholder 2"/>
          <p:cNvSpPr>
            <a:spLocks noGrp="1"/>
          </p:cNvSpPr>
          <p:nvPr>
            <p:ph idx="26"/>
          </p:nvPr>
        </p:nvSpPr>
        <p:spPr>
          <a:xfrm>
            <a:off x="6327648" y="4334257"/>
            <a:ext cx="2389632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7"/>
          <p:cNvSpPr>
            <a:spLocks noGrp="1"/>
          </p:cNvSpPr>
          <p:nvPr>
            <p:ph type="pic" sz="quarter" idx="27"/>
          </p:nvPr>
        </p:nvSpPr>
        <p:spPr>
          <a:xfrm>
            <a:off x="6327648" y="3145536"/>
            <a:ext cx="2401824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Content Placeholder 2"/>
          <p:cNvSpPr>
            <a:spLocks noGrp="1"/>
          </p:cNvSpPr>
          <p:nvPr>
            <p:ph idx="28"/>
          </p:nvPr>
        </p:nvSpPr>
        <p:spPr>
          <a:xfrm>
            <a:off x="6327648" y="6099049"/>
            <a:ext cx="2389632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7"/>
          <p:cNvSpPr>
            <a:spLocks noGrp="1"/>
          </p:cNvSpPr>
          <p:nvPr>
            <p:ph type="pic" sz="quarter" idx="29"/>
          </p:nvPr>
        </p:nvSpPr>
        <p:spPr>
          <a:xfrm>
            <a:off x="6327648" y="4928616"/>
            <a:ext cx="2401824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Content Placeholder 2"/>
          <p:cNvSpPr>
            <a:spLocks noGrp="1"/>
          </p:cNvSpPr>
          <p:nvPr>
            <p:ph idx="30"/>
          </p:nvPr>
        </p:nvSpPr>
        <p:spPr>
          <a:xfrm>
            <a:off x="9192768" y="2542033"/>
            <a:ext cx="2389632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9192768" y="1371600"/>
            <a:ext cx="2401824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Content Placeholder 2"/>
          <p:cNvSpPr>
            <a:spLocks noGrp="1"/>
          </p:cNvSpPr>
          <p:nvPr>
            <p:ph idx="32"/>
          </p:nvPr>
        </p:nvSpPr>
        <p:spPr>
          <a:xfrm>
            <a:off x="9192768" y="4334257"/>
            <a:ext cx="2389632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7"/>
          <p:cNvSpPr>
            <a:spLocks noGrp="1"/>
          </p:cNvSpPr>
          <p:nvPr>
            <p:ph type="pic" sz="quarter" idx="33"/>
          </p:nvPr>
        </p:nvSpPr>
        <p:spPr>
          <a:xfrm>
            <a:off x="9192768" y="3145536"/>
            <a:ext cx="2401824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Content Placeholder 2"/>
          <p:cNvSpPr>
            <a:spLocks noGrp="1"/>
          </p:cNvSpPr>
          <p:nvPr>
            <p:ph idx="34"/>
          </p:nvPr>
        </p:nvSpPr>
        <p:spPr>
          <a:xfrm>
            <a:off x="9192768" y="6099049"/>
            <a:ext cx="2389632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9192768" y="4928616"/>
            <a:ext cx="2401824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r>
              <a:rPr lang="en-US" sz="75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7092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picture layout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2"/>
            <a:ext cx="10972800" cy="2954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6" y="2286001"/>
            <a:ext cx="2389632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4"/>
            <a:ext cx="10972800" cy="233141"/>
          </a:xfrm>
        </p:spPr>
        <p:txBody>
          <a:bodyPr tIns="45720"/>
          <a:lstStyle>
            <a:lvl1pPr>
              <a:buNone/>
              <a:defRPr sz="135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21792" y="1124712"/>
            <a:ext cx="2401824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585216" y="3968497"/>
            <a:ext cx="2389632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585216" y="2807208"/>
            <a:ext cx="2401824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6"/>
          </p:nvPr>
        </p:nvSpPr>
        <p:spPr>
          <a:xfrm>
            <a:off x="597408" y="5650993"/>
            <a:ext cx="2389632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585216" y="4489704"/>
            <a:ext cx="2401824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Content Placeholder 2"/>
          <p:cNvSpPr>
            <a:spLocks noGrp="1"/>
          </p:cNvSpPr>
          <p:nvPr>
            <p:ph idx="18"/>
          </p:nvPr>
        </p:nvSpPr>
        <p:spPr>
          <a:xfrm>
            <a:off x="3462528" y="2286001"/>
            <a:ext cx="2389632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3462528" y="1124712"/>
            <a:ext cx="2401824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idx="20"/>
          </p:nvPr>
        </p:nvSpPr>
        <p:spPr>
          <a:xfrm>
            <a:off x="3462528" y="3968497"/>
            <a:ext cx="2389632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3462528" y="2807208"/>
            <a:ext cx="2401824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idx="22"/>
          </p:nvPr>
        </p:nvSpPr>
        <p:spPr>
          <a:xfrm>
            <a:off x="3462528" y="5650993"/>
            <a:ext cx="2389632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3462528" y="4489704"/>
            <a:ext cx="2401824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2"/>
          <p:cNvSpPr>
            <a:spLocks noGrp="1"/>
          </p:cNvSpPr>
          <p:nvPr>
            <p:ph idx="24"/>
          </p:nvPr>
        </p:nvSpPr>
        <p:spPr>
          <a:xfrm>
            <a:off x="6327648" y="2286001"/>
            <a:ext cx="2389632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7"/>
          <p:cNvSpPr>
            <a:spLocks noGrp="1"/>
          </p:cNvSpPr>
          <p:nvPr>
            <p:ph type="pic" sz="quarter" idx="25"/>
          </p:nvPr>
        </p:nvSpPr>
        <p:spPr>
          <a:xfrm>
            <a:off x="6327648" y="1124712"/>
            <a:ext cx="2401824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Content Placeholder 2"/>
          <p:cNvSpPr>
            <a:spLocks noGrp="1"/>
          </p:cNvSpPr>
          <p:nvPr>
            <p:ph idx="26"/>
          </p:nvPr>
        </p:nvSpPr>
        <p:spPr>
          <a:xfrm>
            <a:off x="6327648" y="3968497"/>
            <a:ext cx="2389632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7"/>
          <p:cNvSpPr>
            <a:spLocks noGrp="1"/>
          </p:cNvSpPr>
          <p:nvPr>
            <p:ph type="pic" sz="quarter" idx="27"/>
          </p:nvPr>
        </p:nvSpPr>
        <p:spPr>
          <a:xfrm>
            <a:off x="6327648" y="2807208"/>
            <a:ext cx="2401824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Content Placeholder 2"/>
          <p:cNvSpPr>
            <a:spLocks noGrp="1"/>
          </p:cNvSpPr>
          <p:nvPr>
            <p:ph idx="28"/>
          </p:nvPr>
        </p:nvSpPr>
        <p:spPr>
          <a:xfrm>
            <a:off x="6327648" y="5650993"/>
            <a:ext cx="2389632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7"/>
          <p:cNvSpPr>
            <a:spLocks noGrp="1"/>
          </p:cNvSpPr>
          <p:nvPr>
            <p:ph type="pic" sz="quarter" idx="29"/>
          </p:nvPr>
        </p:nvSpPr>
        <p:spPr>
          <a:xfrm>
            <a:off x="6327648" y="4489704"/>
            <a:ext cx="2401824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Content Placeholder 2"/>
          <p:cNvSpPr>
            <a:spLocks noGrp="1"/>
          </p:cNvSpPr>
          <p:nvPr>
            <p:ph idx="30"/>
          </p:nvPr>
        </p:nvSpPr>
        <p:spPr>
          <a:xfrm>
            <a:off x="9192768" y="2286001"/>
            <a:ext cx="2389632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9192768" y="1124712"/>
            <a:ext cx="2401824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Content Placeholder 2"/>
          <p:cNvSpPr>
            <a:spLocks noGrp="1"/>
          </p:cNvSpPr>
          <p:nvPr>
            <p:ph idx="32"/>
          </p:nvPr>
        </p:nvSpPr>
        <p:spPr>
          <a:xfrm>
            <a:off x="9192768" y="3968497"/>
            <a:ext cx="2389632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7"/>
          <p:cNvSpPr>
            <a:spLocks noGrp="1"/>
          </p:cNvSpPr>
          <p:nvPr>
            <p:ph type="pic" sz="quarter" idx="33"/>
          </p:nvPr>
        </p:nvSpPr>
        <p:spPr>
          <a:xfrm>
            <a:off x="9192768" y="2807208"/>
            <a:ext cx="2401824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Content Placeholder 2"/>
          <p:cNvSpPr>
            <a:spLocks noGrp="1"/>
          </p:cNvSpPr>
          <p:nvPr>
            <p:ph idx="34"/>
          </p:nvPr>
        </p:nvSpPr>
        <p:spPr>
          <a:xfrm>
            <a:off x="9192768" y="5650993"/>
            <a:ext cx="2389632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9192768" y="4489704"/>
            <a:ext cx="2401824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r>
              <a:rPr lang="en-US" sz="75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3" name="Text Placeholder 8"/>
          <p:cNvSpPr>
            <a:spLocks noGrp="1"/>
          </p:cNvSpPr>
          <p:nvPr>
            <p:ph type="body" sz="quarter" idx="39" hasCustomPrompt="1"/>
          </p:nvPr>
        </p:nvSpPr>
        <p:spPr>
          <a:xfrm>
            <a:off x="1908970" y="6045312"/>
            <a:ext cx="8374063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835167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ecutiv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2954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362457"/>
            <a:ext cx="6705600" cy="872547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4"/>
            <a:ext cx="10972800" cy="233141"/>
          </a:xfrm>
        </p:spPr>
        <p:txBody>
          <a:bodyPr tIns="45720"/>
          <a:lstStyle>
            <a:lvl1pPr>
              <a:buNone/>
              <a:defRPr sz="135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8607552" y="1371602"/>
            <a:ext cx="2999232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8607552" y="3145538"/>
            <a:ext cx="2999232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8607552" y="4928618"/>
            <a:ext cx="2999232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sz="75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6487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2"/>
            <a:ext cx="10972800" cy="2954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624329"/>
            <a:ext cx="2767584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4"/>
            <a:ext cx="10972800" cy="233141"/>
          </a:xfrm>
        </p:spPr>
        <p:txBody>
          <a:bodyPr tIns="45720"/>
          <a:lstStyle>
            <a:lvl1pPr>
              <a:buNone/>
              <a:defRPr sz="135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21792" y="1234441"/>
            <a:ext cx="2755392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Content Placeholder 2"/>
          <p:cNvSpPr>
            <a:spLocks noGrp="1"/>
          </p:cNvSpPr>
          <p:nvPr>
            <p:ph idx="18"/>
          </p:nvPr>
        </p:nvSpPr>
        <p:spPr>
          <a:xfrm>
            <a:off x="4718304" y="2624329"/>
            <a:ext cx="2767584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730496" y="1234441"/>
            <a:ext cx="2755392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Content Placeholder 2"/>
          <p:cNvSpPr>
            <a:spLocks noGrp="1"/>
          </p:cNvSpPr>
          <p:nvPr>
            <p:ph idx="20"/>
          </p:nvPr>
        </p:nvSpPr>
        <p:spPr>
          <a:xfrm>
            <a:off x="8839200" y="2624329"/>
            <a:ext cx="2767584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8839200" y="1234441"/>
            <a:ext cx="2755392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Content Placeholder 2"/>
          <p:cNvSpPr>
            <a:spLocks noGrp="1"/>
          </p:cNvSpPr>
          <p:nvPr>
            <p:ph idx="22"/>
          </p:nvPr>
        </p:nvSpPr>
        <p:spPr>
          <a:xfrm>
            <a:off x="609600" y="4407409"/>
            <a:ext cx="2767584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621792" y="3008377"/>
            <a:ext cx="2755392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Content Placeholder 2"/>
          <p:cNvSpPr>
            <a:spLocks noGrp="1"/>
          </p:cNvSpPr>
          <p:nvPr>
            <p:ph idx="28"/>
          </p:nvPr>
        </p:nvSpPr>
        <p:spPr>
          <a:xfrm>
            <a:off x="609600" y="6181345"/>
            <a:ext cx="2767584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7"/>
          <p:cNvSpPr>
            <a:spLocks noGrp="1"/>
          </p:cNvSpPr>
          <p:nvPr>
            <p:ph type="pic" sz="quarter" idx="29"/>
          </p:nvPr>
        </p:nvSpPr>
        <p:spPr>
          <a:xfrm>
            <a:off x="621792" y="4791457"/>
            <a:ext cx="2755392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Content Placeholder 2"/>
          <p:cNvSpPr>
            <a:spLocks noGrp="1"/>
          </p:cNvSpPr>
          <p:nvPr>
            <p:ph idx="30"/>
          </p:nvPr>
        </p:nvSpPr>
        <p:spPr>
          <a:xfrm>
            <a:off x="4730496" y="4407409"/>
            <a:ext cx="2767584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4730496" y="3008377"/>
            <a:ext cx="2755392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Content Placeholder 2"/>
          <p:cNvSpPr>
            <a:spLocks noGrp="1"/>
          </p:cNvSpPr>
          <p:nvPr>
            <p:ph idx="32"/>
          </p:nvPr>
        </p:nvSpPr>
        <p:spPr>
          <a:xfrm>
            <a:off x="4730496" y="6181345"/>
            <a:ext cx="2767584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Picture Placeholder 7"/>
          <p:cNvSpPr>
            <a:spLocks noGrp="1"/>
          </p:cNvSpPr>
          <p:nvPr>
            <p:ph type="pic" sz="quarter" idx="33"/>
          </p:nvPr>
        </p:nvSpPr>
        <p:spPr>
          <a:xfrm>
            <a:off x="4730496" y="4791457"/>
            <a:ext cx="2755392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Content Placeholder 2"/>
          <p:cNvSpPr>
            <a:spLocks noGrp="1"/>
          </p:cNvSpPr>
          <p:nvPr>
            <p:ph idx="34"/>
          </p:nvPr>
        </p:nvSpPr>
        <p:spPr>
          <a:xfrm>
            <a:off x="8839200" y="4407409"/>
            <a:ext cx="2767584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8839200" y="3008377"/>
            <a:ext cx="2755392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Content Placeholder 2"/>
          <p:cNvSpPr>
            <a:spLocks noGrp="1"/>
          </p:cNvSpPr>
          <p:nvPr>
            <p:ph idx="36"/>
          </p:nvPr>
        </p:nvSpPr>
        <p:spPr>
          <a:xfrm>
            <a:off x="8839200" y="6181345"/>
            <a:ext cx="2767584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Picture Placeholder 7"/>
          <p:cNvSpPr>
            <a:spLocks noGrp="1"/>
          </p:cNvSpPr>
          <p:nvPr>
            <p:ph type="pic" sz="quarter" idx="37"/>
          </p:nvPr>
        </p:nvSpPr>
        <p:spPr>
          <a:xfrm>
            <a:off x="8839200" y="4791457"/>
            <a:ext cx="2755392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r>
              <a:rPr lang="en-US" sz="75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59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picture layout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2"/>
            <a:ext cx="10972800" cy="2954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340865"/>
            <a:ext cx="2767584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4"/>
            <a:ext cx="10972800" cy="233141"/>
          </a:xfrm>
        </p:spPr>
        <p:txBody>
          <a:bodyPr tIns="45720"/>
          <a:lstStyle>
            <a:lvl1pPr>
              <a:buNone/>
              <a:defRPr sz="135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21792" y="1060705"/>
            <a:ext cx="2755392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Content Placeholder 2"/>
          <p:cNvSpPr>
            <a:spLocks noGrp="1"/>
          </p:cNvSpPr>
          <p:nvPr>
            <p:ph idx="18"/>
          </p:nvPr>
        </p:nvSpPr>
        <p:spPr>
          <a:xfrm>
            <a:off x="4718304" y="2340865"/>
            <a:ext cx="2767584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730496" y="1060705"/>
            <a:ext cx="2755392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Content Placeholder 2"/>
          <p:cNvSpPr>
            <a:spLocks noGrp="1"/>
          </p:cNvSpPr>
          <p:nvPr>
            <p:ph idx="20"/>
          </p:nvPr>
        </p:nvSpPr>
        <p:spPr>
          <a:xfrm>
            <a:off x="8839200" y="2340865"/>
            <a:ext cx="2767584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8839200" y="1060705"/>
            <a:ext cx="2755392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Content Placeholder 2"/>
          <p:cNvSpPr>
            <a:spLocks noGrp="1"/>
          </p:cNvSpPr>
          <p:nvPr>
            <p:ph idx="22"/>
          </p:nvPr>
        </p:nvSpPr>
        <p:spPr>
          <a:xfrm>
            <a:off x="609600" y="4123945"/>
            <a:ext cx="2767584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621792" y="2834641"/>
            <a:ext cx="2755392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Content Placeholder 2"/>
          <p:cNvSpPr>
            <a:spLocks noGrp="1"/>
          </p:cNvSpPr>
          <p:nvPr>
            <p:ph idx="28"/>
          </p:nvPr>
        </p:nvSpPr>
        <p:spPr>
          <a:xfrm>
            <a:off x="609600" y="5897881"/>
            <a:ext cx="2767584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7"/>
          <p:cNvSpPr>
            <a:spLocks noGrp="1"/>
          </p:cNvSpPr>
          <p:nvPr>
            <p:ph type="pic" sz="quarter" idx="29"/>
          </p:nvPr>
        </p:nvSpPr>
        <p:spPr>
          <a:xfrm>
            <a:off x="621792" y="4617721"/>
            <a:ext cx="2755392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Content Placeholder 2"/>
          <p:cNvSpPr>
            <a:spLocks noGrp="1"/>
          </p:cNvSpPr>
          <p:nvPr>
            <p:ph idx="30"/>
          </p:nvPr>
        </p:nvSpPr>
        <p:spPr>
          <a:xfrm>
            <a:off x="4730496" y="4123945"/>
            <a:ext cx="2767584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4730496" y="2834641"/>
            <a:ext cx="2755392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Content Placeholder 2"/>
          <p:cNvSpPr>
            <a:spLocks noGrp="1"/>
          </p:cNvSpPr>
          <p:nvPr>
            <p:ph idx="32"/>
          </p:nvPr>
        </p:nvSpPr>
        <p:spPr>
          <a:xfrm>
            <a:off x="4730496" y="5897881"/>
            <a:ext cx="2767584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Picture Placeholder 7"/>
          <p:cNvSpPr>
            <a:spLocks noGrp="1"/>
          </p:cNvSpPr>
          <p:nvPr>
            <p:ph type="pic" sz="quarter" idx="33"/>
          </p:nvPr>
        </p:nvSpPr>
        <p:spPr>
          <a:xfrm>
            <a:off x="4730496" y="4617721"/>
            <a:ext cx="2755392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Content Placeholder 2"/>
          <p:cNvSpPr>
            <a:spLocks noGrp="1"/>
          </p:cNvSpPr>
          <p:nvPr>
            <p:ph idx="34"/>
          </p:nvPr>
        </p:nvSpPr>
        <p:spPr>
          <a:xfrm>
            <a:off x="8839200" y="4123945"/>
            <a:ext cx="2767584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8839200" y="2834641"/>
            <a:ext cx="2755392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Content Placeholder 2"/>
          <p:cNvSpPr>
            <a:spLocks noGrp="1"/>
          </p:cNvSpPr>
          <p:nvPr>
            <p:ph idx="36"/>
          </p:nvPr>
        </p:nvSpPr>
        <p:spPr>
          <a:xfrm>
            <a:off x="8839200" y="5897881"/>
            <a:ext cx="2767584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Picture Placeholder 7"/>
          <p:cNvSpPr>
            <a:spLocks noGrp="1"/>
          </p:cNvSpPr>
          <p:nvPr>
            <p:ph type="pic" sz="quarter" idx="37"/>
          </p:nvPr>
        </p:nvSpPr>
        <p:spPr>
          <a:xfrm>
            <a:off x="8839200" y="4617721"/>
            <a:ext cx="2755392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r>
              <a:rPr lang="en-US" sz="75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26" name="Text Placeholder 8"/>
          <p:cNvSpPr>
            <a:spLocks noGrp="1"/>
          </p:cNvSpPr>
          <p:nvPr>
            <p:ph type="body" sz="quarter" idx="41" hasCustomPrompt="1"/>
          </p:nvPr>
        </p:nvSpPr>
        <p:spPr>
          <a:xfrm>
            <a:off x="1908970" y="6079429"/>
            <a:ext cx="8374063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1023918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2"/>
            <a:ext cx="10972800" cy="2954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063241"/>
            <a:ext cx="2767584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4"/>
            <a:ext cx="10972800" cy="233141"/>
          </a:xfrm>
        </p:spPr>
        <p:txBody>
          <a:bodyPr tIns="45720"/>
          <a:lstStyle>
            <a:lvl1pPr>
              <a:buNone/>
              <a:defRPr sz="135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21792" y="1600201"/>
            <a:ext cx="2755392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Content Placeholder 2"/>
          <p:cNvSpPr>
            <a:spLocks noGrp="1"/>
          </p:cNvSpPr>
          <p:nvPr>
            <p:ph idx="18"/>
          </p:nvPr>
        </p:nvSpPr>
        <p:spPr>
          <a:xfrm>
            <a:off x="4718304" y="3063241"/>
            <a:ext cx="2767584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730496" y="1600201"/>
            <a:ext cx="2755392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Content Placeholder 2"/>
          <p:cNvSpPr>
            <a:spLocks noGrp="1"/>
          </p:cNvSpPr>
          <p:nvPr>
            <p:ph idx="20"/>
          </p:nvPr>
        </p:nvSpPr>
        <p:spPr>
          <a:xfrm>
            <a:off x="8839200" y="3063241"/>
            <a:ext cx="2767584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8839200" y="1600201"/>
            <a:ext cx="2755392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Content Placeholder 2"/>
          <p:cNvSpPr>
            <a:spLocks noGrp="1"/>
          </p:cNvSpPr>
          <p:nvPr>
            <p:ph idx="22"/>
          </p:nvPr>
        </p:nvSpPr>
        <p:spPr>
          <a:xfrm>
            <a:off x="609600" y="5102353"/>
            <a:ext cx="2767584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621792" y="3648457"/>
            <a:ext cx="2755392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Content Placeholder 2"/>
          <p:cNvSpPr>
            <a:spLocks noGrp="1"/>
          </p:cNvSpPr>
          <p:nvPr>
            <p:ph idx="30"/>
          </p:nvPr>
        </p:nvSpPr>
        <p:spPr>
          <a:xfrm>
            <a:off x="4730496" y="5102353"/>
            <a:ext cx="2767584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4730496" y="3648457"/>
            <a:ext cx="2755392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Content Placeholder 2"/>
          <p:cNvSpPr>
            <a:spLocks noGrp="1"/>
          </p:cNvSpPr>
          <p:nvPr>
            <p:ph idx="34"/>
          </p:nvPr>
        </p:nvSpPr>
        <p:spPr>
          <a:xfrm>
            <a:off x="8839200" y="5102353"/>
            <a:ext cx="2767584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8839200" y="3648457"/>
            <a:ext cx="2755392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837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icture layout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2"/>
            <a:ext cx="10972800" cy="2954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063241"/>
            <a:ext cx="2767584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4"/>
            <a:ext cx="10972800" cy="233141"/>
          </a:xfrm>
        </p:spPr>
        <p:txBody>
          <a:bodyPr tIns="45720"/>
          <a:lstStyle>
            <a:lvl1pPr>
              <a:buNone/>
              <a:defRPr sz="135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21792" y="1600201"/>
            <a:ext cx="2755392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Content Placeholder 2"/>
          <p:cNvSpPr>
            <a:spLocks noGrp="1"/>
          </p:cNvSpPr>
          <p:nvPr>
            <p:ph idx="18"/>
          </p:nvPr>
        </p:nvSpPr>
        <p:spPr>
          <a:xfrm>
            <a:off x="4718304" y="3063241"/>
            <a:ext cx="2767584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730496" y="1600201"/>
            <a:ext cx="2755392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Content Placeholder 2"/>
          <p:cNvSpPr>
            <a:spLocks noGrp="1"/>
          </p:cNvSpPr>
          <p:nvPr>
            <p:ph idx="20"/>
          </p:nvPr>
        </p:nvSpPr>
        <p:spPr>
          <a:xfrm>
            <a:off x="8839200" y="3063241"/>
            <a:ext cx="2767584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8839200" y="1600201"/>
            <a:ext cx="2755392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Content Placeholder 2"/>
          <p:cNvSpPr>
            <a:spLocks noGrp="1"/>
          </p:cNvSpPr>
          <p:nvPr>
            <p:ph idx="22"/>
          </p:nvPr>
        </p:nvSpPr>
        <p:spPr>
          <a:xfrm>
            <a:off x="609600" y="5102353"/>
            <a:ext cx="2767584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621792" y="3648457"/>
            <a:ext cx="2755392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Content Placeholder 2"/>
          <p:cNvSpPr>
            <a:spLocks noGrp="1"/>
          </p:cNvSpPr>
          <p:nvPr>
            <p:ph idx="30"/>
          </p:nvPr>
        </p:nvSpPr>
        <p:spPr>
          <a:xfrm>
            <a:off x="4730496" y="5102353"/>
            <a:ext cx="2767584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4730496" y="3648457"/>
            <a:ext cx="2755392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Content Placeholder 2"/>
          <p:cNvSpPr>
            <a:spLocks noGrp="1"/>
          </p:cNvSpPr>
          <p:nvPr>
            <p:ph idx="34"/>
          </p:nvPr>
        </p:nvSpPr>
        <p:spPr>
          <a:xfrm>
            <a:off x="8839200" y="5102353"/>
            <a:ext cx="2767584" cy="93487"/>
          </a:xfrm>
        </p:spPr>
        <p:txBody>
          <a:bodyPr/>
          <a:lstStyle>
            <a:lvl1pPr algn="l">
              <a:defRPr sz="675" b="1"/>
            </a:lvl1pPr>
            <a:lvl2pPr marL="0" indent="0">
              <a:buNone/>
              <a:defRPr sz="675" b="0"/>
            </a:lvl2pPr>
            <a:lvl3pPr>
              <a:defRPr sz="675" b="0"/>
            </a:lvl3pPr>
            <a:lvl4pPr>
              <a:defRPr sz="675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8839200" y="3648457"/>
            <a:ext cx="2755392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782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Bottom Content with tw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2"/>
            <a:ext cx="10972800" cy="2954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352545"/>
            <a:ext cx="10972800" cy="8725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4"/>
            <a:ext cx="10972800" cy="233141"/>
          </a:xfrm>
        </p:spPr>
        <p:txBody>
          <a:bodyPr tIns="45720"/>
          <a:lstStyle>
            <a:lvl1pPr>
              <a:buNone/>
              <a:defRPr sz="135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09600" y="1600202"/>
            <a:ext cx="5364480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242304" y="1600202"/>
            <a:ext cx="5364480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sz="75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1197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Bottom Content with two image and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2"/>
            <a:ext cx="10972800" cy="2954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352545"/>
            <a:ext cx="10972800" cy="8725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4"/>
            <a:ext cx="10972800" cy="233141"/>
          </a:xfrm>
        </p:spPr>
        <p:txBody>
          <a:bodyPr tIns="45720"/>
          <a:lstStyle>
            <a:lvl1pPr>
              <a:buNone/>
              <a:defRPr sz="135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09600" y="1600202"/>
            <a:ext cx="5364480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242304" y="1600202"/>
            <a:ext cx="5364480" cy="20774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r>
              <a:rPr lang="en-US" sz="75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41" hasCustomPrompt="1"/>
          </p:nvPr>
        </p:nvSpPr>
        <p:spPr>
          <a:xfrm>
            <a:off x="1908970" y="6045312"/>
            <a:ext cx="8374063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406836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75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9430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sz="75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77853" y="356618"/>
            <a:ext cx="11008783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384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586319" y="6662919"/>
            <a:ext cx="2753783" cy="10618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6858" tIns="6858" rIns="6858" bIns="6858" anchor="b">
            <a:spAutoFit/>
          </a:bodyPr>
          <a:lstStyle/>
          <a:p>
            <a:pPr defTabSz="61555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600" dirty="0">
                <a:solidFill>
                  <a:srgbClr val="FFFFFF">
                    <a:lumMod val="50000"/>
                  </a:srgbClr>
                </a:solidFill>
              </a:rPr>
              <a:t>Copyright © 2020 Boeing. All rights reserved.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75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  <p:pic>
        <p:nvPicPr>
          <p:cNvPr id="4" name="Picture 5" descr="Boeing_RGBblue_largePPT"/>
          <p:cNvPicPr preferRelativeResize="0"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4461689" y="2838450"/>
            <a:ext cx="3193785" cy="822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09584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  <p:pic>
        <p:nvPicPr>
          <p:cNvPr id="5" name="Picture 5" descr="Boeing_RGBblue_largePPT"/>
          <p:cNvPicPr preferRelativeResize="0"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4448989" y="2927350"/>
            <a:ext cx="3193785" cy="822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83983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12 Content with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3"/>
          </p:nvPr>
        </p:nvSpPr>
        <p:spPr>
          <a:xfrm>
            <a:off x="6414655" y="1424710"/>
            <a:ext cx="5191029" cy="4972193"/>
          </a:xfrm>
          <a:effectLst/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20813"/>
            <a:ext cx="5444836" cy="4979987"/>
          </a:xfrm>
        </p:spPr>
        <p:txBody>
          <a:bodyPr>
            <a:noAutofit/>
          </a:bodyPr>
          <a:lstStyle>
            <a:lvl1pPr marL="228600" indent="-228600" algn="l">
              <a:lnSpc>
                <a:spcPct val="90000"/>
              </a:lnSpc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85800" indent="-228600">
              <a:lnSpc>
                <a:spcPct val="90000"/>
              </a:lnSpc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+mn-lt"/>
                <a:cs typeface="Arial" pitchFamily="34" charset="0"/>
              </a:defRPr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192024"/>
            <a:ext cx="10972800" cy="2954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609600" y="848892"/>
            <a:ext cx="10972800" cy="230832"/>
          </a:xfr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60417" y="6580188"/>
            <a:ext cx="2377016" cy="24606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" tIns="9144" rIns="9144" bIns="9144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000" dirty="0" smtClean="0">
                <a:solidFill>
                  <a:schemeClr val="bg2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srgbClr val="A5ACB0"/>
                </a:solidFill>
              </a:rPr>
              <a:t>| </a:t>
            </a:r>
            <a:fld id="{3AF800D0-192E-40A2-94B7-1EE7EEAB44D9}" type="slidenum">
              <a:rPr lang="en-US">
                <a:solidFill>
                  <a:srgbClr val="A5ACB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A5ACB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832102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0"/>
            <a:ext cx="12192000" cy="4585153"/>
          </a:xfrm>
          <a:prstGeom prst="rect">
            <a:avLst/>
          </a:prstGeom>
          <a:solidFill>
            <a:srgbClr val="0039A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</a:endParaRPr>
          </a:p>
        </p:txBody>
      </p:sp>
      <p:pic>
        <p:nvPicPr>
          <p:cNvPr id="264239" name="Picture 47" descr="Boeing_white_standar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7633" y="363539"/>
            <a:ext cx="2474384" cy="602376"/>
          </a:xfrm>
          <a:prstGeom prst="rect">
            <a:avLst/>
          </a:prstGeom>
          <a:noFill/>
        </p:spPr>
      </p:pic>
      <p:sp>
        <p:nvSpPr>
          <p:cNvPr id="264253" name="Rectangle 61"/>
          <p:cNvSpPr>
            <a:spLocks noChangeArrowheads="1"/>
          </p:cNvSpPr>
          <p:nvPr/>
        </p:nvSpPr>
        <p:spPr bwMode="auto">
          <a:xfrm>
            <a:off x="586318" y="6658300"/>
            <a:ext cx="2753783" cy="110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144" tIns="9144" rIns="9144" bIns="9144" anchor="b">
            <a:spAutoFit/>
          </a:bodyPr>
          <a:lstStyle/>
          <a:p>
            <a:pPr defTabSz="82073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600" dirty="0">
                <a:solidFill>
                  <a:srgbClr val="FFFFFF">
                    <a:lumMod val="50000"/>
                  </a:srgbClr>
                </a:solidFill>
              </a:rPr>
              <a:t>Copyright © 2024 Boeing. All rights reserved.</a:t>
            </a:r>
          </a:p>
        </p:txBody>
      </p:sp>
      <p:sp>
        <p:nvSpPr>
          <p:cNvPr id="62" name="Title 1"/>
          <p:cNvSpPr>
            <a:spLocks noGrp="1"/>
          </p:cNvSpPr>
          <p:nvPr>
            <p:ph type="ctrTitle" sz="quarter"/>
          </p:nvPr>
        </p:nvSpPr>
        <p:spPr>
          <a:xfrm>
            <a:off x="609600" y="2529450"/>
            <a:ext cx="10363200" cy="710964"/>
          </a:xfrm>
        </p:spPr>
        <p:txBody>
          <a:bodyPr anchor="ctr" anchorCtr="0"/>
          <a:lstStyle>
            <a:lvl1pPr>
              <a:defRPr sz="4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ubtitle 2"/>
          <p:cNvSpPr>
            <a:spLocks noGrp="1"/>
          </p:cNvSpPr>
          <p:nvPr>
            <p:ph type="subTitle" sz="quarter" idx="1"/>
          </p:nvPr>
        </p:nvSpPr>
        <p:spPr>
          <a:xfrm>
            <a:off x="609601" y="4637994"/>
            <a:ext cx="11002433" cy="387798"/>
          </a:xfrm>
        </p:spPr>
        <p:txBody>
          <a:bodyPr/>
          <a:lstStyle>
            <a:lvl1pPr marL="0" indent="0">
              <a:buFontTx/>
              <a:buNone/>
              <a:defRPr sz="2800" b="0">
                <a:solidFill>
                  <a:srgbClr val="788288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04548" y="539497"/>
            <a:ext cx="2889509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 anchorCtr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FFFFFF"/>
                </a:solidFill>
              </a:rPr>
              <a:t>Engineering, Test &amp; Technology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6489" y="808638"/>
            <a:ext cx="2745626" cy="55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609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4585155"/>
            <a:ext cx="12192000" cy="2272845"/>
          </a:xfrm>
          <a:prstGeom prst="rect">
            <a:avLst/>
          </a:prstGeom>
          <a:solidFill>
            <a:srgbClr val="0039A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</a:endParaRPr>
          </a:p>
        </p:txBody>
      </p:sp>
      <p:pic>
        <p:nvPicPr>
          <p:cNvPr id="13" name="Picture 53" descr="Boeing_RGBblue_standard"/>
          <p:cNvPicPr preferRelativeResize="0"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5518" y="361951"/>
            <a:ext cx="2451100" cy="534991"/>
          </a:xfrm>
          <a:prstGeom prst="rect">
            <a:avLst/>
          </a:prstGeom>
          <a:noFill/>
        </p:spPr>
      </p:pic>
      <p:sp>
        <p:nvSpPr>
          <p:cNvPr id="264253" name="Rectangle 61"/>
          <p:cNvSpPr>
            <a:spLocks noChangeArrowheads="1"/>
          </p:cNvSpPr>
          <p:nvPr/>
        </p:nvSpPr>
        <p:spPr bwMode="auto">
          <a:xfrm>
            <a:off x="586318" y="6658300"/>
            <a:ext cx="2753783" cy="110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144" tIns="9144" rIns="9144" bIns="9144" anchor="b">
            <a:spAutoFit/>
          </a:bodyPr>
          <a:lstStyle/>
          <a:p>
            <a:pPr defTabSz="82073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600" dirty="0">
                <a:solidFill>
                  <a:srgbClr val="FFFFFF">
                    <a:lumMod val="50000"/>
                  </a:srgbClr>
                </a:solidFill>
              </a:rPr>
              <a:t>Copyright © 2024 Boeing. All rights reserved.</a:t>
            </a:r>
          </a:p>
        </p:txBody>
      </p:sp>
      <p:sp>
        <p:nvSpPr>
          <p:cNvPr id="62" name="Title 1"/>
          <p:cNvSpPr>
            <a:spLocks noGrp="1"/>
          </p:cNvSpPr>
          <p:nvPr>
            <p:ph type="ctrTitle" sz="quarter"/>
          </p:nvPr>
        </p:nvSpPr>
        <p:spPr>
          <a:xfrm>
            <a:off x="609600" y="2529450"/>
            <a:ext cx="10363200" cy="710964"/>
          </a:xfrm>
        </p:spPr>
        <p:txBody>
          <a:bodyPr anchor="ctr" anchorCtr="0"/>
          <a:lstStyle>
            <a:lvl1pPr>
              <a:defRPr sz="48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ubtitle 2"/>
          <p:cNvSpPr>
            <a:spLocks noGrp="1"/>
          </p:cNvSpPr>
          <p:nvPr>
            <p:ph type="subTitle" sz="quarter" idx="1"/>
          </p:nvPr>
        </p:nvSpPr>
        <p:spPr>
          <a:xfrm>
            <a:off x="609601" y="4637994"/>
            <a:ext cx="11002433" cy="387798"/>
          </a:xfrm>
        </p:spPr>
        <p:txBody>
          <a:bodyPr/>
          <a:lstStyle>
            <a:lvl1pPr marL="0" indent="0">
              <a:buFontTx/>
              <a:buNone/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07641" y="539497"/>
            <a:ext cx="2889509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 anchorCtr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0039A6"/>
                </a:solidFill>
              </a:rPr>
              <a:t>Engineering, Test &amp; Technology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795" y="804864"/>
            <a:ext cx="2743200" cy="49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665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633984" y="1572768"/>
            <a:ext cx="10972800" cy="1163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74320" indent="-274320">
              <a:buFont typeface="Wingdings" panose="05000000000000000000" pitchFamily="2" charset="2"/>
              <a:buChar char="§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82816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7728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908969" y="6045312"/>
            <a:ext cx="8374062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501756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8012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5292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9760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8640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1600200"/>
            <a:ext cx="512064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4333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, Subtitl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8640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1600200"/>
            <a:ext cx="512064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908969" y="6045312"/>
            <a:ext cx="8374062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1711165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8640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1600200"/>
            <a:ext cx="512064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5791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+ stop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4320" indent="-274320">
              <a:buFontTx/>
              <a:buBlip>
                <a:blip r:embed="rId2"/>
              </a:buBlip>
              <a:defRPr/>
            </a:lvl1pPr>
            <a:lvl2pPr marL="457200" indent="-182880">
              <a:defRPr/>
            </a:lvl2pPr>
            <a:lvl3pPr marL="640080" indent="-184150">
              <a:defRPr/>
            </a:lvl3pPr>
            <a:lvl4pPr marL="822960" indent="-18288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19360" y="777240"/>
            <a:ext cx="426720" cy="292608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47680" y="777240"/>
            <a:ext cx="426720" cy="29260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ysClr val="windowText" lastClr="000000"/>
                </a:solidFill>
              </a:rPr>
              <a:t>Y</a:t>
            </a:r>
          </a:p>
        </p:txBody>
      </p:sp>
      <p:sp>
        <p:nvSpPr>
          <p:cNvPr id="9" name="Rectangle 8"/>
          <p:cNvSpPr/>
          <p:nvPr/>
        </p:nvSpPr>
        <p:spPr>
          <a:xfrm>
            <a:off x="11176000" y="777240"/>
            <a:ext cx="426720" cy="2926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17760" y="556261"/>
            <a:ext cx="1717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000" dirty="0" err="1">
                <a:solidFill>
                  <a:srgbClr val="000000"/>
                </a:solidFill>
              </a:rPr>
              <a:t>Prev</a:t>
            </a:r>
            <a:r>
              <a:rPr lang="en-US" sz="1000" dirty="0">
                <a:solidFill>
                  <a:srgbClr val="000000"/>
                </a:solidFill>
              </a:rPr>
              <a:t> | </a:t>
            </a:r>
            <a:r>
              <a:rPr lang="en-US" sz="1000" dirty="0" err="1">
                <a:solidFill>
                  <a:srgbClr val="000000"/>
                </a:solidFill>
              </a:rPr>
              <a:t>Curr</a:t>
            </a:r>
            <a:r>
              <a:rPr lang="en-US" sz="1000" dirty="0">
                <a:solidFill>
                  <a:srgbClr val="000000"/>
                </a:solidFill>
              </a:rPr>
              <a:t>       YE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010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and Content + nav butt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4320" indent="-274320">
              <a:buFontTx/>
              <a:buBlip>
                <a:blip r:embed="rId2"/>
              </a:buBlip>
              <a:defRPr/>
            </a:lvl1pPr>
            <a:lvl2pPr marL="457200" indent="-182880">
              <a:defRPr/>
            </a:lvl2pPr>
            <a:lvl3pPr marL="640080" indent="-184150">
              <a:defRPr/>
            </a:lvl3pPr>
            <a:lvl4pPr marL="822960" indent="-18288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Action Button: Back or Previous 10">
            <a:hlinkClick r:id="" action="ppaction://hlinkshowjump?jump=previousslide" highlightClick="1"/>
          </p:cNvPr>
          <p:cNvSpPr/>
          <p:nvPr/>
        </p:nvSpPr>
        <p:spPr>
          <a:xfrm>
            <a:off x="10728960" y="320040"/>
            <a:ext cx="243840" cy="182880"/>
          </a:xfrm>
          <a:prstGeom prst="actionButtonBackPrevious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12" name="Action Button: Forward or Next 11">
            <a:hlinkClick r:id="" action="ppaction://hlinkshowjump?jump=nextslide" highlightClick="1"/>
          </p:cNvPr>
          <p:cNvSpPr/>
          <p:nvPr/>
        </p:nvSpPr>
        <p:spPr>
          <a:xfrm>
            <a:off x="11326368" y="320040"/>
            <a:ext cx="243840" cy="182880"/>
          </a:xfrm>
          <a:prstGeom prst="actionButtonForwardNex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13" name="Action Button: Home 12">
            <a:hlinkClick r:id="" action="ppaction://hlinkshowjump?jump=firstslide" highlightClick="1"/>
          </p:cNvPr>
          <p:cNvSpPr/>
          <p:nvPr/>
        </p:nvSpPr>
        <p:spPr>
          <a:xfrm>
            <a:off x="11021568" y="320040"/>
            <a:ext cx="243840" cy="182880"/>
          </a:xfrm>
          <a:prstGeom prst="actionButtonHom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073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1097280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7075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Picture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1097280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6098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with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600200"/>
            <a:ext cx="5449824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609600" y="4160520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0591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Content, two pictures,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600200"/>
            <a:ext cx="5449824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609600" y="3867912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1908969" y="6045312"/>
            <a:ext cx="8374062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2419283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Rt content with one pi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600200"/>
            <a:ext cx="5449824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2808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Lft content with 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600200"/>
            <a:ext cx="548640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242304" y="1600200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5519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Lft Content with one pic and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600200"/>
            <a:ext cx="548640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242304" y="1600200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1908969" y="6045312"/>
            <a:ext cx="8374062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519048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Lft content with 2 screen cap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600200"/>
            <a:ext cx="670560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388352" y="1600200"/>
            <a:ext cx="4230624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7388352" y="4160520"/>
            <a:ext cx="4230624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1908969" y="6045312"/>
            <a:ext cx="8374062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3244317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Lft Content, 2 screen captures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600200"/>
            <a:ext cx="670560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705344" y="1600200"/>
            <a:ext cx="390144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7705344" y="3867912"/>
            <a:ext cx="390144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1908969" y="6045312"/>
            <a:ext cx="8374062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2656843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with head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931920"/>
            <a:ext cx="10972800" cy="1311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09601" y="1600200"/>
            <a:ext cx="1097280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4922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header image,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931920"/>
            <a:ext cx="10972800" cy="1311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1097280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1908969" y="6045312"/>
            <a:ext cx="8374062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1516196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6" y="2542032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585216" y="1371600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585216" y="4334256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585216" y="3145536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6"/>
          </p:nvPr>
        </p:nvSpPr>
        <p:spPr>
          <a:xfrm>
            <a:off x="597408" y="6099048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585216" y="4928616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Content Placeholder 2"/>
          <p:cNvSpPr>
            <a:spLocks noGrp="1"/>
          </p:cNvSpPr>
          <p:nvPr>
            <p:ph idx="18"/>
          </p:nvPr>
        </p:nvSpPr>
        <p:spPr>
          <a:xfrm>
            <a:off x="3462528" y="2542032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3462528" y="1371600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idx="20"/>
          </p:nvPr>
        </p:nvSpPr>
        <p:spPr>
          <a:xfrm>
            <a:off x="3462528" y="4334256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3462528" y="3145536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idx="22"/>
          </p:nvPr>
        </p:nvSpPr>
        <p:spPr>
          <a:xfrm>
            <a:off x="3462528" y="6099048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3462528" y="4928616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2"/>
          <p:cNvSpPr>
            <a:spLocks noGrp="1"/>
          </p:cNvSpPr>
          <p:nvPr>
            <p:ph idx="24"/>
          </p:nvPr>
        </p:nvSpPr>
        <p:spPr>
          <a:xfrm>
            <a:off x="6327648" y="2542032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7"/>
          <p:cNvSpPr>
            <a:spLocks noGrp="1"/>
          </p:cNvSpPr>
          <p:nvPr>
            <p:ph type="pic" sz="quarter" idx="25"/>
          </p:nvPr>
        </p:nvSpPr>
        <p:spPr>
          <a:xfrm>
            <a:off x="6327648" y="1371600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Content Placeholder 2"/>
          <p:cNvSpPr>
            <a:spLocks noGrp="1"/>
          </p:cNvSpPr>
          <p:nvPr>
            <p:ph idx="26"/>
          </p:nvPr>
        </p:nvSpPr>
        <p:spPr>
          <a:xfrm>
            <a:off x="6327648" y="4334256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7"/>
          <p:cNvSpPr>
            <a:spLocks noGrp="1"/>
          </p:cNvSpPr>
          <p:nvPr>
            <p:ph type="pic" sz="quarter" idx="27"/>
          </p:nvPr>
        </p:nvSpPr>
        <p:spPr>
          <a:xfrm>
            <a:off x="6327648" y="3145536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Content Placeholder 2"/>
          <p:cNvSpPr>
            <a:spLocks noGrp="1"/>
          </p:cNvSpPr>
          <p:nvPr>
            <p:ph idx="28"/>
          </p:nvPr>
        </p:nvSpPr>
        <p:spPr>
          <a:xfrm>
            <a:off x="6327648" y="6099048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7"/>
          <p:cNvSpPr>
            <a:spLocks noGrp="1"/>
          </p:cNvSpPr>
          <p:nvPr>
            <p:ph type="pic" sz="quarter" idx="29"/>
          </p:nvPr>
        </p:nvSpPr>
        <p:spPr>
          <a:xfrm>
            <a:off x="6327648" y="4928616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Content Placeholder 2"/>
          <p:cNvSpPr>
            <a:spLocks noGrp="1"/>
          </p:cNvSpPr>
          <p:nvPr>
            <p:ph idx="30"/>
          </p:nvPr>
        </p:nvSpPr>
        <p:spPr>
          <a:xfrm>
            <a:off x="9192768" y="2542032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9192768" y="1371600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Content Placeholder 2"/>
          <p:cNvSpPr>
            <a:spLocks noGrp="1"/>
          </p:cNvSpPr>
          <p:nvPr>
            <p:ph idx="32"/>
          </p:nvPr>
        </p:nvSpPr>
        <p:spPr>
          <a:xfrm>
            <a:off x="9192768" y="4334256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7"/>
          <p:cNvSpPr>
            <a:spLocks noGrp="1"/>
          </p:cNvSpPr>
          <p:nvPr>
            <p:ph type="pic" sz="quarter" idx="33"/>
          </p:nvPr>
        </p:nvSpPr>
        <p:spPr>
          <a:xfrm>
            <a:off x="9192768" y="3145536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Content Placeholder 2"/>
          <p:cNvSpPr>
            <a:spLocks noGrp="1"/>
          </p:cNvSpPr>
          <p:nvPr>
            <p:ph idx="34"/>
          </p:nvPr>
        </p:nvSpPr>
        <p:spPr>
          <a:xfrm>
            <a:off x="9192768" y="6099048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9192768" y="4928616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842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picture layout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6" y="2286000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21792" y="1124712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585216" y="3968496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585216" y="2807208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6"/>
          </p:nvPr>
        </p:nvSpPr>
        <p:spPr>
          <a:xfrm>
            <a:off x="597408" y="5650992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585216" y="4489704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Content Placeholder 2"/>
          <p:cNvSpPr>
            <a:spLocks noGrp="1"/>
          </p:cNvSpPr>
          <p:nvPr>
            <p:ph idx="18"/>
          </p:nvPr>
        </p:nvSpPr>
        <p:spPr>
          <a:xfrm>
            <a:off x="3462528" y="2286000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3462528" y="1124712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idx="20"/>
          </p:nvPr>
        </p:nvSpPr>
        <p:spPr>
          <a:xfrm>
            <a:off x="3462528" y="3968496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3462528" y="2807208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idx="22"/>
          </p:nvPr>
        </p:nvSpPr>
        <p:spPr>
          <a:xfrm>
            <a:off x="3462528" y="5650992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3462528" y="4489704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2"/>
          <p:cNvSpPr>
            <a:spLocks noGrp="1"/>
          </p:cNvSpPr>
          <p:nvPr>
            <p:ph idx="24"/>
          </p:nvPr>
        </p:nvSpPr>
        <p:spPr>
          <a:xfrm>
            <a:off x="6327648" y="2286000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7"/>
          <p:cNvSpPr>
            <a:spLocks noGrp="1"/>
          </p:cNvSpPr>
          <p:nvPr>
            <p:ph type="pic" sz="quarter" idx="25"/>
          </p:nvPr>
        </p:nvSpPr>
        <p:spPr>
          <a:xfrm>
            <a:off x="6327648" y="1124712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Content Placeholder 2"/>
          <p:cNvSpPr>
            <a:spLocks noGrp="1"/>
          </p:cNvSpPr>
          <p:nvPr>
            <p:ph idx="26"/>
          </p:nvPr>
        </p:nvSpPr>
        <p:spPr>
          <a:xfrm>
            <a:off x="6327648" y="3968496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7"/>
          <p:cNvSpPr>
            <a:spLocks noGrp="1"/>
          </p:cNvSpPr>
          <p:nvPr>
            <p:ph type="pic" sz="quarter" idx="27"/>
          </p:nvPr>
        </p:nvSpPr>
        <p:spPr>
          <a:xfrm>
            <a:off x="6327648" y="2807208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Content Placeholder 2"/>
          <p:cNvSpPr>
            <a:spLocks noGrp="1"/>
          </p:cNvSpPr>
          <p:nvPr>
            <p:ph idx="28"/>
          </p:nvPr>
        </p:nvSpPr>
        <p:spPr>
          <a:xfrm>
            <a:off x="6327648" y="5650992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7"/>
          <p:cNvSpPr>
            <a:spLocks noGrp="1"/>
          </p:cNvSpPr>
          <p:nvPr>
            <p:ph type="pic" sz="quarter" idx="29"/>
          </p:nvPr>
        </p:nvSpPr>
        <p:spPr>
          <a:xfrm>
            <a:off x="6327648" y="4489704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Content Placeholder 2"/>
          <p:cNvSpPr>
            <a:spLocks noGrp="1"/>
          </p:cNvSpPr>
          <p:nvPr>
            <p:ph idx="30"/>
          </p:nvPr>
        </p:nvSpPr>
        <p:spPr>
          <a:xfrm>
            <a:off x="9192768" y="2286000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9192768" y="1124712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Content Placeholder 2"/>
          <p:cNvSpPr>
            <a:spLocks noGrp="1"/>
          </p:cNvSpPr>
          <p:nvPr>
            <p:ph idx="32"/>
          </p:nvPr>
        </p:nvSpPr>
        <p:spPr>
          <a:xfrm>
            <a:off x="9192768" y="3968496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7"/>
          <p:cNvSpPr>
            <a:spLocks noGrp="1"/>
          </p:cNvSpPr>
          <p:nvPr>
            <p:ph type="pic" sz="quarter" idx="33"/>
          </p:nvPr>
        </p:nvSpPr>
        <p:spPr>
          <a:xfrm>
            <a:off x="9192768" y="2807208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Content Placeholder 2"/>
          <p:cNvSpPr>
            <a:spLocks noGrp="1"/>
          </p:cNvSpPr>
          <p:nvPr>
            <p:ph idx="34"/>
          </p:nvPr>
        </p:nvSpPr>
        <p:spPr>
          <a:xfrm>
            <a:off x="9192768" y="5650992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9192768" y="4489704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3" name="Text Placeholder 8"/>
          <p:cNvSpPr>
            <a:spLocks noGrp="1"/>
          </p:cNvSpPr>
          <p:nvPr>
            <p:ph type="body" sz="quarter" idx="39" hasCustomPrompt="1"/>
          </p:nvPr>
        </p:nvSpPr>
        <p:spPr>
          <a:xfrm>
            <a:off x="1908969" y="6045312"/>
            <a:ext cx="8374062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4089120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ecutiv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362456"/>
            <a:ext cx="670560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8607552" y="1371600"/>
            <a:ext cx="299923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8607552" y="3145536"/>
            <a:ext cx="299923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8607552" y="4928616"/>
            <a:ext cx="299923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1838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624328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21792" y="123444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Content Placeholder 2"/>
          <p:cNvSpPr>
            <a:spLocks noGrp="1"/>
          </p:cNvSpPr>
          <p:nvPr>
            <p:ph idx="18"/>
          </p:nvPr>
        </p:nvSpPr>
        <p:spPr>
          <a:xfrm>
            <a:off x="4718304" y="2624328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730496" y="123444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Content Placeholder 2"/>
          <p:cNvSpPr>
            <a:spLocks noGrp="1"/>
          </p:cNvSpPr>
          <p:nvPr>
            <p:ph idx="20"/>
          </p:nvPr>
        </p:nvSpPr>
        <p:spPr>
          <a:xfrm>
            <a:off x="8839200" y="2624328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8839200" y="123444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Content Placeholder 2"/>
          <p:cNvSpPr>
            <a:spLocks noGrp="1"/>
          </p:cNvSpPr>
          <p:nvPr>
            <p:ph idx="22"/>
          </p:nvPr>
        </p:nvSpPr>
        <p:spPr>
          <a:xfrm>
            <a:off x="609600" y="4407408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621792" y="300837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Content Placeholder 2"/>
          <p:cNvSpPr>
            <a:spLocks noGrp="1"/>
          </p:cNvSpPr>
          <p:nvPr>
            <p:ph idx="28"/>
          </p:nvPr>
        </p:nvSpPr>
        <p:spPr>
          <a:xfrm>
            <a:off x="609600" y="618134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7"/>
          <p:cNvSpPr>
            <a:spLocks noGrp="1"/>
          </p:cNvSpPr>
          <p:nvPr>
            <p:ph type="pic" sz="quarter" idx="29"/>
          </p:nvPr>
        </p:nvSpPr>
        <p:spPr>
          <a:xfrm>
            <a:off x="621792" y="479145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Content Placeholder 2"/>
          <p:cNvSpPr>
            <a:spLocks noGrp="1"/>
          </p:cNvSpPr>
          <p:nvPr>
            <p:ph idx="30"/>
          </p:nvPr>
        </p:nvSpPr>
        <p:spPr>
          <a:xfrm>
            <a:off x="4730496" y="4407408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4730496" y="300837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Content Placeholder 2"/>
          <p:cNvSpPr>
            <a:spLocks noGrp="1"/>
          </p:cNvSpPr>
          <p:nvPr>
            <p:ph idx="32"/>
          </p:nvPr>
        </p:nvSpPr>
        <p:spPr>
          <a:xfrm>
            <a:off x="4730496" y="618134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Picture Placeholder 7"/>
          <p:cNvSpPr>
            <a:spLocks noGrp="1"/>
          </p:cNvSpPr>
          <p:nvPr>
            <p:ph type="pic" sz="quarter" idx="33"/>
          </p:nvPr>
        </p:nvSpPr>
        <p:spPr>
          <a:xfrm>
            <a:off x="4730496" y="479145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Content Placeholder 2"/>
          <p:cNvSpPr>
            <a:spLocks noGrp="1"/>
          </p:cNvSpPr>
          <p:nvPr>
            <p:ph idx="34"/>
          </p:nvPr>
        </p:nvSpPr>
        <p:spPr>
          <a:xfrm>
            <a:off x="8839200" y="4407408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8839200" y="300837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Content Placeholder 2"/>
          <p:cNvSpPr>
            <a:spLocks noGrp="1"/>
          </p:cNvSpPr>
          <p:nvPr>
            <p:ph idx="36"/>
          </p:nvPr>
        </p:nvSpPr>
        <p:spPr>
          <a:xfrm>
            <a:off x="8839200" y="618134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Picture Placeholder 7"/>
          <p:cNvSpPr>
            <a:spLocks noGrp="1"/>
          </p:cNvSpPr>
          <p:nvPr>
            <p:ph type="pic" sz="quarter" idx="37"/>
          </p:nvPr>
        </p:nvSpPr>
        <p:spPr>
          <a:xfrm>
            <a:off x="8839200" y="479145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9177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picture layout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34086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21792" y="1060704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Content Placeholder 2"/>
          <p:cNvSpPr>
            <a:spLocks noGrp="1"/>
          </p:cNvSpPr>
          <p:nvPr>
            <p:ph idx="18"/>
          </p:nvPr>
        </p:nvSpPr>
        <p:spPr>
          <a:xfrm>
            <a:off x="4718304" y="234086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730496" y="1060704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Content Placeholder 2"/>
          <p:cNvSpPr>
            <a:spLocks noGrp="1"/>
          </p:cNvSpPr>
          <p:nvPr>
            <p:ph idx="20"/>
          </p:nvPr>
        </p:nvSpPr>
        <p:spPr>
          <a:xfrm>
            <a:off x="8839200" y="234086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8839200" y="1060704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Content Placeholder 2"/>
          <p:cNvSpPr>
            <a:spLocks noGrp="1"/>
          </p:cNvSpPr>
          <p:nvPr>
            <p:ph idx="22"/>
          </p:nvPr>
        </p:nvSpPr>
        <p:spPr>
          <a:xfrm>
            <a:off x="609600" y="412394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621792" y="283464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Content Placeholder 2"/>
          <p:cNvSpPr>
            <a:spLocks noGrp="1"/>
          </p:cNvSpPr>
          <p:nvPr>
            <p:ph idx="28"/>
          </p:nvPr>
        </p:nvSpPr>
        <p:spPr>
          <a:xfrm>
            <a:off x="609600" y="589788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7"/>
          <p:cNvSpPr>
            <a:spLocks noGrp="1"/>
          </p:cNvSpPr>
          <p:nvPr>
            <p:ph type="pic" sz="quarter" idx="29"/>
          </p:nvPr>
        </p:nvSpPr>
        <p:spPr>
          <a:xfrm>
            <a:off x="621792" y="461772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Content Placeholder 2"/>
          <p:cNvSpPr>
            <a:spLocks noGrp="1"/>
          </p:cNvSpPr>
          <p:nvPr>
            <p:ph idx="30"/>
          </p:nvPr>
        </p:nvSpPr>
        <p:spPr>
          <a:xfrm>
            <a:off x="4730496" y="412394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4730496" y="283464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Content Placeholder 2"/>
          <p:cNvSpPr>
            <a:spLocks noGrp="1"/>
          </p:cNvSpPr>
          <p:nvPr>
            <p:ph idx="32"/>
          </p:nvPr>
        </p:nvSpPr>
        <p:spPr>
          <a:xfrm>
            <a:off x="4730496" y="589788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Picture Placeholder 7"/>
          <p:cNvSpPr>
            <a:spLocks noGrp="1"/>
          </p:cNvSpPr>
          <p:nvPr>
            <p:ph type="pic" sz="quarter" idx="33"/>
          </p:nvPr>
        </p:nvSpPr>
        <p:spPr>
          <a:xfrm>
            <a:off x="4730496" y="461772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Content Placeholder 2"/>
          <p:cNvSpPr>
            <a:spLocks noGrp="1"/>
          </p:cNvSpPr>
          <p:nvPr>
            <p:ph idx="34"/>
          </p:nvPr>
        </p:nvSpPr>
        <p:spPr>
          <a:xfrm>
            <a:off x="8839200" y="412394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8839200" y="283464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Content Placeholder 2"/>
          <p:cNvSpPr>
            <a:spLocks noGrp="1"/>
          </p:cNvSpPr>
          <p:nvPr>
            <p:ph idx="36"/>
          </p:nvPr>
        </p:nvSpPr>
        <p:spPr>
          <a:xfrm>
            <a:off x="8839200" y="589788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Picture Placeholder 7"/>
          <p:cNvSpPr>
            <a:spLocks noGrp="1"/>
          </p:cNvSpPr>
          <p:nvPr>
            <p:ph type="pic" sz="quarter" idx="37"/>
          </p:nvPr>
        </p:nvSpPr>
        <p:spPr>
          <a:xfrm>
            <a:off x="8839200" y="461772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26" name="Text Placeholder 8"/>
          <p:cNvSpPr>
            <a:spLocks noGrp="1"/>
          </p:cNvSpPr>
          <p:nvPr>
            <p:ph type="body" sz="quarter" idx="41" hasCustomPrompt="1"/>
          </p:nvPr>
        </p:nvSpPr>
        <p:spPr>
          <a:xfrm>
            <a:off x="1908969" y="6079429"/>
            <a:ext cx="8374062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4244526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06324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21792" y="160020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Content Placeholder 2"/>
          <p:cNvSpPr>
            <a:spLocks noGrp="1"/>
          </p:cNvSpPr>
          <p:nvPr>
            <p:ph idx="18"/>
          </p:nvPr>
        </p:nvSpPr>
        <p:spPr>
          <a:xfrm>
            <a:off x="4718304" y="306324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730496" y="160020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Content Placeholder 2"/>
          <p:cNvSpPr>
            <a:spLocks noGrp="1"/>
          </p:cNvSpPr>
          <p:nvPr>
            <p:ph idx="20"/>
          </p:nvPr>
        </p:nvSpPr>
        <p:spPr>
          <a:xfrm>
            <a:off x="8839200" y="306324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8839200" y="160020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Content Placeholder 2"/>
          <p:cNvSpPr>
            <a:spLocks noGrp="1"/>
          </p:cNvSpPr>
          <p:nvPr>
            <p:ph idx="22"/>
          </p:nvPr>
        </p:nvSpPr>
        <p:spPr>
          <a:xfrm>
            <a:off x="609600" y="5102352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621792" y="364845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Content Placeholder 2"/>
          <p:cNvSpPr>
            <a:spLocks noGrp="1"/>
          </p:cNvSpPr>
          <p:nvPr>
            <p:ph idx="30"/>
          </p:nvPr>
        </p:nvSpPr>
        <p:spPr>
          <a:xfrm>
            <a:off x="4730496" y="5102352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4730496" y="364845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Content Placeholder 2"/>
          <p:cNvSpPr>
            <a:spLocks noGrp="1"/>
          </p:cNvSpPr>
          <p:nvPr>
            <p:ph idx="34"/>
          </p:nvPr>
        </p:nvSpPr>
        <p:spPr>
          <a:xfrm>
            <a:off x="8839200" y="5102352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8839200" y="364845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808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icture layout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06324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21792" y="160020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Content Placeholder 2"/>
          <p:cNvSpPr>
            <a:spLocks noGrp="1"/>
          </p:cNvSpPr>
          <p:nvPr>
            <p:ph idx="18"/>
          </p:nvPr>
        </p:nvSpPr>
        <p:spPr>
          <a:xfrm>
            <a:off x="4718304" y="306324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730496" y="160020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Content Placeholder 2"/>
          <p:cNvSpPr>
            <a:spLocks noGrp="1"/>
          </p:cNvSpPr>
          <p:nvPr>
            <p:ph idx="20"/>
          </p:nvPr>
        </p:nvSpPr>
        <p:spPr>
          <a:xfrm>
            <a:off x="8839200" y="306324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8839200" y="160020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Content Placeholder 2"/>
          <p:cNvSpPr>
            <a:spLocks noGrp="1"/>
          </p:cNvSpPr>
          <p:nvPr>
            <p:ph idx="22"/>
          </p:nvPr>
        </p:nvSpPr>
        <p:spPr>
          <a:xfrm>
            <a:off x="609600" y="5102352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621792" y="364845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Content Placeholder 2"/>
          <p:cNvSpPr>
            <a:spLocks noGrp="1"/>
          </p:cNvSpPr>
          <p:nvPr>
            <p:ph idx="30"/>
          </p:nvPr>
        </p:nvSpPr>
        <p:spPr>
          <a:xfrm>
            <a:off x="4730496" y="5102352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4730496" y="364845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Content Placeholder 2"/>
          <p:cNvSpPr>
            <a:spLocks noGrp="1"/>
          </p:cNvSpPr>
          <p:nvPr>
            <p:ph idx="34"/>
          </p:nvPr>
        </p:nvSpPr>
        <p:spPr>
          <a:xfrm>
            <a:off x="8839200" y="5102352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8839200" y="364845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934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Bottom Content with tw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352544"/>
            <a:ext cx="10972800" cy="1311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242304" y="1600200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0066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Bottom Content with two image and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352544"/>
            <a:ext cx="10972800" cy="1311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242304" y="1600200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41" hasCustomPrompt="1"/>
          </p:nvPr>
        </p:nvSpPr>
        <p:spPr>
          <a:xfrm>
            <a:off x="1908969" y="6045312"/>
            <a:ext cx="8374062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2264779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7066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77851" y="356617"/>
            <a:ext cx="11008783" cy="378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724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586318" y="6657976"/>
            <a:ext cx="2753783" cy="1111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144" tIns="9144" rIns="9144" bIns="9144" anchor="b">
            <a:spAutoFit/>
          </a:bodyPr>
          <a:lstStyle/>
          <a:p>
            <a:pPr defTabSz="82073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600" dirty="0">
                <a:solidFill>
                  <a:srgbClr val="FFFFFF">
                    <a:lumMod val="50000"/>
                  </a:srgbClr>
                </a:solidFill>
              </a:rPr>
              <a:t>Copyright © 2024 Boeing. All rights reserved.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pic>
        <p:nvPicPr>
          <p:cNvPr id="4" name="Picture 5" descr="Boeing_RGBblue_largePPT"/>
          <p:cNvPicPr preferRelativeResize="0"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4461688" y="2838450"/>
            <a:ext cx="3193785" cy="822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10746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pic>
        <p:nvPicPr>
          <p:cNvPr id="5" name="Picture 5" descr="Boeing_RGBblue_largePPT"/>
          <p:cNvPicPr preferRelativeResize="0"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4448988" y="2927350"/>
            <a:ext cx="3193785" cy="822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69113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458738"/>
            <a:ext cx="11163608" cy="332399"/>
          </a:xfrm>
        </p:spPr>
        <p:txBody>
          <a:bodyPr tIns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|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09599" y="6159484"/>
            <a:ext cx="11167872" cy="369332"/>
          </a:xfrm>
          <a:solidFill>
            <a:schemeClr val="tx2"/>
          </a:solidFill>
        </p:spPr>
        <p:txBody>
          <a:bodyPr lIns="91440" tIns="45720" rIns="91440" bIns="45720" anchor="b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2"/>
          </p:nvPr>
        </p:nvSpPr>
        <p:spPr>
          <a:xfrm>
            <a:off x="609601" y="1371603"/>
            <a:ext cx="11165417" cy="1274195"/>
          </a:xfrm>
        </p:spPr>
        <p:txBody>
          <a:bodyPr/>
          <a:lstStyle>
            <a:lvl1pPr marL="0" marR="0" indent="0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Symbol" panose="05050102010706020507" pitchFamily="18" charset="2"/>
              <a:buNone/>
              <a:tabLst/>
              <a:defRPr sz="2400"/>
            </a:lvl1pPr>
            <a:lvl2pPr marL="182888" marR="0" indent="-182888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Tx/>
              <a:buBlip>
                <a:blip r:embed="rId2"/>
              </a:buBlip>
              <a:tabLst/>
              <a:defRPr/>
            </a:lvl2pPr>
            <a:lvl3pPr marL="365773" marR="0" indent="-184157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Wingdings" panose="05000000000000000000" pitchFamily="2" charset="2"/>
              <a:buChar char="§"/>
              <a:tabLst/>
              <a:defRPr/>
            </a:lvl3pPr>
            <a:lvl4pPr marL="548657" marR="0" indent="-182888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Arial" charset="0"/>
              <a:buChar char="–"/>
              <a:tabLst/>
              <a:defRPr/>
            </a:lvl4pPr>
          </a:lstStyle>
          <a:p>
            <a:pPr marL="0" marR="0" lvl="0" indent="0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Symbol" panose="05050102010706020507" pitchFamily="18" charset="2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182888" marR="0" lvl="1" indent="-182888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Second level</a:t>
            </a:r>
          </a:p>
          <a:p>
            <a:pPr marL="365773" marR="0" lvl="2" indent="-184157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Third level</a:t>
            </a:r>
          </a:p>
          <a:p>
            <a:pPr marL="548657" marR="0" lvl="3" indent="-182888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Arial" charset="0"/>
              <a:buChar char="–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Fourth level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231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12192000" cy="4585153"/>
          </a:xfrm>
          <a:prstGeom prst="rect">
            <a:avLst/>
          </a:prstGeom>
          <a:solidFill>
            <a:srgbClr val="0039A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</a:endParaRPr>
          </a:p>
        </p:txBody>
      </p:sp>
      <p:pic>
        <p:nvPicPr>
          <p:cNvPr id="264239" name="Picture 47" descr="Boeing_white_standar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7633" y="363539"/>
            <a:ext cx="2474384" cy="602376"/>
          </a:xfrm>
          <a:prstGeom prst="rect">
            <a:avLst/>
          </a:prstGeom>
          <a:noFill/>
        </p:spPr>
      </p:pic>
      <p:sp>
        <p:nvSpPr>
          <p:cNvPr id="264253" name="Rectangle 61"/>
          <p:cNvSpPr>
            <a:spLocks noChangeArrowheads="1"/>
          </p:cNvSpPr>
          <p:nvPr/>
        </p:nvSpPr>
        <p:spPr bwMode="auto">
          <a:xfrm>
            <a:off x="586318" y="6658300"/>
            <a:ext cx="2753783" cy="110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144" tIns="9144" rIns="9144" bIns="9144" anchor="b">
            <a:spAutoFit/>
          </a:bodyPr>
          <a:lstStyle/>
          <a:p>
            <a:pPr defTabSz="82073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600" dirty="0">
                <a:solidFill>
                  <a:srgbClr val="FFFFFF">
                    <a:lumMod val="50000"/>
                  </a:srgbClr>
                </a:solidFill>
              </a:rPr>
              <a:t>Copyright © 2019 Boeing. All rights reserved.</a:t>
            </a:r>
          </a:p>
        </p:txBody>
      </p:sp>
      <p:sp>
        <p:nvSpPr>
          <p:cNvPr id="62" name="Title 1"/>
          <p:cNvSpPr>
            <a:spLocks noGrp="1"/>
          </p:cNvSpPr>
          <p:nvPr>
            <p:ph type="ctrTitle" sz="quarter"/>
          </p:nvPr>
        </p:nvSpPr>
        <p:spPr>
          <a:xfrm>
            <a:off x="609600" y="2529450"/>
            <a:ext cx="10363200" cy="710964"/>
          </a:xfrm>
        </p:spPr>
        <p:txBody>
          <a:bodyPr anchor="ctr" anchorCtr="0"/>
          <a:lstStyle>
            <a:lvl1pPr>
              <a:defRPr sz="4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ubtitle 2"/>
          <p:cNvSpPr>
            <a:spLocks noGrp="1"/>
          </p:cNvSpPr>
          <p:nvPr>
            <p:ph type="subTitle" sz="quarter" idx="1"/>
          </p:nvPr>
        </p:nvSpPr>
        <p:spPr>
          <a:xfrm>
            <a:off x="609601" y="4637994"/>
            <a:ext cx="11002433" cy="387798"/>
          </a:xfrm>
        </p:spPr>
        <p:txBody>
          <a:bodyPr/>
          <a:lstStyle>
            <a:lvl1pPr marL="0" indent="0">
              <a:buFontTx/>
              <a:buNone/>
              <a:defRPr sz="2800" b="0">
                <a:solidFill>
                  <a:srgbClr val="788288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75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04548" y="539497"/>
            <a:ext cx="2889509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 anchorCtr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FFFFFF"/>
                </a:solidFill>
              </a:rPr>
              <a:t>Engineering, Test &amp; Technology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6489" y="808638"/>
            <a:ext cx="2745626" cy="55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564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4585155"/>
            <a:ext cx="12192000" cy="2272845"/>
          </a:xfrm>
          <a:prstGeom prst="rect">
            <a:avLst/>
          </a:prstGeom>
          <a:solidFill>
            <a:srgbClr val="0039A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</a:endParaRPr>
          </a:p>
        </p:txBody>
      </p:sp>
      <p:pic>
        <p:nvPicPr>
          <p:cNvPr id="13" name="Picture 53" descr="Boeing_RGBblue_standard"/>
          <p:cNvPicPr preferRelativeResize="0"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5518" y="361951"/>
            <a:ext cx="2451100" cy="534991"/>
          </a:xfrm>
          <a:prstGeom prst="rect">
            <a:avLst/>
          </a:prstGeom>
          <a:noFill/>
        </p:spPr>
      </p:pic>
      <p:sp>
        <p:nvSpPr>
          <p:cNvPr id="264253" name="Rectangle 61"/>
          <p:cNvSpPr>
            <a:spLocks noChangeArrowheads="1"/>
          </p:cNvSpPr>
          <p:nvPr/>
        </p:nvSpPr>
        <p:spPr bwMode="auto">
          <a:xfrm>
            <a:off x="586318" y="6658300"/>
            <a:ext cx="2753783" cy="110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144" tIns="9144" rIns="9144" bIns="9144" anchor="b">
            <a:spAutoFit/>
          </a:bodyPr>
          <a:lstStyle/>
          <a:p>
            <a:pPr defTabSz="82073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600" dirty="0">
                <a:solidFill>
                  <a:srgbClr val="FFFFFF">
                    <a:lumMod val="50000"/>
                  </a:srgbClr>
                </a:solidFill>
              </a:rPr>
              <a:t>Copyright © 2019 Boeing. All rights reserved.</a:t>
            </a:r>
          </a:p>
        </p:txBody>
      </p:sp>
      <p:sp>
        <p:nvSpPr>
          <p:cNvPr id="62" name="Title 1"/>
          <p:cNvSpPr>
            <a:spLocks noGrp="1"/>
          </p:cNvSpPr>
          <p:nvPr>
            <p:ph type="ctrTitle" sz="quarter"/>
          </p:nvPr>
        </p:nvSpPr>
        <p:spPr>
          <a:xfrm>
            <a:off x="609600" y="2529450"/>
            <a:ext cx="10363200" cy="710964"/>
          </a:xfrm>
        </p:spPr>
        <p:txBody>
          <a:bodyPr anchor="ctr" anchorCtr="0"/>
          <a:lstStyle>
            <a:lvl1pPr>
              <a:defRPr sz="48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ubtitle 2"/>
          <p:cNvSpPr>
            <a:spLocks noGrp="1"/>
          </p:cNvSpPr>
          <p:nvPr>
            <p:ph type="subTitle" sz="quarter" idx="1"/>
          </p:nvPr>
        </p:nvSpPr>
        <p:spPr>
          <a:xfrm>
            <a:off x="609601" y="4637994"/>
            <a:ext cx="11002433" cy="387798"/>
          </a:xfrm>
        </p:spPr>
        <p:txBody>
          <a:bodyPr/>
          <a:lstStyle>
            <a:lvl1pPr marL="0" indent="0">
              <a:buFontTx/>
              <a:buNone/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75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07641" y="539497"/>
            <a:ext cx="2889509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 anchorCtr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0039A6"/>
                </a:solidFill>
              </a:rPr>
              <a:t>Engineering, Test &amp; Technology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795" y="804864"/>
            <a:ext cx="2743200" cy="49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5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sz="75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633984" y="1572768"/>
            <a:ext cx="10972800" cy="1163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240730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z="75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4787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sz="75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908969" y="6045312"/>
            <a:ext cx="8374062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1736679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75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5287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75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6949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sz="75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5982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8640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1600200"/>
            <a:ext cx="512064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sz="75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3025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, Subtitl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8640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1600200"/>
            <a:ext cx="512064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sz="75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908969" y="6045312"/>
            <a:ext cx="8374062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2443409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8640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1600200"/>
            <a:ext cx="512064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75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2504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+ stop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4320" indent="-274320">
              <a:buFontTx/>
              <a:buBlip>
                <a:blip r:embed="rId2"/>
              </a:buBlip>
              <a:defRPr/>
            </a:lvl1pPr>
            <a:lvl2pPr marL="457200" indent="-182880">
              <a:defRPr/>
            </a:lvl2pPr>
            <a:lvl3pPr marL="640080" indent="-184150">
              <a:defRPr/>
            </a:lvl3pPr>
            <a:lvl4pPr marL="822960" indent="-18288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19360" y="777240"/>
            <a:ext cx="426720" cy="292608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47680" y="777240"/>
            <a:ext cx="426720" cy="29260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ysClr val="windowText" lastClr="000000"/>
                </a:solidFill>
              </a:rPr>
              <a:t>Y</a:t>
            </a:r>
          </a:p>
        </p:txBody>
      </p:sp>
      <p:sp>
        <p:nvSpPr>
          <p:cNvPr id="9" name="Rectangle 8"/>
          <p:cNvSpPr/>
          <p:nvPr/>
        </p:nvSpPr>
        <p:spPr>
          <a:xfrm>
            <a:off x="11176000" y="777240"/>
            <a:ext cx="426720" cy="2926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17760" y="556261"/>
            <a:ext cx="1717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000" dirty="0" err="1">
                <a:solidFill>
                  <a:srgbClr val="000000"/>
                </a:solidFill>
              </a:rPr>
              <a:t>Prev</a:t>
            </a:r>
            <a:r>
              <a:rPr lang="en-US" sz="1000" dirty="0">
                <a:solidFill>
                  <a:srgbClr val="000000"/>
                </a:solidFill>
              </a:rPr>
              <a:t> | </a:t>
            </a:r>
            <a:r>
              <a:rPr lang="en-US" sz="1000" dirty="0" err="1">
                <a:solidFill>
                  <a:srgbClr val="000000"/>
                </a:solidFill>
              </a:rPr>
              <a:t>Curr</a:t>
            </a:r>
            <a:r>
              <a:rPr lang="en-US" sz="1000" dirty="0">
                <a:solidFill>
                  <a:srgbClr val="000000"/>
                </a:solidFill>
              </a:rPr>
              <a:t>       YE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sz="75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8162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and Content + nav butt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4320" indent="-274320">
              <a:buFontTx/>
              <a:buBlip>
                <a:blip r:embed="rId2"/>
              </a:buBlip>
              <a:defRPr/>
            </a:lvl1pPr>
            <a:lvl2pPr marL="457200" indent="-182880">
              <a:defRPr/>
            </a:lvl2pPr>
            <a:lvl3pPr marL="640080" indent="-184150">
              <a:defRPr/>
            </a:lvl3pPr>
            <a:lvl4pPr marL="822960" indent="-18288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Action Button: Back or Previous 10">
            <a:hlinkClick r:id="" action="ppaction://hlinkshowjump?jump=previousslide" highlightClick="1"/>
          </p:cNvPr>
          <p:cNvSpPr/>
          <p:nvPr/>
        </p:nvSpPr>
        <p:spPr>
          <a:xfrm>
            <a:off x="10728960" y="320040"/>
            <a:ext cx="243840" cy="182880"/>
          </a:xfrm>
          <a:prstGeom prst="actionButtonBackPrevious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12" name="Action Button: Forward or Next 11">
            <a:hlinkClick r:id="" action="ppaction://hlinkshowjump?jump=nextslide" highlightClick="1"/>
          </p:cNvPr>
          <p:cNvSpPr/>
          <p:nvPr/>
        </p:nvSpPr>
        <p:spPr>
          <a:xfrm>
            <a:off x="11326368" y="320040"/>
            <a:ext cx="243840" cy="182880"/>
          </a:xfrm>
          <a:prstGeom prst="actionButtonForwardNex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13" name="Action Button: Home 12">
            <a:hlinkClick r:id="" action="ppaction://hlinkshowjump?jump=firstslide" highlightClick="1"/>
          </p:cNvPr>
          <p:cNvSpPr/>
          <p:nvPr/>
        </p:nvSpPr>
        <p:spPr>
          <a:xfrm>
            <a:off x="11021568" y="320040"/>
            <a:ext cx="243840" cy="182880"/>
          </a:xfrm>
          <a:prstGeom prst="actionButtonHom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sz="75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1913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1097280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sz="75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971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Picture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1097280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sz="75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6883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with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600200"/>
            <a:ext cx="5449824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609600" y="4160520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sz="75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8034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Content, two pictures,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600200"/>
            <a:ext cx="5449824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609600" y="3867912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sz="75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1908969" y="6045312"/>
            <a:ext cx="8374062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2000519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Rt content with one pi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600200"/>
            <a:ext cx="5449824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sz="75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2255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Lft content with 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600200"/>
            <a:ext cx="548640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242304" y="1600200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08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Lft Content with one pic and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600200"/>
            <a:ext cx="548640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242304" y="1600200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sz="75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1908969" y="6045312"/>
            <a:ext cx="8374062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657187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Lft content with 2 screen cap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600200"/>
            <a:ext cx="670560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388352" y="1600200"/>
            <a:ext cx="4230624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7388352" y="4160520"/>
            <a:ext cx="4230624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sz="75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1908969" y="6045312"/>
            <a:ext cx="8374062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571238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Lft Content, 2 screen captures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600200"/>
            <a:ext cx="670560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705344" y="1600200"/>
            <a:ext cx="390144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7705344" y="3867912"/>
            <a:ext cx="390144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sz="75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1908969" y="6045312"/>
            <a:ext cx="8374062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3855528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with head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931920"/>
            <a:ext cx="10972800" cy="1311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09601" y="1600200"/>
            <a:ext cx="1097280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722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with header image,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931920"/>
            <a:ext cx="10972800" cy="1311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1097280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sz="75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1908969" y="6045312"/>
            <a:ext cx="8374062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1931011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6" y="2542032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585216" y="1371600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585216" y="4334256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585216" y="3145536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6"/>
          </p:nvPr>
        </p:nvSpPr>
        <p:spPr>
          <a:xfrm>
            <a:off x="597408" y="6099048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585216" y="4928616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Content Placeholder 2"/>
          <p:cNvSpPr>
            <a:spLocks noGrp="1"/>
          </p:cNvSpPr>
          <p:nvPr>
            <p:ph idx="18"/>
          </p:nvPr>
        </p:nvSpPr>
        <p:spPr>
          <a:xfrm>
            <a:off x="3462528" y="2542032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3462528" y="1371600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idx="20"/>
          </p:nvPr>
        </p:nvSpPr>
        <p:spPr>
          <a:xfrm>
            <a:off x="3462528" y="4334256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3462528" y="3145536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idx="22"/>
          </p:nvPr>
        </p:nvSpPr>
        <p:spPr>
          <a:xfrm>
            <a:off x="3462528" y="6099048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3462528" y="4928616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2"/>
          <p:cNvSpPr>
            <a:spLocks noGrp="1"/>
          </p:cNvSpPr>
          <p:nvPr>
            <p:ph idx="24"/>
          </p:nvPr>
        </p:nvSpPr>
        <p:spPr>
          <a:xfrm>
            <a:off x="6327648" y="2542032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7"/>
          <p:cNvSpPr>
            <a:spLocks noGrp="1"/>
          </p:cNvSpPr>
          <p:nvPr>
            <p:ph type="pic" sz="quarter" idx="25"/>
          </p:nvPr>
        </p:nvSpPr>
        <p:spPr>
          <a:xfrm>
            <a:off x="6327648" y="1371600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Content Placeholder 2"/>
          <p:cNvSpPr>
            <a:spLocks noGrp="1"/>
          </p:cNvSpPr>
          <p:nvPr>
            <p:ph idx="26"/>
          </p:nvPr>
        </p:nvSpPr>
        <p:spPr>
          <a:xfrm>
            <a:off x="6327648" y="4334256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7"/>
          <p:cNvSpPr>
            <a:spLocks noGrp="1"/>
          </p:cNvSpPr>
          <p:nvPr>
            <p:ph type="pic" sz="quarter" idx="27"/>
          </p:nvPr>
        </p:nvSpPr>
        <p:spPr>
          <a:xfrm>
            <a:off x="6327648" y="3145536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Content Placeholder 2"/>
          <p:cNvSpPr>
            <a:spLocks noGrp="1"/>
          </p:cNvSpPr>
          <p:nvPr>
            <p:ph idx="28"/>
          </p:nvPr>
        </p:nvSpPr>
        <p:spPr>
          <a:xfrm>
            <a:off x="6327648" y="6099048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7"/>
          <p:cNvSpPr>
            <a:spLocks noGrp="1"/>
          </p:cNvSpPr>
          <p:nvPr>
            <p:ph type="pic" sz="quarter" idx="29"/>
          </p:nvPr>
        </p:nvSpPr>
        <p:spPr>
          <a:xfrm>
            <a:off x="6327648" y="4928616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Content Placeholder 2"/>
          <p:cNvSpPr>
            <a:spLocks noGrp="1"/>
          </p:cNvSpPr>
          <p:nvPr>
            <p:ph idx="30"/>
          </p:nvPr>
        </p:nvSpPr>
        <p:spPr>
          <a:xfrm>
            <a:off x="9192768" y="2542032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9192768" y="1371600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Content Placeholder 2"/>
          <p:cNvSpPr>
            <a:spLocks noGrp="1"/>
          </p:cNvSpPr>
          <p:nvPr>
            <p:ph idx="32"/>
          </p:nvPr>
        </p:nvSpPr>
        <p:spPr>
          <a:xfrm>
            <a:off x="9192768" y="4334256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7"/>
          <p:cNvSpPr>
            <a:spLocks noGrp="1"/>
          </p:cNvSpPr>
          <p:nvPr>
            <p:ph type="pic" sz="quarter" idx="33"/>
          </p:nvPr>
        </p:nvSpPr>
        <p:spPr>
          <a:xfrm>
            <a:off x="9192768" y="3145536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Content Placeholder 2"/>
          <p:cNvSpPr>
            <a:spLocks noGrp="1"/>
          </p:cNvSpPr>
          <p:nvPr>
            <p:ph idx="34"/>
          </p:nvPr>
        </p:nvSpPr>
        <p:spPr>
          <a:xfrm>
            <a:off x="9192768" y="6099048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9192768" y="4928616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r>
              <a:rPr lang="en-US" sz="75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4627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picture layout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6" y="2286000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21792" y="1124712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585216" y="3968496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585216" y="2807208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6"/>
          </p:nvPr>
        </p:nvSpPr>
        <p:spPr>
          <a:xfrm>
            <a:off x="597408" y="5650992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585216" y="4489704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Content Placeholder 2"/>
          <p:cNvSpPr>
            <a:spLocks noGrp="1"/>
          </p:cNvSpPr>
          <p:nvPr>
            <p:ph idx="18"/>
          </p:nvPr>
        </p:nvSpPr>
        <p:spPr>
          <a:xfrm>
            <a:off x="3462528" y="2286000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3462528" y="1124712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idx="20"/>
          </p:nvPr>
        </p:nvSpPr>
        <p:spPr>
          <a:xfrm>
            <a:off x="3462528" y="3968496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3462528" y="2807208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idx="22"/>
          </p:nvPr>
        </p:nvSpPr>
        <p:spPr>
          <a:xfrm>
            <a:off x="3462528" y="5650992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3462528" y="4489704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2"/>
          <p:cNvSpPr>
            <a:spLocks noGrp="1"/>
          </p:cNvSpPr>
          <p:nvPr>
            <p:ph idx="24"/>
          </p:nvPr>
        </p:nvSpPr>
        <p:spPr>
          <a:xfrm>
            <a:off x="6327648" y="2286000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7"/>
          <p:cNvSpPr>
            <a:spLocks noGrp="1"/>
          </p:cNvSpPr>
          <p:nvPr>
            <p:ph type="pic" sz="quarter" idx="25"/>
          </p:nvPr>
        </p:nvSpPr>
        <p:spPr>
          <a:xfrm>
            <a:off x="6327648" y="1124712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Content Placeholder 2"/>
          <p:cNvSpPr>
            <a:spLocks noGrp="1"/>
          </p:cNvSpPr>
          <p:nvPr>
            <p:ph idx="26"/>
          </p:nvPr>
        </p:nvSpPr>
        <p:spPr>
          <a:xfrm>
            <a:off x="6327648" y="3968496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7"/>
          <p:cNvSpPr>
            <a:spLocks noGrp="1"/>
          </p:cNvSpPr>
          <p:nvPr>
            <p:ph type="pic" sz="quarter" idx="27"/>
          </p:nvPr>
        </p:nvSpPr>
        <p:spPr>
          <a:xfrm>
            <a:off x="6327648" y="2807208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Content Placeholder 2"/>
          <p:cNvSpPr>
            <a:spLocks noGrp="1"/>
          </p:cNvSpPr>
          <p:nvPr>
            <p:ph idx="28"/>
          </p:nvPr>
        </p:nvSpPr>
        <p:spPr>
          <a:xfrm>
            <a:off x="6327648" y="5650992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7"/>
          <p:cNvSpPr>
            <a:spLocks noGrp="1"/>
          </p:cNvSpPr>
          <p:nvPr>
            <p:ph type="pic" sz="quarter" idx="29"/>
          </p:nvPr>
        </p:nvSpPr>
        <p:spPr>
          <a:xfrm>
            <a:off x="6327648" y="4489704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Content Placeholder 2"/>
          <p:cNvSpPr>
            <a:spLocks noGrp="1"/>
          </p:cNvSpPr>
          <p:nvPr>
            <p:ph idx="30"/>
          </p:nvPr>
        </p:nvSpPr>
        <p:spPr>
          <a:xfrm>
            <a:off x="9192768" y="2286000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9192768" y="1124712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Content Placeholder 2"/>
          <p:cNvSpPr>
            <a:spLocks noGrp="1"/>
          </p:cNvSpPr>
          <p:nvPr>
            <p:ph idx="32"/>
          </p:nvPr>
        </p:nvSpPr>
        <p:spPr>
          <a:xfrm>
            <a:off x="9192768" y="3968496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7"/>
          <p:cNvSpPr>
            <a:spLocks noGrp="1"/>
          </p:cNvSpPr>
          <p:nvPr>
            <p:ph type="pic" sz="quarter" idx="33"/>
          </p:nvPr>
        </p:nvSpPr>
        <p:spPr>
          <a:xfrm>
            <a:off x="9192768" y="2807208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Content Placeholder 2"/>
          <p:cNvSpPr>
            <a:spLocks noGrp="1"/>
          </p:cNvSpPr>
          <p:nvPr>
            <p:ph idx="34"/>
          </p:nvPr>
        </p:nvSpPr>
        <p:spPr>
          <a:xfrm>
            <a:off x="9192768" y="5650992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9192768" y="4489704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r>
              <a:rPr lang="en-US" sz="75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3" name="Text Placeholder 8"/>
          <p:cNvSpPr>
            <a:spLocks noGrp="1"/>
          </p:cNvSpPr>
          <p:nvPr>
            <p:ph type="body" sz="quarter" idx="39" hasCustomPrompt="1"/>
          </p:nvPr>
        </p:nvSpPr>
        <p:spPr>
          <a:xfrm>
            <a:off x="1908969" y="6045312"/>
            <a:ext cx="8374062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2715753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ecutiv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362456"/>
            <a:ext cx="670560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8607552" y="1371600"/>
            <a:ext cx="299923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8607552" y="3145536"/>
            <a:ext cx="299923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8607552" y="4928616"/>
            <a:ext cx="299923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sz="75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1016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624328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21792" y="123444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Content Placeholder 2"/>
          <p:cNvSpPr>
            <a:spLocks noGrp="1"/>
          </p:cNvSpPr>
          <p:nvPr>
            <p:ph idx="18"/>
          </p:nvPr>
        </p:nvSpPr>
        <p:spPr>
          <a:xfrm>
            <a:off x="4718304" y="2624328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730496" y="123444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Content Placeholder 2"/>
          <p:cNvSpPr>
            <a:spLocks noGrp="1"/>
          </p:cNvSpPr>
          <p:nvPr>
            <p:ph idx="20"/>
          </p:nvPr>
        </p:nvSpPr>
        <p:spPr>
          <a:xfrm>
            <a:off x="8839200" y="2624328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8839200" y="123444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Content Placeholder 2"/>
          <p:cNvSpPr>
            <a:spLocks noGrp="1"/>
          </p:cNvSpPr>
          <p:nvPr>
            <p:ph idx="22"/>
          </p:nvPr>
        </p:nvSpPr>
        <p:spPr>
          <a:xfrm>
            <a:off x="609600" y="4407408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621792" y="300837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Content Placeholder 2"/>
          <p:cNvSpPr>
            <a:spLocks noGrp="1"/>
          </p:cNvSpPr>
          <p:nvPr>
            <p:ph idx="28"/>
          </p:nvPr>
        </p:nvSpPr>
        <p:spPr>
          <a:xfrm>
            <a:off x="609600" y="618134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7"/>
          <p:cNvSpPr>
            <a:spLocks noGrp="1"/>
          </p:cNvSpPr>
          <p:nvPr>
            <p:ph type="pic" sz="quarter" idx="29"/>
          </p:nvPr>
        </p:nvSpPr>
        <p:spPr>
          <a:xfrm>
            <a:off x="621792" y="479145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Content Placeholder 2"/>
          <p:cNvSpPr>
            <a:spLocks noGrp="1"/>
          </p:cNvSpPr>
          <p:nvPr>
            <p:ph idx="30"/>
          </p:nvPr>
        </p:nvSpPr>
        <p:spPr>
          <a:xfrm>
            <a:off x="4730496" y="4407408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4730496" y="300837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Content Placeholder 2"/>
          <p:cNvSpPr>
            <a:spLocks noGrp="1"/>
          </p:cNvSpPr>
          <p:nvPr>
            <p:ph idx="32"/>
          </p:nvPr>
        </p:nvSpPr>
        <p:spPr>
          <a:xfrm>
            <a:off x="4730496" y="618134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Picture Placeholder 7"/>
          <p:cNvSpPr>
            <a:spLocks noGrp="1"/>
          </p:cNvSpPr>
          <p:nvPr>
            <p:ph type="pic" sz="quarter" idx="33"/>
          </p:nvPr>
        </p:nvSpPr>
        <p:spPr>
          <a:xfrm>
            <a:off x="4730496" y="479145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Content Placeholder 2"/>
          <p:cNvSpPr>
            <a:spLocks noGrp="1"/>
          </p:cNvSpPr>
          <p:nvPr>
            <p:ph idx="34"/>
          </p:nvPr>
        </p:nvSpPr>
        <p:spPr>
          <a:xfrm>
            <a:off x="8839200" y="4407408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8839200" y="300837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Content Placeholder 2"/>
          <p:cNvSpPr>
            <a:spLocks noGrp="1"/>
          </p:cNvSpPr>
          <p:nvPr>
            <p:ph idx="36"/>
          </p:nvPr>
        </p:nvSpPr>
        <p:spPr>
          <a:xfrm>
            <a:off x="8839200" y="618134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Picture Placeholder 7"/>
          <p:cNvSpPr>
            <a:spLocks noGrp="1"/>
          </p:cNvSpPr>
          <p:nvPr>
            <p:ph type="pic" sz="quarter" idx="37"/>
          </p:nvPr>
        </p:nvSpPr>
        <p:spPr>
          <a:xfrm>
            <a:off x="8839200" y="479145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r>
              <a:rPr lang="en-US" sz="75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5739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picture layout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34086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21792" y="1060704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Content Placeholder 2"/>
          <p:cNvSpPr>
            <a:spLocks noGrp="1"/>
          </p:cNvSpPr>
          <p:nvPr>
            <p:ph idx="18"/>
          </p:nvPr>
        </p:nvSpPr>
        <p:spPr>
          <a:xfrm>
            <a:off x="4718304" y="234086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730496" y="1060704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Content Placeholder 2"/>
          <p:cNvSpPr>
            <a:spLocks noGrp="1"/>
          </p:cNvSpPr>
          <p:nvPr>
            <p:ph idx="20"/>
          </p:nvPr>
        </p:nvSpPr>
        <p:spPr>
          <a:xfrm>
            <a:off x="8839200" y="234086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8839200" y="1060704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Content Placeholder 2"/>
          <p:cNvSpPr>
            <a:spLocks noGrp="1"/>
          </p:cNvSpPr>
          <p:nvPr>
            <p:ph idx="22"/>
          </p:nvPr>
        </p:nvSpPr>
        <p:spPr>
          <a:xfrm>
            <a:off x="609600" y="412394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621792" y="283464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Content Placeholder 2"/>
          <p:cNvSpPr>
            <a:spLocks noGrp="1"/>
          </p:cNvSpPr>
          <p:nvPr>
            <p:ph idx="28"/>
          </p:nvPr>
        </p:nvSpPr>
        <p:spPr>
          <a:xfrm>
            <a:off x="609600" y="589788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7"/>
          <p:cNvSpPr>
            <a:spLocks noGrp="1"/>
          </p:cNvSpPr>
          <p:nvPr>
            <p:ph type="pic" sz="quarter" idx="29"/>
          </p:nvPr>
        </p:nvSpPr>
        <p:spPr>
          <a:xfrm>
            <a:off x="621792" y="461772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Content Placeholder 2"/>
          <p:cNvSpPr>
            <a:spLocks noGrp="1"/>
          </p:cNvSpPr>
          <p:nvPr>
            <p:ph idx="30"/>
          </p:nvPr>
        </p:nvSpPr>
        <p:spPr>
          <a:xfrm>
            <a:off x="4730496" y="412394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4730496" y="283464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Content Placeholder 2"/>
          <p:cNvSpPr>
            <a:spLocks noGrp="1"/>
          </p:cNvSpPr>
          <p:nvPr>
            <p:ph idx="32"/>
          </p:nvPr>
        </p:nvSpPr>
        <p:spPr>
          <a:xfrm>
            <a:off x="4730496" y="589788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Picture Placeholder 7"/>
          <p:cNvSpPr>
            <a:spLocks noGrp="1"/>
          </p:cNvSpPr>
          <p:nvPr>
            <p:ph type="pic" sz="quarter" idx="33"/>
          </p:nvPr>
        </p:nvSpPr>
        <p:spPr>
          <a:xfrm>
            <a:off x="4730496" y="461772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Content Placeholder 2"/>
          <p:cNvSpPr>
            <a:spLocks noGrp="1"/>
          </p:cNvSpPr>
          <p:nvPr>
            <p:ph idx="34"/>
          </p:nvPr>
        </p:nvSpPr>
        <p:spPr>
          <a:xfrm>
            <a:off x="8839200" y="412394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8839200" y="283464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Content Placeholder 2"/>
          <p:cNvSpPr>
            <a:spLocks noGrp="1"/>
          </p:cNvSpPr>
          <p:nvPr>
            <p:ph idx="36"/>
          </p:nvPr>
        </p:nvSpPr>
        <p:spPr>
          <a:xfrm>
            <a:off x="8839200" y="589788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Picture Placeholder 7"/>
          <p:cNvSpPr>
            <a:spLocks noGrp="1"/>
          </p:cNvSpPr>
          <p:nvPr>
            <p:ph type="pic" sz="quarter" idx="37"/>
          </p:nvPr>
        </p:nvSpPr>
        <p:spPr>
          <a:xfrm>
            <a:off x="8839200" y="461772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r>
              <a:rPr lang="en-US" sz="75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26" name="Text Placeholder 8"/>
          <p:cNvSpPr>
            <a:spLocks noGrp="1"/>
          </p:cNvSpPr>
          <p:nvPr>
            <p:ph type="body" sz="quarter" idx="41" hasCustomPrompt="1"/>
          </p:nvPr>
        </p:nvSpPr>
        <p:spPr>
          <a:xfrm>
            <a:off x="1908969" y="6079429"/>
            <a:ext cx="8374062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3305354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06324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21792" y="160020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Content Placeholder 2"/>
          <p:cNvSpPr>
            <a:spLocks noGrp="1"/>
          </p:cNvSpPr>
          <p:nvPr>
            <p:ph idx="18"/>
          </p:nvPr>
        </p:nvSpPr>
        <p:spPr>
          <a:xfrm>
            <a:off x="4718304" y="306324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730496" y="160020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Content Placeholder 2"/>
          <p:cNvSpPr>
            <a:spLocks noGrp="1"/>
          </p:cNvSpPr>
          <p:nvPr>
            <p:ph idx="20"/>
          </p:nvPr>
        </p:nvSpPr>
        <p:spPr>
          <a:xfrm>
            <a:off x="8839200" y="306324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8839200" y="160020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Content Placeholder 2"/>
          <p:cNvSpPr>
            <a:spLocks noGrp="1"/>
          </p:cNvSpPr>
          <p:nvPr>
            <p:ph idx="22"/>
          </p:nvPr>
        </p:nvSpPr>
        <p:spPr>
          <a:xfrm>
            <a:off x="609600" y="5102352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621792" y="364845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Content Placeholder 2"/>
          <p:cNvSpPr>
            <a:spLocks noGrp="1"/>
          </p:cNvSpPr>
          <p:nvPr>
            <p:ph idx="30"/>
          </p:nvPr>
        </p:nvSpPr>
        <p:spPr>
          <a:xfrm>
            <a:off x="4730496" y="5102352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4730496" y="364845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Content Placeholder 2"/>
          <p:cNvSpPr>
            <a:spLocks noGrp="1"/>
          </p:cNvSpPr>
          <p:nvPr>
            <p:ph idx="34"/>
          </p:nvPr>
        </p:nvSpPr>
        <p:spPr>
          <a:xfrm>
            <a:off x="8839200" y="5102352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8839200" y="364845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9357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picture layout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06324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21792" y="160020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Content Placeholder 2"/>
          <p:cNvSpPr>
            <a:spLocks noGrp="1"/>
          </p:cNvSpPr>
          <p:nvPr>
            <p:ph idx="18"/>
          </p:nvPr>
        </p:nvSpPr>
        <p:spPr>
          <a:xfrm>
            <a:off x="4718304" y="306324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730496" y="160020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Content Placeholder 2"/>
          <p:cNvSpPr>
            <a:spLocks noGrp="1"/>
          </p:cNvSpPr>
          <p:nvPr>
            <p:ph idx="20"/>
          </p:nvPr>
        </p:nvSpPr>
        <p:spPr>
          <a:xfrm>
            <a:off x="8839200" y="306324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8839200" y="160020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Content Placeholder 2"/>
          <p:cNvSpPr>
            <a:spLocks noGrp="1"/>
          </p:cNvSpPr>
          <p:nvPr>
            <p:ph idx="22"/>
          </p:nvPr>
        </p:nvSpPr>
        <p:spPr>
          <a:xfrm>
            <a:off x="609600" y="5102352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621792" y="364845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Content Placeholder 2"/>
          <p:cNvSpPr>
            <a:spLocks noGrp="1"/>
          </p:cNvSpPr>
          <p:nvPr>
            <p:ph idx="30"/>
          </p:nvPr>
        </p:nvSpPr>
        <p:spPr>
          <a:xfrm>
            <a:off x="4730496" y="5102352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4730496" y="364845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Content Placeholder 2"/>
          <p:cNvSpPr>
            <a:spLocks noGrp="1"/>
          </p:cNvSpPr>
          <p:nvPr>
            <p:ph idx="34"/>
          </p:nvPr>
        </p:nvSpPr>
        <p:spPr>
          <a:xfrm>
            <a:off x="8839200" y="5102352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8839200" y="364845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588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Bottom Content with tw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352544"/>
            <a:ext cx="10972800" cy="1311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242304" y="1600200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sz="75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5682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Bottom Content with two image and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352544"/>
            <a:ext cx="10972800" cy="1311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242304" y="1600200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r>
              <a:rPr lang="en-US" sz="75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41" hasCustomPrompt="1"/>
          </p:nvPr>
        </p:nvSpPr>
        <p:spPr>
          <a:xfrm>
            <a:off x="1908969" y="6045312"/>
            <a:ext cx="8374062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382257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75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4889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,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sz="75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77851" y="356617"/>
            <a:ext cx="11008783" cy="378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438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586318" y="6657976"/>
            <a:ext cx="2753783" cy="1111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144" tIns="9144" rIns="9144" bIns="9144" anchor="b">
            <a:spAutoFit/>
          </a:bodyPr>
          <a:lstStyle/>
          <a:p>
            <a:pPr defTabSz="82073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600" dirty="0">
                <a:solidFill>
                  <a:srgbClr val="FFFFFF">
                    <a:lumMod val="50000"/>
                  </a:srgbClr>
                </a:solidFill>
              </a:rPr>
              <a:t>Copyright © 2019 Boeing. All rights reserved.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75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  <p:pic>
        <p:nvPicPr>
          <p:cNvPr id="4" name="Picture 5" descr="Boeing_RGBblue_largePPT"/>
          <p:cNvPicPr preferRelativeResize="0"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4461688" y="2838450"/>
            <a:ext cx="3193785" cy="822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54507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  <p:pic>
        <p:nvPicPr>
          <p:cNvPr id="5" name="Picture 5" descr="Boeing_RGBblue_largePPT"/>
          <p:cNvPicPr preferRelativeResize="0"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4448988" y="2927350"/>
            <a:ext cx="3193785" cy="822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17890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lumn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95792" y="6532563"/>
            <a:ext cx="2376397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" tIns="9144" rIns="9144" bIns="9144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6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322290" y="1412876"/>
            <a:ext cx="11450609" cy="48300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dirty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lang="en-US" dirty="0" smtClean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lang="en-US" dirty="0" smtClean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lang="en-US" dirty="0" smtClean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lang="en-US" dirty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19"/>
          <p:cNvSpPr>
            <a:spLocks noGrp="1"/>
          </p:cNvSpPr>
          <p:nvPr>
            <p:ph type="title" hasCustomPrompt="1"/>
          </p:nvPr>
        </p:nvSpPr>
        <p:spPr>
          <a:xfrm>
            <a:off x="324946" y="0"/>
            <a:ext cx="11447953" cy="1001183"/>
          </a:xfrm>
        </p:spPr>
        <p:txBody>
          <a:bodyPr>
            <a:normAutofit/>
          </a:bodyPr>
          <a:lstStyle>
            <a:lvl1pPr>
              <a:defRPr sz="3000" b="1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Slide title (Arial 30pt)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3009"/>
            <a:ext cx="12192000" cy="67056"/>
          </a:xfrm>
          <a:prstGeom prst="rect">
            <a:avLst/>
          </a:prstGeom>
        </p:spPr>
      </p:pic>
      <p:pic>
        <p:nvPicPr>
          <p:cNvPr id="8" name="Picture 7" descr="BGS_Wordmark_Blue.ai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2351" t="46544" r="28181" b="46668"/>
          <a:stretch/>
        </p:blipFill>
        <p:spPr>
          <a:xfrm>
            <a:off x="10167456" y="438727"/>
            <a:ext cx="1557680" cy="235825"/>
          </a:xfrm>
          <a:prstGeom prst="rect">
            <a:avLst/>
          </a:prstGeom>
        </p:spPr>
      </p:pic>
      <p:pic>
        <p:nvPicPr>
          <p:cNvPr id="9" name="Picture 8" descr="BGS_Wordmark_Blue.ai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2351" t="46544" r="28181" b="46668"/>
          <a:stretch/>
        </p:blipFill>
        <p:spPr>
          <a:xfrm>
            <a:off x="10167456" y="438727"/>
            <a:ext cx="1557680" cy="23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16458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, 1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721" y="922770"/>
            <a:ext cx="11152680" cy="55707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14300" indent="-114300">
              <a:lnSpc>
                <a:spcPct val="100000"/>
              </a:lnSpc>
              <a:spcBef>
                <a:spcPts val="600"/>
              </a:spcBef>
              <a:buFontTx/>
              <a:buNone/>
              <a:defRPr lang="en-US" dirty="0" smtClean="0">
                <a:solidFill>
                  <a:srgbClr val="000000"/>
                </a:solidFill>
              </a:defRPr>
            </a:lvl1pPr>
            <a:lvl2pPr marL="228600" indent="-114300">
              <a:lnSpc>
                <a:spcPct val="100000"/>
              </a:lnSpc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100000"/>
              <a:def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342900" indent="-101600">
              <a:lnSpc>
                <a:spcPct val="100000"/>
              </a:lnSpc>
              <a:spcBef>
                <a:spcPts val="400"/>
              </a:spcBef>
              <a:buSzPct val="100000"/>
              <a:defRPr lang="en-US" sz="1800" dirty="0" smtClean="0"/>
            </a:lvl3pPr>
            <a:lvl4pPr marL="457200" indent="-112713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tx1">
                  <a:lumMod val="50000"/>
                  <a:lumOff val="50000"/>
                </a:schemeClr>
              </a:buClr>
              <a:buSzPct val="70000"/>
              <a:buFont typeface="Wingdings" panose="05000000000000000000" pitchFamily="2" charset="2"/>
              <a:buChar char="q"/>
              <a:defRPr lang="en-US" sz="1600" b="0" dirty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571500" indent="-114300">
              <a:lnSpc>
                <a:spcPct val="100000"/>
              </a:lnSpc>
              <a:spcBef>
                <a:spcPts val="400"/>
              </a:spcBef>
              <a:buSzPct val="70000"/>
              <a:def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29722" y="189625"/>
            <a:ext cx="11254279" cy="640080"/>
          </a:xfr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lang="en-US" b="1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714499" y="-540599"/>
            <a:ext cx="15629417" cy="7971762"/>
            <a:chOff x="-1285875" y="-540599"/>
            <a:chExt cx="11722063" cy="7971762"/>
          </a:xfrm>
        </p:grpSpPr>
        <p:grpSp>
          <p:nvGrpSpPr>
            <p:cNvPr id="54" name="Group 53"/>
            <p:cNvGrpSpPr/>
            <p:nvPr userDrawn="1"/>
          </p:nvGrpSpPr>
          <p:grpSpPr>
            <a:xfrm>
              <a:off x="-1285875" y="671512"/>
              <a:ext cx="1285875" cy="5502910"/>
              <a:chOff x="-1285875" y="671512"/>
              <a:chExt cx="1285875" cy="5502910"/>
            </a:xfrm>
          </p:grpSpPr>
          <p:grpSp>
            <p:nvGrpSpPr>
              <p:cNvPr id="55" name="Group 54"/>
              <p:cNvGrpSpPr/>
              <p:nvPr userDrawn="1"/>
            </p:nvGrpSpPr>
            <p:grpSpPr>
              <a:xfrm>
                <a:off x="-781051" y="671512"/>
                <a:ext cx="733426" cy="180975"/>
                <a:chOff x="-781051" y="671512"/>
                <a:chExt cx="733426" cy="180975"/>
              </a:xfrm>
            </p:grpSpPr>
            <p:cxnSp>
              <p:nvCxnSpPr>
                <p:cNvPr id="67" name="Straight Arrow Connector 66"/>
                <p:cNvCxnSpPr/>
                <p:nvPr userDrawn="1"/>
              </p:nvCxnSpPr>
              <p:spPr>
                <a:xfrm>
                  <a:off x="-361950" y="752475"/>
                  <a:ext cx="314325" cy="0"/>
                </a:xfrm>
                <a:prstGeom prst="straightConnector1">
                  <a:avLst/>
                </a:prstGeom>
                <a:ln w="12700">
                  <a:solidFill>
                    <a:srgbClr val="7F8C95"/>
                  </a:solidFill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8" name="TextBox 67"/>
                <p:cNvSpPr txBox="1"/>
                <p:nvPr userDrawn="1"/>
              </p:nvSpPr>
              <p:spPr bwMode="auto">
                <a:xfrm>
                  <a:off x="-781051" y="671512"/>
                  <a:ext cx="357188" cy="1809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r" defTabSz="914400" rtl="0" eaLnBrk="1" fontAlgn="base" latinLnBrk="0" hangingPunct="1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7F8C95"/>
                      </a:solidFill>
                      <a:effectLst/>
                      <a:uLnTx/>
                      <a:uFillTx/>
                      <a:latin typeface="+mj-lt"/>
                      <a:ea typeface="+mj-ea"/>
                      <a:cs typeface="Arial" pitchFamily="34" charset="0"/>
                    </a:rPr>
                    <a:t>title </a:t>
                  </a:r>
                  <a:b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7F8C95"/>
                      </a:solidFill>
                      <a:effectLst/>
                      <a:uLnTx/>
                      <a:uFillTx/>
                      <a:latin typeface="+mj-lt"/>
                      <a:ea typeface="+mj-ea"/>
                      <a:cs typeface="Arial" pitchFamily="34" charset="0"/>
                    </a:rPr>
                  </a:b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7F8C95"/>
                      </a:solidFill>
                      <a:effectLst/>
                      <a:uLnTx/>
                      <a:uFillTx/>
                      <a:latin typeface="+mj-lt"/>
                      <a:ea typeface="+mj-ea"/>
                      <a:cs typeface="Arial" pitchFamily="34" charset="0"/>
                    </a:rPr>
                    <a:t>line</a:t>
                  </a:r>
                </a:p>
              </p:txBody>
            </p:sp>
          </p:grpSp>
          <p:grpSp>
            <p:nvGrpSpPr>
              <p:cNvPr id="57" name="Group 56"/>
              <p:cNvGrpSpPr/>
              <p:nvPr userDrawn="1"/>
            </p:nvGrpSpPr>
            <p:grpSpPr>
              <a:xfrm>
                <a:off x="-1038225" y="842962"/>
                <a:ext cx="990600" cy="180975"/>
                <a:chOff x="-1038225" y="842962"/>
                <a:chExt cx="990600" cy="180975"/>
              </a:xfrm>
            </p:grpSpPr>
            <p:cxnSp>
              <p:nvCxnSpPr>
                <p:cNvPr id="63" name="Straight Arrow Connector 62"/>
                <p:cNvCxnSpPr/>
                <p:nvPr userDrawn="1"/>
              </p:nvCxnSpPr>
              <p:spPr>
                <a:xfrm>
                  <a:off x="-361950" y="923925"/>
                  <a:ext cx="314325" cy="0"/>
                </a:xfrm>
                <a:prstGeom prst="straightConnector1">
                  <a:avLst/>
                </a:prstGeom>
                <a:ln w="12700">
                  <a:solidFill>
                    <a:srgbClr val="7F8C95"/>
                  </a:solidFill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4" name="TextBox 63"/>
                <p:cNvSpPr txBox="1"/>
                <p:nvPr userDrawn="1"/>
              </p:nvSpPr>
              <p:spPr bwMode="auto">
                <a:xfrm>
                  <a:off x="-1038225" y="842962"/>
                  <a:ext cx="614362" cy="1809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r" defTabSz="914400" rtl="0" eaLnBrk="1" fontAlgn="base" latinLnBrk="0" hangingPunct="1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7F8C95"/>
                      </a:solidFill>
                      <a:effectLst/>
                      <a:uLnTx/>
                      <a:uFillTx/>
                      <a:latin typeface="+mj-lt"/>
                      <a:ea typeface="+mj-ea"/>
                      <a:cs typeface="Arial" pitchFamily="34" charset="0"/>
                    </a:rPr>
                    <a:t>content top margin</a:t>
                  </a:r>
                </a:p>
              </p:txBody>
            </p:sp>
          </p:grpSp>
          <p:cxnSp>
            <p:nvCxnSpPr>
              <p:cNvPr id="58" name="Straight Arrow Connector 57"/>
              <p:cNvCxnSpPr/>
              <p:nvPr userDrawn="1"/>
            </p:nvCxnSpPr>
            <p:spPr>
              <a:xfrm>
                <a:off x="-361950" y="3429000"/>
                <a:ext cx="361950" cy="0"/>
              </a:xfrm>
              <a:prstGeom prst="straightConnector1">
                <a:avLst/>
              </a:prstGeom>
              <a:ln w="12700">
                <a:solidFill>
                  <a:srgbClr val="7F8C95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TextBox 58"/>
              <p:cNvSpPr txBox="1"/>
              <p:nvPr userDrawn="1"/>
            </p:nvSpPr>
            <p:spPr bwMode="auto">
              <a:xfrm>
                <a:off x="-1038225" y="3338513"/>
                <a:ext cx="614362" cy="1809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F8C95"/>
                    </a:solidFill>
                    <a:effectLst/>
                    <a:uLnTx/>
                    <a:uFillTx/>
                    <a:latin typeface="+mj-lt"/>
                    <a:ea typeface="+mj-ea"/>
                    <a:cs typeface="Arial" pitchFamily="34" charset="0"/>
                  </a:rPr>
                  <a:t>center</a:t>
                </a:r>
              </a:p>
            </p:txBody>
          </p:sp>
          <p:grpSp>
            <p:nvGrpSpPr>
              <p:cNvPr id="60" name="Group 59"/>
              <p:cNvGrpSpPr/>
              <p:nvPr userDrawn="1"/>
            </p:nvGrpSpPr>
            <p:grpSpPr>
              <a:xfrm>
                <a:off x="-1285875" y="5993447"/>
                <a:ext cx="1238250" cy="180975"/>
                <a:chOff x="-1285875" y="5993447"/>
                <a:chExt cx="1238250" cy="180975"/>
              </a:xfrm>
            </p:grpSpPr>
            <p:cxnSp>
              <p:nvCxnSpPr>
                <p:cNvPr id="61" name="Straight Arrow Connector 60"/>
                <p:cNvCxnSpPr/>
                <p:nvPr userDrawn="1"/>
              </p:nvCxnSpPr>
              <p:spPr>
                <a:xfrm>
                  <a:off x="-361950" y="6083935"/>
                  <a:ext cx="314325" cy="0"/>
                </a:xfrm>
                <a:prstGeom prst="straightConnector1">
                  <a:avLst/>
                </a:prstGeom>
                <a:ln w="12700">
                  <a:solidFill>
                    <a:srgbClr val="7F8C95"/>
                  </a:solidFill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" name="TextBox 61"/>
                <p:cNvSpPr txBox="1"/>
                <p:nvPr userDrawn="1"/>
              </p:nvSpPr>
              <p:spPr bwMode="auto">
                <a:xfrm>
                  <a:off x="-1285875" y="5993447"/>
                  <a:ext cx="862012" cy="1809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r" defTabSz="914400" rtl="0" eaLnBrk="1" fontAlgn="base" latinLnBrk="0" hangingPunct="1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7F8C95"/>
                      </a:solidFill>
                      <a:effectLst/>
                      <a:uLnTx/>
                      <a:uFillTx/>
                      <a:latin typeface="+mj-lt"/>
                      <a:ea typeface="+mj-ea"/>
                      <a:cs typeface="Arial" pitchFamily="34" charset="0"/>
                    </a:rPr>
                    <a:t>content bottom margin</a:t>
                  </a:r>
                </a:p>
              </p:txBody>
            </p:sp>
          </p:grpSp>
        </p:grpSp>
        <p:grpSp>
          <p:nvGrpSpPr>
            <p:cNvPr id="69" name="Group 68"/>
            <p:cNvGrpSpPr/>
            <p:nvPr userDrawn="1"/>
          </p:nvGrpSpPr>
          <p:grpSpPr>
            <a:xfrm>
              <a:off x="9143004" y="671512"/>
              <a:ext cx="1293184" cy="5471380"/>
              <a:chOff x="9143004" y="671512"/>
              <a:chExt cx="1293184" cy="5471380"/>
            </a:xfrm>
          </p:grpSpPr>
          <p:grpSp>
            <p:nvGrpSpPr>
              <p:cNvPr id="70" name="Group 69"/>
              <p:cNvGrpSpPr/>
              <p:nvPr userDrawn="1"/>
            </p:nvGrpSpPr>
            <p:grpSpPr>
              <a:xfrm>
                <a:off x="9190629" y="671512"/>
                <a:ext cx="740735" cy="180975"/>
                <a:chOff x="9190629" y="671512"/>
                <a:chExt cx="740735" cy="180975"/>
              </a:xfrm>
            </p:grpSpPr>
            <p:sp>
              <p:nvSpPr>
                <p:cNvPr id="82" name="TextBox 81"/>
                <p:cNvSpPr txBox="1"/>
                <p:nvPr userDrawn="1"/>
              </p:nvSpPr>
              <p:spPr bwMode="auto">
                <a:xfrm>
                  <a:off x="9574176" y="671512"/>
                  <a:ext cx="357188" cy="1809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7F8C95"/>
                      </a:solidFill>
                      <a:effectLst/>
                      <a:uLnTx/>
                      <a:uFillTx/>
                      <a:latin typeface="+mj-lt"/>
                      <a:ea typeface="+mj-ea"/>
                      <a:cs typeface="Arial" pitchFamily="34" charset="0"/>
                    </a:rPr>
                    <a:t>title </a:t>
                  </a:r>
                  <a:b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7F8C95"/>
                      </a:solidFill>
                      <a:effectLst/>
                      <a:uLnTx/>
                      <a:uFillTx/>
                      <a:latin typeface="+mj-lt"/>
                      <a:ea typeface="+mj-ea"/>
                      <a:cs typeface="Arial" pitchFamily="34" charset="0"/>
                    </a:rPr>
                  </a:b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7F8C95"/>
                      </a:solidFill>
                      <a:effectLst/>
                      <a:uLnTx/>
                      <a:uFillTx/>
                      <a:latin typeface="+mj-lt"/>
                      <a:ea typeface="+mj-ea"/>
                      <a:cs typeface="Arial" pitchFamily="34" charset="0"/>
                    </a:rPr>
                    <a:t>line</a:t>
                  </a:r>
                </a:p>
              </p:txBody>
            </p:sp>
            <p:cxnSp>
              <p:nvCxnSpPr>
                <p:cNvPr id="83" name="Straight Arrow Connector 82"/>
                <p:cNvCxnSpPr/>
                <p:nvPr userDrawn="1"/>
              </p:nvCxnSpPr>
              <p:spPr>
                <a:xfrm flipH="1">
                  <a:off x="9190629" y="752475"/>
                  <a:ext cx="314325" cy="0"/>
                </a:xfrm>
                <a:prstGeom prst="straightConnector1">
                  <a:avLst/>
                </a:prstGeom>
                <a:ln w="12700">
                  <a:solidFill>
                    <a:srgbClr val="7F8C95"/>
                  </a:solidFill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2" name="Group 71"/>
              <p:cNvGrpSpPr/>
              <p:nvPr userDrawn="1"/>
            </p:nvGrpSpPr>
            <p:grpSpPr>
              <a:xfrm>
                <a:off x="9143004" y="852487"/>
                <a:ext cx="997909" cy="180975"/>
                <a:chOff x="9143004" y="852487"/>
                <a:chExt cx="997909" cy="180975"/>
              </a:xfrm>
            </p:grpSpPr>
            <p:sp>
              <p:nvSpPr>
                <p:cNvPr id="78" name="TextBox 77"/>
                <p:cNvSpPr txBox="1"/>
                <p:nvPr userDrawn="1"/>
              </p:nvSpPr>
              <p:spPr bwMode="auto">
                <a:xfrm>
                  <a:off x="9526551" y="852487"/>
                  <a:ext cx="614362" cy="1809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7F8C95"/>
                      </a:solidFill>
                      <a:effectLst/>
                      <a:uLnTx/>
                      <a:uFillTx/>
                      <a:latin typeface="+mj-lt"/>
                      <a:ea typeface="+mj-ea"/>
                      <a:cs typeface="Arial" pitchFamily="34" charset="0"/>
                    </a:rPr>
                    <a:t>content top margin</a:t>
                  </a:r>
                </a:p>
              </p:txBody>
            </p:sp>
            <p:cxnSp>
              <p:nvCxnSpPr>
                <p:cNvPr id="79" name="Straight Arrow Connector 78"/>
                <p:cNvCxnSpPr/>
                <p:nvPr userDrawn="1"/>
              </p:nvCxnSpPr>
              <p:spPr>
                <a:xfrm flipH="1">
                  <a:off x="9143004" y="933450"/>
                  <a:ext cx="314325" cy="0"/>
                </a:xfrm>
                <a:prstGeom prst="straightConnector1">
                  <a:avLst/>
                </a:prstGeom>
                <a:ln w="12700">
                  <a:solidFill>
                    <a:srgbClr val="7F8C95"/>
                  </a:solidFill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3" name="Straight Arrow Connector 72"/>
              <p:cNvCxnSpPr/>
              <p:nvPr userDrawn="1"/>
            </p:nvCxnSpPr>
            <p:spPr>
              <a:xfrm flipH="1">
                <a:off x="9143004" y="3429000"/>
                <a:ext cx="361950" cy="0"/>
              </a:xfrm>
              <a:prstGeom prst="straightConnector1">
                <a:avLst/>
              </a:prstGeom>
              <a:ln w="12700">
                <a:solidFill>
                  <a:srgbClr val="7F8C95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TextBox 73"/>
              <p:cNvSpPr txBox="1"/>
              <p:nvPr userDrawn="1"/>
            </p:nvSpPr>
            <p:spPr bwMode="auto">
              <a:xfrm>
                <a:off x="9574176" y="3338513"/>
                <a:ext cx="614362" cy="1809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F8C95"/>
                    </a:solidFill>
                    <a:effectLst/>
                    <a:uLnTx/>
                    <a:uFillTx/>
                    <a:latin typeface="+mj-lt"/>
                    <a:ea typeface="+mj-ea"/>
                    <a:cs typeface="Arial" pitchFamily="34" charset="0"/>
                  </a:rPr>
                  <a:t>center</a:t>
                </a:r>
              </a:p>
            </p:txBody>
          </p:sp>
          <p:grpSp>
            <p:nvGrpSpPr>
              <p:cNvPr id="75" name="Group 74"/>
              <p:cNvGrpSpPr/>
              <p:nvPr userDrawn="1"/>
            </p:nvGrpSpPr>
            <p:grpSpPr>
              <a:xfrm>
                <a:off x="9190629" y="5961917"/>
                <a:ext cx="1245559" cy="180975"/>
                <a:chOff x="9190629" y="5961917"/>
                <a:chExt cx="1245559" cy="180975"/>
              </a:xfrm>
            </p:grpSpPr>
            <p:sp>
              <p:nvSpPr>
                <p:cNvPr id="76" name="TextBox 75"/>
                <p:cNvSpPr txBox="1"/>
                <p:nvPr userDrawn="1"/>
              </p:nvSpPr>
              <p:spPr bwMode="auto">
                <a:xfrm>
                  <a:off x="9574176" y="5961917"/>
                  <a:ext cx="862012" cy="1809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7F8C95"/>
                      </a:solidFill>
                      <a:effectLst/>
                      <a:uLnTx/>
                      <a:uFillTx/>
                      <a:latin typeface="+mj-lt"/>
                      <a:ea typeface="+mj-ea"/>
                      <a:cs typeface="Arial" pitchFamily="34" charset="0"/>
                    </a:rPr>
                    <a:t>content bottom margin</a:t>
                  </a:r>
                </a:p>
              </p:txBody>
            </p:sp>
            <p:cxnSp>
              <p:nvCxnSpPr>
                <p:cNvPr id="77" name="Straight Arrow Connector 76"/>
                <p:cNvCxnSpPr/>
                <p:nvPr userDrawn="1"/>
              </p:nvCxnSpPr>
              <p:spPr>
                <a:xfrm flipH="1">
                  <a:off x="9190629" y="6052405"/>
                  <a:ext cx="314325" cy="0"/>
                </a:xfrm>
                <a:prstGeom prst="straightConnector1">
                  <a:avLst/>
                </a:prstGeom>
                <a:ln w="12700">
                  <a:solidFill>
                    <a:srgbClr val="7F8C95"/>
                  </a:solidFill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4" name="Group 83"/>
            <p:cNvGrpSpPr/>
            <p:nvPr userDrawn="1"/>
          </p:nvGrpSpPr>
          <p:grpSpPr>
            <a:xfrm>
              <a:off x="100012" y="-540599"/>
              <a:ext cx="8956494" cy="504974"/>
              <a:chOff x="100012" y="-540599"/>
              <a:chExt cx="8956494" cy="504974"/>
            </a:xfrm>
          </p:grpSpPr>
          <p:cxnSp>
            <p:nvCxnSpPr>
              <p:cNvPr id="85" name="Straight Arrow Connector 84"/>
              <p:cNvCxnSpPr/>
              <p:nvPr userDrawn="1"/>
            </p:nvCxnSpPr>
            <p:spPr>
              <a:xfrm>
                <a:off x="453542" y="-292802"/>
                <a:ext cx="0" cy="257174"/>
              </a:xfrm>
              <a:prstGeom prst="straightConnector1">
                <a:avLst/>
              </a:prstGeom>
              <a:ln w="12700">
                <a:solidFill>
                  <a:srgbClr val="7F8C95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/>
              <p:cNvCxnSpPr/>
              <p:nvPr userDrawn="1"/>
            </p:nvCxnSpPr>
            <p:spPr>
              <a:xfrm>
                <a:off x="8684687" y="-292802"/>
                <a:ext cx="0" cy="257173"/>
              </a:xfrm>
              <a:prstGeom prst="straightConnector1">
                <a:avLst/>
              </a:prstGeom>
              <a:ln w="12700">
                <a:solidFill>
                  <a:srgbClr val="7F8C95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TextBox 87"/>
              <p:cNvSpPr txBox="1"/>
              <p:nvPr userDrawn="1"/>
            </p:nvSpPr>
            <p:spPr bwMode="auto">
              <a:xfrm>
                <a:off x="100012" y="-522212"/>
                <a:ext cx="714375" cy="1809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rtlCol="0" anchor="b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F8C95"/>
                    </a:solidFill>
                    <a:effectLst/>
                    <a:uLnTx/>
                    <a:uFillTx/>
                    <a:latin typeface="+mj-lt"/>
                    <a:ea typeface="+mj-ea"/>
                    <a:cs typeface="Arial" pitchFamily="34" charset="0"/>
                  </a:rPr>
                  <a:t>left </a:t>
                </a:r>
                <a:b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F8C95"/>
                    </a:solidFill>
                    <a:effectLst/>
                    <a:uLnTx/>
                    <a:uFillTx/>
                    <a:latin typeface="+mj-lt"/>
                    <a:ea typeface="+mj-ea"/>
                    <a:cs typeface="Arial" pitchFamily="34" charset="0"/>
                  </a:rPr>
                </a:b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F8C95"/>
                    </a:solidFill>
                    <a:effectLst/>
                    <a:uLnTx/>
                    <a:uFillTx/>
                    <a:latin typeface="+mj-lt"/>
                    <a:ea typeface="+mj-ea"/>
                    <a:cs typeface="Arial" pitchFamily="34" charset="0"/>
                  </a:rPr>
                  <a:t>margin</a:t>
                </a:r>
              </a:p>
            </p:txBody>
          </p:sp>
          <p:grpSp>
            <p:nvGrpSpPr>
              <p:cNvPr id="90" name="Group 89"/>
              <p:cNvGrpSpPr/>
              <p:nvPr userDrawn="1"/>
            </p:nvGrpSpPr>
            <p:grpSpPr>
              <a:xfrm>
                <a:off x="4205520" y="-510499"/>
                <a:ext cx="714375" cy="474874"/>
                <a:chOff x="4205520" y="-510499"/>
                <a:chExt cx="714375" cy="474874"/>
              </a:xfrm>
            </p:grpSpPr>
            <p:cxnSp>
              <p:nvCxnSpPr>
                <p:cNvPr id="92" name="Straight Arrow Connector 91"/>
                <p:cNvCxnSpPr/>
                <p:nvPr userDrawn="1"/>
              </p:nvCxnSpPr>
              <p:spPr>
                <a:xfrm>
                  <a:off x="4567469" y="-292802"/>
                  <a:ext cx="0" cy="257177"/>
                </a:xfrm>
                <a:prstGeom prst="straightConnector1">
                  <a:avLst/>
                </a:prstGeom>
                <a:ln w="12700">
                  <a:solidFill>
                    <a:srgbClr val="7F8C95"/>
                  </a:solidFill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3" name="TextBox 92"/>
                <p:cNvSpPr txBox="1"/>
                <p:nvPr userDrawn="1"/>
              </p:nvSpPr>
              <p:spPr bwMode="auto">
                <a:xfrm>
                  <a:off x="4205520" y="-510499"/>
                  <a:ext cx="714375" cy="1809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0" rIns="0" bIns="0" numCol="1" rtlCol="0" anchor="b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7F8C95"/>
                      </a:solidFill>
                      <a:effectLst/>
                      <a:uLnTx/>
                      <a:uFillTx/>
                      <a:latin typeface="+mj-lt"/>
                      <a:ea typeface="+mj-ea"/>
                      <a:cs typeface="Arial" pitchFamily="34" charset="0"/>
                    </a:rPr>
                    <a:t>center</a:t>
                  </a:r>
                </a:p>
              </p:txBody>
            </p:sp>
          </p:grpSp>
          <p:sp>
            <p:nvSpPr>
              <p:cNvPr id="91" name="TextBox 90"/>
              <p:cNvSpPr txBox="1"/>
              <p:nvPr userDrawn="1"/>
            </p:nvSpPr>
            <p:spPr bwMode="auto">
              <a:xfrm>
                <a:off x="8342131" y="-540599"/>
                <a:ext cx="714375" cy="1809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rtlCol="0" anchor="b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F8C95"/>
                    </a:solidFill>
                    <a:effectLst/>
                    <a:uLnTx/>
                    <a:uFillTx/>
                    <a:latin typeface="+mj-lt"/>
                    <a:ea typeface="+mj-ea"/>
                    <a:cs typeface="Arial" pitchFamily="34" charset="0"/>
                  </a:rPr>
                  <a:t>right </a:t>
                </a:r>
              </a:p>
              <a:p>
                <a:pPr marL="0" marR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F8C95"/>
                    </a:solidFill>
                    <a:effectLst/>
                    <a:uLnTx/>
                    <a:uFillTx/>
                    <a:latin typeface="+mj-lt"/>
                    <a:ea typeface="+mj-ea"/>
                    <a:cs typeface="Arial" pitchFamily="34" charset="0"/>
                  </a:rPr>
                  <a:t>margin</a:t>
                </a:r>
              </a:p>
            </p:txBody>
          </p:sp>
        </p:grpSp>
        <p:grpSp>
          <p:nvGrpSpPr>
            <p:cNvPr id="94" name="Group 93"/>
            <p:cNvGrpSpPr/>
            <p:nvPr userDrawn="1"/>
          </p:nvGrpSpPr>
          <p:grpSpPr>
            <a:xfrm>
              <a:off x="100012" y="6899949"/>
              <a:ext cx="8956494" cy="531214"/>
              <a:chOff x="100012" y="-872451"/>
              <a:chExt cx="8956494" cy="531214"/>
            </a:xfrm>
          </p:grpSpPr>
          <p:cxnSp>
            <p:nvCxnSpPr>
              <p:cNvPr id="95" name="Straight Arrow Connector 94"/>
              <p:cNvCxnSpPr/>
              <p:nvPr userDrawn="1"/>
            </p:nvCxnSpPr>
            <p:spPr>
              <a:xfrm flipV="1">
                <a:off x="453542" y="-872451"/>
                <a:ext cx="0" cy="257174"/>
              </a:xfrm>
              <a:prstGeom prst="straightConnector1">
                <a:avLst/>
              </a:prstGeom>
              <a:ln w="12700">
                <a:solidFill>
                  <a:srgbClr val="7F8C95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/>
              <p:cNvCxnSpPr/>
              <p:nvPr userDrawn="1"/>
            </p:nvCxnSpPr>
            <p:spPr>
              <a:xfrm flipV="1">
                <a:off x="8684687" y="-872451"/>
                <a:ext cx="0" cy="257173"/>
              </a:xfrm>
              <a:prstGeom prst="straightConnector1">
                <a:avLst/>
              </a:prstGeom>
              <a:ln w="12700">
                <a:solidFill>
                  <a:srgbClr val="7F8C95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7" name="TextBox 96"/>
              <p:cNvSpPr txBox="1"/>
              <p:nvPr userDrawn="1"/>
            </p:nvSpPr>
            <p:spPr bwMode="auto">
              <a:xfrm>
                <a:off x="100012" y="-522212"/>
                <a:ext cx="714375" cy="1809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rtlCol="0" anchor="b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F8C95"/>
                    </a:solidFill>
                    <a:effectLst/>
                    <a:uLnTx/>
                    <a:uFillTx/>
                    <a:latin typeface="+mj-lt"/>
                    <a:ea typeface="+mj-ea"/>
                    <a:cs typeface="Arial" pitchFamily="34" charset="0"/>
                  </a:rPr>
                  <a:t>left </a:t>
                </a:r>
                <a:b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F8C95"/>
                    </a:solidFill>
                    <a:effectLst/>
                    <a:uLnTx/>
                    <a:uFillTx/>
                    <a:latin typeface="+mj-lt"/>
                    <a:ea typeface="+mj-ea"/>
                    <a:cs typeface="Arial" pitchFamily="34" charset="0"/>
                  </a:rPr>
                </a:b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F8C95"/>
                    </a:solidFill>
                    <a:effectLst/>
                    <a:uLnTx/>
                    <a:uFillTx/>
                    <a:latin typeface="+mj-lt"/>
                    <a:ea typeface="+mj-ea"/>
                    <a:cs typeface="Arial" pitchFamily="34" charset="0"/>
                  </a:rPr>
                  <a:t>margin</a:t>
                </a:r>
              </a:p>
            </p:txBody>
          </p:sp>
          <p:grpSp>
            <p:nvGrpSpPr>
              <p:cNvPr id="98" name="Group 97"/>
              <p:cNvGrpSpPr/>
              <p:nvPr userDrawn="1"/>
            </p:nvGrpSpPr>
            <p:grpSpPr>
              <a:xfrm>
                <a:off x="4205520" y="-872451"/>
                <a:ext cx="714375" cy="409577"/>
                <a:chOff x="4205520" y="-872451"/>
                <a:chExt cx="714375" cy="409577"/>
              </a:xfrm>
            </p:grpSpPr>
            <p:cxnSp>
              <p:nvCxnSpPr>
                <p:cNvPr id="100" name="Straight Arrow Connector 99"/>
                <p:cNvCxnSpPr/>
                <p:nvPr userDrawn="1"/>
              </p:nvCxnSpPr>
              <p:spPr>
                <a:xfrm flipV="1">
                  <a:off x="4567469" y="-872451"/>
                  <a:ext cx="0" cy="257177"/>
                </a:xfrm>
                <a:prstGeom prst="straightConnector1">
                  <a:avLst/>
                </a:prstGeom>
                <a:ln w="12700">
                  <a:solidFill>
                    <a:srgbClr val="7F8C95"/>
                  </a:solidFill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1" name="TextBox 100"/>
                <p:cNvSpPr txBox="1"/>
                <p:nvPr userDrawn="1"/>
              </p:nvSpPr>
              <p:spPr bwMode="auto">
                <a:xfrm>
                  <a:off x="4205520" y="-643849"/>
                  <a:ext cx="714375" cy="1809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0" rIns="0" bIns="0" numCol="1" rtlCol="0" anchor="b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7F8C95"/>
                      </a:solidFill>
                      <a:effectLst/>
                      <a:uLnTx/>
                      <a:uFillTx/>
                      <a:latin typeface="+mj-lt"/>
                      <a:ea typeface="+mj-ea"/>
                      <a:cs typeface="Arial" pitchFamily="34" charset="0"/>
                    </a:rPr>
                    <a:t>center</a:t>
                  </a:r>
                </a:p>
              </p:txBody>
            </p:sp>
          </p:grpSp>
          <p:sp>
            <p:nvSpPr>
              <p:cNvPr id="99" name="TextBox 98"/>
              <p:cNvSpPr txBox="1"/>
              <p:nvPr userDrawn="1"/>
            </p:nvSpPr>
            <p:spPr bwMode="auto">
              <a:xfrm>
                <a:off x="8342131" y="-540599"/>
                <a:ext cx="714375" cy="1809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rtlCol="0" anchor="b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F8C95"/>
                    </a:solidFill>
                    <a:effectLst/>
                    <a:uLnTx/>
                    <a:uFillTx/>
                    <a:latin typeface="+mj-lt"/>
                    <a:ea typeface="+mj-ea"/>
                    <a:cs typeface="Arial" pitchFamily="34" charset="0"/>
                  </a:rPr>
                  <a:t>right </a:t>
                </a:r>
              </a:p>
              <a:p>
                <a:pPr marL="0" marR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F8C95"/>
                    </a:solidFill>
                    <a:effectLst/>
                    <a:uLnTx/>
                    <a:uFillTx/>
                    <a:latin typeface="+mj-lt"/>
                    <a:ea typeface="+mj-ea"/>
                    <a:cs typeface="Arial" pitchFamily="34" charset="0"/>
                  </a:rPr>
                  <a:t>margin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04947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v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9"/>
            <a:ext cx="12192000" cy="45851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grpSp>
        <p:nvGrpSpPr>
          <p:cNvPr id="17" name="Boeing 12 column grid" hidden="1"/>
          <p:cNvGrpSpPr/>
          <p:nvPr userDrawn="1"/>
        </p:nvGrpSpPr>
        <p:grpSpPr>
          <a:xfrm>
            <a:off x="0" y="0"/>
            <a:ext cx="12195176" cy="6858000"/>
            <a:chOff x="0" y="0"/>
            <a:chExt cx="12192000" cy="6858000"/>
          </a:xfrm>
        </p:grpSpPr>
        <p:grpSp>
          <p:nvGrpSpPr>
            <p:cNvPr id="18" name="Group 17"/>
            <p:cNvGrpSpPr/>
            <p:nvPr userDrawn="1"/>
          </p:nvGrpSpPr>
          <p:grpSpPr>
            <a:xfrm>
              <a:off x="0" y="0"/>
              <a:ext cx="12188825" cy="6858000"/>
              <a:chOff x="0" y="0"/>
              <a:chExt cx="12188825" cy="6858000"/>
            </a:xfrm>
          </p:grpSpPr>
          <p:grpSp>
            <p:nvGrpSpPr>
              <p:cNvPr id="20" name="Boeing 12 column grid"/>
              <p:cNvGrpSpPr/>
              <p:nvPr userDrawn="1"/>
            </p:nvGrpSpPr>
            <p:grpSpPr>
              <a:xfrm>
                <a:off x="0" y="461727"/>
                <a:ext cx="12188825" cy="5957180"/>
                <a:chOff x="129803" y="456356"/>
                <a:chExt cx="8890818" cy="5958732"/>
              </a:xfrm>
            </p:grpSpPr>
            <p:sp>
              <p:nvSpPr>
                <p:cNvPr id="35" name="Rectangle 34"/>
                <p:cNvSpPr/>
                <p:nvPr userDrawn="1"/>
              </p:nvSpPr>
              <p:spPr>
                <a:xfrm>
                  <a:off x="463550" y="456356"/>
                  <a:ext cx="8223250" cy="5944444"/>
                </a:xfrm>
                <a:prstGeom prst="rect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 dirty="0"/>
                </a:p>
              </p:txBody>
            </p:sp>
            <p:cxnSp>
              <p:nvCxnSpPr>
                <p:cNvPr id="25" name="Straight Connector 24"/>
                <p:cNvCxnSpPr/>
                <p:nvPr userDrawn="1"/>
              </p:nvCxnSpPr>
              <p:spPr>
                <a:xfrm>
                  <a:off x="471778" y="995906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6" name="Straight Connector 25"/>
                <p:cNvCxnSpPr/>
                <p:nvPr userDrawn="1"/>
              </p:nvCxnSpPr>
              <p:spPr>
                <a:xfrm>
                  <a:off x="471778" y="129136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7" name="Straight Connector 26"/>
                <p:cNvCxnSpPr/>
                <p:nvPr userDrawn="1"/>
              </p:nvCxnSpPr>
              <p:spPr>
                <a:xfrm>
                  <a:off x="464396" y="2136995"/>
                  <a:ext cx="8218694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8" name="Straight Connector 27"/>
                <p:cNvCxnSpPr/>
                <p:nvPr userDrawn="1"/>
              </p:nvCxnSpPr>
              <p:spPr>
                <a:xfrm>
                  <a:off x="464396" y="2432456"/>
                  <a:ext cx="8218694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9" name="Straight Connector 28"/>
                <p:cNvCxnSpPr/>
                <p:nvPr userDrawn="1"/>
              </p:nvCxnSpPr>
              <p:spPr>
                <a:xfrm>
                  <a:off x="459993" y="3288274"/>
                  <a:ext cx="8223097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0" name="Straight Connector 29"/>
                <p:cNvCxnSpPr/>
                <p:nvPr userDrawn="1"/>
              </p:nvCxnSpPr>
              <p:spPr>
                <a:xfrm>
                  <a:off x="466598" y="3583735"/>
                  <a:ext cx="821649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1" name="Straight Connector 30"/>
                <p:cNvCxnSpPr/>
                <p:nvPr userDrawn="1"/>
              </p:nvCxnSpPr>
              <p:spPr>
                <a:xfrm>
                  <a:off x="464396" y="4424269"/>
                  <a:ext cx="8218694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2" name="Straight Connector 31"/>
                <p:cNvCxnSpPr/>
                <p:nvPr userDrawn="1"/>
              </p:nvCxnSpPr>
              <p:spPr>
                <a:xfrm>
                  <a:off x="462195" y="4719730"/>
                  <a:ext cx="8220896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3" name="Straight Connector 32"/>
                <p:cNvCxnSpPr/>
                <p:nvPr userDrawn="1"/>
              </p:nvCxnSpPr>
              <p:spPr>
                <a:xfrm>
                  <a:off x="471778" y="5567906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4" name="Straight Connector 33"/>
                <p:cNvCxnSpPr/>
                <p:nvPr userDrawn="1"/>
              </p:nvCxnSpPr>
              <p:spPr>
                <a:xfrm>
                  <a:off x="471778" y="586336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6" name="Straight Connector 35"/>
                <p:cNvCxnSpPr/>
                <p:nvPr userDrawn="1"/>
              </p:nvCxnSpPr>
              <p:spPr>
                <a:xfrm>
                  <a:off x="471782" y="114363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7" name="Straight Connector 36"/>
                <p:cNvCxnSpPr/>
                <p:nvPr userDrawn="1"/>
              </p:nvCxnSpPr>
              <p:spPr>
                <a:xfrm>
                  <a:off x="129803" y="2284726"/>
                  <a:ext cx="8890818" cy="0"/>
                </a:xfrm>
                <a:prstGeom prst="line">
                  <a:avLst/>
                </a:prstGeom>
                <a:noFill/>
                <a:ln w="190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8" name="Straight Connector 37"/>
                <p:cNvCxnSpPr/>
                <p:nvPr userDrawn="1"/>
              </p:nvCxnSpPr>
              <p:spPr>
                <a:xfrm>
                  <a:off x="463550" y="3432679"/>
                  <a:ext cx="8223250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9" name="Straight Connector 38"/>
                <p:cNvCxnSpPr/>
                <p:nvPr userDrawn="1"/>
              </p:nvCxnSpPr>
              <p:spPr>
                <a:xfrm>
                  <a:off x="129803" y="4572000"/>
                  <a:ext cx="8890818" cy="0"/>
                </a:xfrm>
                <a:prstGeom prst="line">
                  <a:avLst/>
                </a:prstGeom>
                <a:noFill/>
                <a:ln w="190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40" name="Straight Connector 39"/>
                <p:cNvCxnSpPr/>
                <p:nvPr userDrawn="1"/>
              </p:nvCxnSpPr>
              <p:spPr>
                <a:xfrm>
                  <a:off x="471782" y="571563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grpSp>
              <p:nvGrpSpPr>
                <p:cNvPr id="41" name="Group 40"/>
                <p:cNvGrpSpPr/>
                <p:nvPr userDrawn="1"/>
              </p:nvGrpSpPr>
              <p:grpSpPr>
                <a:xfrm>
                  <a:off x="1043681" y="457200"/>
                  <a:ext cx="7060730" cy="5957888"/>
                  <a:chOff x="1043681" y="0"/>
                  <a:chExt cx="7060730" cy="6858000"/>
                </a:xfrm>
              </p:grpSpPr>
              <p:cxnSp>
                <p:nvCxnSpPr>
                  <p:cNvPr id="42" name="Straight Connector 41"/>
                  <p:cNvCxnSpPr/>
                  <p:nvPr/>
                </p:nvCxnSpPr>
                <p:spPr>
                  <a:xfrm>
                    <a:off x="4570813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lgDash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3" name="Straight Connector 20"/>
                  <p:cNvCxnSpPr/>
                  <p:nvPr/>
                </p:nvCxnSpPr>
                <p:spPr>
                  <a:xfrm>
                    <a:off x="1043681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4" name="Straight Connector 15"/>
                  <p:cNvCxnSpPr/>
                  <p:nvPr/>
                </p:nvCxnSpPr>
                <p:spPr>
                  <a:xfrm>
                    <a:off x="115846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5" name="Straight Connector 44"/>
                  <p:cNvCxnSpPr/>
                  <p:nvPr/>
                </p:nvCxnSpPr>
                <p:spPr>
                  <a:xfrm>
                    <a:off x="1741509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6" name="Straight Connector 45"/>
                  <p:cNvCxnSpPr/>
                  <p:nvPr/>
                </p:nvCxnSpPr>
                <p:spPr>
                  <a:xfrm>
                    <a:off x="185298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7" name="Straight Connector 46"/>
                  <p:cNvCxnSpPr/>
                  <p:nvPr/>
                </p:nvCxnSpPr>
                <p:spPr>
                  <a:xfrm>
                    <a:off x="243709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8" name="Straight Connector 47"/>
                  <p:cNvCxnSpPr/>
                  <p:nvPr/>
                </p:nvCxnSpPr>
                <p:spPr>
                  <a:xfrm>
                    <a:off x="5325505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9" name="Straight Connector 48"/>
                  <p:cNvCxnSpPr/>
                  <p:nvPr/>
                </p:nvCxnSpPr>
                <p:spPr>
                  <a:xfrm>
                    <a:off x="2547387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0" name="Straight Connector 49"/>
                  <p:cNvCxnSpPr/>
                  <p:nvPr userDrawn="1"/>
                </p:nvCxnSpPr>
                <p:spPr>
                  <a:xfrm>
                    <a:off x="3128876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1" name="Straight Connector 50"/>
                  <p:cNvCxnSpPr/>
                  <p:nvPr userDrawn="1"/>
                </p:nvCxnSpPr>
                <p:spPr>
                  <a:xfrm>
                    <a:off x="3243379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2" name="Straight Connector 51"/>
                  <p:cNvCxnSpPr/>
                  <p:nvPr userDrawn="1"/>
                </p:nvCxnSpPr>
                <p:spPr>
                  <a:xfrm>
                    <a:off x="3826419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3" name="Straight Connector 52"/>
                  <p:cNvCxnSpPr/>
                  <p:nvPr userDrawn="1"/>
                </p:nvCxnSpPr>
                <p:spPr>
                  <a:xfrm>
                    <a:off x="3937473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4" name="Straight Connector 53"/>
                  <p:cNvCxnSpPr/>
                  <p:nvPr userDrawn="1"/>
                </p:nvCxnSpPr>
                <p:spPr>
                  <a:xfrm>
                    <a:off x="4522301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5" name="Straight Connector 54"/>
                  <p:cNvCxnSpPr/>
                  <p:nvPr userDrawn="1"/>
                </p:nvCxnSpPr>
                <p:spPr>
                  <a:xfrm>
                    <a:off x="462823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6" name="Straight Connector 55"/>
                  <p:cNvCxnSpPr/>
                  <p:nvPr userDrawn="1"/>
                </p:nvCxnSpPr>
                <p:spPr>
                  <a:xfrm>
                    <a:off x="5213787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7" name="Straight Connector 56"/>
                  <p:cNvCxnSpPr/>
                  <p:nvPr userDrawn="1"/>
                </p:nvCxnSpPr>
                <p:spPr>
                  <a:xfrm>
                    <a:off x="8104411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8" name="Straight Connector 57"/>
                  <p:cNvCxnSpPr/>
                  <p:nvPr userDrawn="1"/>
                </p:nvCxnSpPr>
                <p:spPr>
                  <a:xfrm>
                    <a:off x="590715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9" name="Straight Connector 58"/>
                  <p:cNvCxnSpPr/>
                  <p:nvPr userDrawn="1"/>
                </p:nvCxnSpPr>
                <p:spPr>
                  <a:xfrm>
                    <a:off x="6019769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60" name="Straight Connector 59"/>
                  <p:cNvCxnSpPr/>
                  <p:nvPr userDrawn="1"/>
                </p:nvCxnSpPr>
                <p:spPr>
                  <a:xfrm>
                    <a:off x="660501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61" name="Straight Connector 60"/>
                  <p:cNvCxnSpPr/>
                  <p:nvPr userDrawn="1"/>
                </p:nvCxnSpPr>
                <p:spPr>
                  <a:xfrm>
                    <a:off x="671386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64" name="Straight Connector 63"/>
                  <p:cNvCxnSpPr/>
                  <p:nvPr userDrawn="1"/>
                </p:nvCxnSpPr>
                <p:spPr>
                  <a:xfrm>
                    <a:off x="7298685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65" name="Straight Connector 64"/>
                  <p:cNvCxnSpPr/>
                  <p:nvPr userDrawn="1"/>
                </p:nvCxnSpPr>
                <p:spPr>
                  <a:xfrm>
                    <a:off x="7409025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66" name="Straight Connector 65"/>
                  <p:cNvCxnSpPr/>
                  <p:nvPr userDrawn="1"/>
                </p:nvCxnSpPr>
                <p:spPr>
                  <a:xfrm>
                    <a:off x="7990175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  <p:grpSp>
            <p:nvGrpSpPr>
              <p:cNvPr id="21" name="Group 41"/>
              <p:cNvGrpSpPr/>
              <p:nvPr userDrawn="1"/>
            </p:nvGrpSpPr>
            <p:grpSpPr>
              <a:xfrm>
                <a:off x="7002578" y="0"/>
                <a:ext cx="5178519" cy="6858000"/>
                <a:chOff x="3954578" y="0"/>
                <a:chExt cx="5178519" cy="6858000"/>
              </a:xfrm>
            </p:grpSpPr>
            <p:cxnSp>
              <p:nvCxnSpPr>
                <p:cNvPr id="22" name="Straight Connector 21"/>
                <p:cNvCxnSpPr/>
                <p:nvPr userDrawn="1"/>
              </p:nvCxnSpPr>
              <p:spPr>
                <a:xfrm flipH="1">
                  <a:off x="3954578" y="0"/>
                  <a:ext cx="5167884" cy="6858000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/>
                <p:cNvCxnSpPr/>
                <p:nvPr userDrawn="1"/>
              </p:nvCxnSpPr>
              <p:spPr>
                <a:xfrm flipH="1">
                  <a:off x="5670489" y="2280213"/>
                  <a:ext cx="3449617" cy="4577787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/>
                <p:cNvCxnSpPr/>
                <p:nvPr userDrawn="1"/>
              </p:nvCxnSpPr>
              <p:spPr>
                <a:xfrm flipH="1">
                  <a:off x="7419192" y="4583575"/>
                  <a:ext cx="1713905" cy="2274425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9" name="Straight Connector 18"/>
            <p:cNvCxnSpPr/>
            <p:nvPr userDrawn="1"/>
          </p:nvCxnSpPr>
          <p:spPr>
            <a:xfrm flipH="1">
              <a:off x="9599143" y="3419347"/>
              <a:ext cx="2592857" cy="3438653"/>
            </a:xfrm>
            <a:prstGeom prst="line">
              <a:avLst/>
            </a:prstGeom>
            <a:ln w="3175">
              <a:solidFill>
                <a:schemeClr val="accent1">
                  <a:lumMod val="20000"/>
                  <a:lumOff val="8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73" name="Title 1"/>
          <p:cNvSpPr>
            <a:spLocks noGrp="1"/>
          </p:cNvSpPr>
          <p:nvPr>
            <p:ph type="ctrTitle" sz="quarter"/>
          </p:nvPr>
        </p:nvSpPr>
        <p:spPr>
          <a:xfrm>
            <a:off x="609601" y="2103120"/>
            <a:ext cx="11165417" cy="710964"/>
          </a:xfrm>
        </p:spPr>
        <p:txBody>
          <a:bodyPr anchor="t" anchorCtr="0"/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4" name="Subtitle 2"/>
          <p:cNvSpPr>
            <a:spLocks noGrp="1"/>
          </p:cNvSpPr>
          <p:nvPr>
            <p:ph type="subTitle" sz="quarter" idx="1"/>
          </p:nvPr>
        </p:nvSpPr>
        <p:spPr>
          <a:xfrm>
            <a:off x="609601" y="4754880"/>
            <a:ext cx="11119543" cy="435544"/>
          </a:xfrm>
        </p:spPr>
        <p:txBody>
          <a:bodyPr/>
          <a:lstStyle>
            <a:lvl1pPr marL="0" indent="0">
              <a:buFontTx/>
              <a:buNone/>
              <a:defRPr sz="2801" b="0">
                <a:solidFill>
                  <a:srgbClr val="788288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2" name="Picture 47" descr="Boeing_white_standard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599" y="399740"/>
            <a:ext cx="2474385" cy="447675"/>
          </a:xfrm>
          <a:prstGeom prst="rect">
            <a:avLst/>
          </a:prstGeom>
          <a:noFill/>
        </p:spPr>
      </p:pic>
      <p:sp>
        <p:nvSpPr>
          <p:cNvPr id="69" name="TextBox 68"/>
          <p:cNvSpPr txBox="1"/>
          <p:nvPr userDrawn="1"/>
        </p:nvSpPr>
        <p:spPr>
          <a:xfrm>
            <a:off x="8871993" y="457208"/>
            <a:ext cx="2901961" cy="30777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FFFFFF"/>
                </a:solidFill>
                <a:latin typeface="Arial" charset="0"/>
              </a:rPr>
              <a:t>Engineering, Test &amp; Technology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8006" y="674468"/>
            <a:ext cx="2765375" cy="377096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Rectangle 62"/>
          <p:cNvSpPr/>
          <p:nvPr userDrawn="1"/>
        </p:nvSpPr>
        <p:spPr>
          <a:xfrm>
            <a:off x="6168706" y="5676985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b="1" dirty="0">
                <a:solidFill>
                  <a:schemeClr val="bg1">
                    <a:lumMod val="50000"/>
                  </a:schemeClr>
                </a:solidFill>
                <a:cs typeface="Arial" pitchFamily="34" charset="0"/>
              </a:rPr>
              <a:t>EXPORT CONTROLLED -  This technology or software is subject to the US Export Administration Regulations(EAR), (15 C.F.R. Parts 730-774). No authorization from the US Department of Commerce is required for export, re-export, in-country transfer, or access EXCEPT to country group E:1 or E:2 countries/persons per Supp. 1 to Part 740 of the EAR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8600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0" y="6502400"/>
            <a:ext cx="12192000" cy="0"/>
          </a:xfrm>
          <a:prstGeom prst="line">
            <a:avLst/>
          </a:prstGeom>
          <a:gradFill flip="none" rotWithShape="1">
            <a:gsLst>
              <a:gs pos="100000">
                <a:schemeClr val="bg1">
                  <a:alpha val="76000"/>
                </a:schemeClr>
              </a:gs>
              <a:gs pos="0">
                <a:schemeClr val="bg1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9050">
            <a:solidFill>
              <a:schemeClr val="bg1">
                <a:alpha val="3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Title 15"/>
          <p:cNvSpPr>
            <a:spLocks noGrp="1"/>
          </p:cNvSpPr>
          <p:nvPr>
            <p:ph type="title" hasCustomPrompt="1"/>
          </p:nvPr>
        </p:nvSpPr>
        <p:spPr>
          <a:xfrm>
            <a:off x="2049670" y="5031873"/>
            <a:ext cx="9536116" cy="1108329"/>
          </a:xfrm>
        </p:spPr>
        <p:txBody>
          <a:bodyPr/>
          <a:lstStyle>
            <a:lvl1pPr algn="r">
              <a:lnSpc>
                <a:spcPct val="90000"/>
              </a:lnSpc>
              <a:defRPr sz="4000" b="0" spc="-1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448800" y="6492876"/>
            <a:ext cx="2743200" cy="365125"/>
          </a:xfrm>
          <a:prstGeom prst="rect">
            <a:avLst/>
          </a:prstGeom>
        </p:spPr>
        <p:txBody>
          <a:bodyPr anchor="b"/>
          <a:lstStyle>
            <a:lvl1pPr algn="r">
              <a:defRPr sz="1200"/>
            </a:lvl1pPr>
          </a:lstStyle>
          <a:p>
            <a:r>
              <a:rPr lang="en-US" dirty="0"/>
              <a:t>| </a:t>
            </a:r>
            <a:fld id="{125AC05A-E4BB-44A5-8A4C-D178B7C32AA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9"/>
            <a:ext cx="12192000" cy="45851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9"/>
            <a:ext cx="12192000" cy="45851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7619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,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457210"/>
            <a:ext cx="11314075" cy="332399"/>
          </a:xfrm>
        </p:spPr>
        <p:txBody>
          <a:bodyPr tIns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591362" y="1012715"/>
            <a:ext cx="11314075" cy="323165"/>
          </a:xfrm>
        </p:spPr>
        <p:txBody>
          <a:bodyPr tIns="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990600" y="6326189"/>
            <a:ext cx="2743200" cy="365125"/>
          </a:xfrm>
          <a:prstGeom prst="rect">
            <a:avLst/>
          </a:prstGeom>
        </p:spPr>
        <p:txBody>
          <a:bodyPr/>
          <a:lstStyle/>
          <a:p>
            <a:fld id="{ABB2E0A1-46F9-4DD6-9402-44A5AA9C8476}" type="datetime1">
              <a:rPr lang="en-US" smtClean="0"/>
              <a:t>2/5/2025</a:t>
            </a:fld>
            <a:endParaRPr lang="en-US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91000" y="632074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 2023 Boeing. All rights reserved.</a:t>
            </a:r>
            <a:endParaRPr lang="en-US" dirty="0"/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8763000" y="6326189"/>
            <a:ext cx="2743200" cy="365125"/>
          </a:xfrm>
          <a:prstGeom prst="rect">
            <a:avLst/>
          </a:prstGeom>
        </p:spPr>
        <p:txBody>
          <a:bodyPr vert="horz" lIns="68580" tIns="34290" rIns="68580" bIns="3429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1EE61A-D1CF-40FD-808F-83FA26FA24D1}" type="slidenum">
              <a:rPr lang="en-US" sz="750" smtClean="0"/>
              <a:pPr/>
              <a:t>‹#›</a:t>
            </a:fld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244959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840549"/>
            <a:ext cx="9144000" cy="669414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49299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7E065DE6-D44E-4225-8A64-0BFFB4B74619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2741549"/>
      </p:ext>
    </p:extLst>
  </p:cSld>
  <p:clrMapOvr>
    <a:masterClrMapping/>
  </p:clrMapOvr>
  <p:hf hdr="0" ftr="0" dt="0"/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title and Content with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486" y="548990"/>
            <a:ext cx="10976889" cy="4431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07452" y="6435305"/>
            <a:ext cx="5336013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60417" y="6532563"/>
            <a:ext cx="2377016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" tIns="9144" rIns="9144" bIns="9144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450"/>
            </a:lvl1pPr>
          </a:lstStyle>
          <a:p>
            <a:r>
              <a:rPr lang="en-US"/>
              <a:t>Author, </a:t>
            </a:r>
            <a:fld id="{D72BAC86-7CA1-47DD-8EAD-39EA91178256}" type="datetime1">
              <a:rPr lang="en-US" smtClean="0"/>
              <a:pPr/>
              <a:t>2/5/2025</a:t>
            </a:fld>
            <a:r>
              <a:rPr lang="en-US"/>
              <a:t>, Filename.ppt</a:t>
            </a:r>
            <a:r>
              <a:rPr lang="en-US" sz="600"/>
              <a:t> </a:t>
            </a:r>
            <a:r>
              <a:rPr lang="en-US" sz="750"/>
              <a:t>| </a:t>
            </a:r>
            <a:fld id="{689318A1-174D-4DEE-8106-03A37B9BCF15}" type="slidenum">
              <a:rPr lang="en-US" sz="750" smtClean="0"/>
              <a:pPr/>
              <a:t>‹#›</a:t>
            </a:fld>
            <a:endParaRPr lang="en-US" sz="750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607486" y="1000446"/>
            <a:ext cx="10974916" cy="24929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3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0397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717867" y="6633292"/>
            <a:ext cx="166712" cy="123111"/>
          </a:xfrm>
          <a:prstGeom prst="rect">
            <a:avLst/>
          </a:prstGeom>
        </p:spPr>
        <p:txBody>
          <a:bodyPr/>
          <a:lstStyle/>
          <a:p>
            <a:fld id="{1D5773E5-EC42-4FD9-92B0-CAC05096A2A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70986" y="1376364"/>
            <a:ext cx="10850033" cy="4830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gray">
          <a:xfrm>
            <a:off x="677335" y="275260"/>
            <a:ext cx="10847999" cy="66454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8439D99-EA3A-46E2-7F99-5B17F30EF9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8439D99-EA3A-46E2-7F99-5B17F30EF9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90889800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0"/>
            <a:ext cx="12192000" cy="4585153"/>
          </a:xfrm>
          <a:prstGeom prst="rect">
            <a:avLst/>
          </a:prstGeom>
          <a:solidFill>
            <a:srgbClr val="0039A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</a:endParaRPr>
          </a:p>
        </p:txBody>
      </p:sp>
      <p:pic>
        <p:nvPicPr>
          <p:cNvPr id="264239" name="Picture 47" descr="Boeing_white_standar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7633" y="363539"/>
            <a:ext cx="2474384" cy="602376"/>
          </a:xfrm>
          <a:prstGeom prst="rect">
            <a:avLst/>
          </a:prstGeom>
          <a:noFill/>
        </p:spPr>
      </p:pic>
      <p:sp>
        <p:nvSpPr>
          <p:cNvPr id="264253" name="Rectangle 61"/>
          <p:cNvSpPr>
            <a:spLocks noChangeArrowheads="1"/>
          </p:cNvSpPr>
          <p:nvPr/>
        </p:nvSpPr>
        <p:spPr bwMode="auto">
          <a:xfrm>
            <a:off x="586318" y="6658300"/>
            <a:ext cx="2753783" cy="110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144" tIns="9144" rIns="9144" bIns="9144" anchor="b">
            <a:spAutoFit/>
          </a:bodyPr>
          <a:lstStyle/>
          <a:p>
            <a:pPr defTabSz="82073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600" dirty="0">
                <a:solidFill>
                  <a:srgbClr val="FFFFFF">
                    <a:lumMod val="50000"/>
                  </a:srgbClr>
                </a:solidFill>
              </a:rPr>
              <a:t>Copyright © 2023 Boeing. All rights reserved.</a:t>
            </a:r>
          </a:p>
        </p:txBody>
      </p:sp>
      <p:sp>
        <p:nvSpPr>
          <p:cNvPr id="62" name="Title 1"/>
          <p:cNvSpPr>
            <a:spLocks noGrp="1"/>
          </p:cNvSpPr>
          <p:nvPr>
            <p:ph type="ctrTitle" sz="quarter"/>
          </p:nvPr>
        </p:nvSpPr>
        <p:spPr>
          <a:xfrm>
            <a:off x="609600" y="2529450"/>
            <a:ext cx="10363200" cy="710964"/>
          </a:xfrm>
        </p:spPr>
        <p:txBody>
          <a:bodyPr anchor="ctr" anchorCtr="0"/>
          <a:lstStyle>
            <a:lvl1pPr>
              <a:defRPr sz="4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ubtitle 2"/>
          <p:cNvSpPr>
            <a:spLocks noGrp="1"/>
          </p:cNvSpPr>
          <p:nvPr>
            <p:ph type="subTitle" sz="quarter" idx="1"/>
          </p:nvPr>
        </p:nvSpPr>
        <p:spPr>
          <a:xfrm>
            <a:off x="609601" y="4637994"/>
            <a:ext cx="11002433" cy="387798"/>
          </a:xfrm>
        </p:spPr>
        <p:txBody>
          <a:bodyPr/>
          <a:lstStyle>
            <a:lvl1pPr marL="0" indent="0">
              <a:buFontTx/>
              <a:buNone/>
              <a:defRPr sz="2800" b="0">
                <a:solidFill>
                  <a:srgbClr val="788288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04548" y="539497"/>
            <a:ext cx="2889509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 anchorCtr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FFFFFF"/>
                </a:solidFill>
              </a:rPr>
              <a:t>Engineering, Test &amp; Technology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6489" y="808638"/>
            <a:ext cx="2745626" cy="55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453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4585155"/>
            <a:ext cx="12192000" cy="2272845"/>
          </a:xfrm>
          <a:prstGeom prst="rect">
            <a:avLst/>
          </a:prstGeom>
          <a:solidFill>
            <a:srgbClr val="0039A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</a:endParaRPr>
          </a:p>
        </p:txBody>
      </p:sp>
      <p:pic>
        <p:nvPicPr>
          <p:cNvPr id="13" name="Picture 53" descr="Boeing_RGBblue_standard"/>
          <p:cNvPicPr preferRelativeResize="0"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5518" y="361951"/>
            <a:ext cx="2451100" cy="534991"/>
          </a:xfrm>
          <a:prstGeom prst="rect">
            <a:avLst/>
          </a:prstGeom>
          <a:noFill/>
        </p:spPr>
      </p:pic>
      <p:sp>
        <p:nvSpPr>
          <p:cNvPr id="264253" name="Rectangle 61"/>
          <p:cNvSpPr>
            <a:spLocks noChangeArrowheads="1"/>
          </p:cNvSpPr>
          <p:nvPr/>
        </p:nvSpPr>
        <p:spPr bwMode="auto">
          <a:xfrm>
            <a:off x="586318" y="6658300"/>
            <a:ext cx="2753783" cy="110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144" tIns="9144" rIns="9144" bIns="9144" anchor="b">
            <a:spAutoFit/>
          </a:bodyPr>
          <a:lstStyle/>
          <a:p>
            <a:pPr defTabSz="82073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600" dirty="0">
                <a:solidFill>
                  <a:srgbClr val="FFFFFF">
                    <a:lumMod val="50000"/>
                  </a:srgbClr>
                </a:solidFill>
              </a:rPr>
              <a:t>Copyright © 2023 Boeing. All rights reserved.</a:t>
            </a:r>
          </a:p>
        </p:txBody>
      </p:sp>
      <p:sp>
        <p:nvSpPr>
          <p:cNvPr id="62" name="Title 1"/>
          <p:cNvSpPr>
            <a:spLocks noGrp="1"/>
          </p:cNvSpPr>
          <p:nvPr>
            <p:ph type="ctrTitle" sz="quarter"/>
          </p:nvPr>
        </p:nvSpPr>
        <p:spPr>
          <a:xfrm>
            <a:off x="609600" y="2529450"/>
            <a:ext cx="10363200" cy="710964"/>
          </a:xfrm>
        </p:spPr>
        <p:txBody>
          <a:bodyPr anchor="ctr" anchorCtr="0"/>
          <a:lstStyle>
            <a:lvl1pPr>
              <a:defRPr sz="48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ubtitle 2"/>
          <p:cNvSpPr>
            <a:spLocks noGrp="1"/>
          </p:cNvSpPr>
          <p:nvPr>
            <p:ph type="subTitle" sz="quarter" idx="1"/>
          </p:nvPr>
        </p:nvSpPr>
        <p:spPr>
          <a:xfrm>
            <a:off x="609601" y="4637994"/>
            <a:ext cx="11002433" cy="387798"/>
          </a:xfrm>
        </p:spPr>
        <p:txBody>
          <a:bodyPr/>
          <a:lstStyle>
            <a:lvl1pPr marL="0" indent="0">
              <a:buFontTx/>
              <a:buNone/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07641" y="539497"/>
            <a:ext cx="2889509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 anchorCtr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0039A6"/>
                </a:solidFill>
              </a:rPr>
              <a:t>Engineering, Test &amp; Technology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795" y="804864"/>
            <a:ext cx="2743200" cy="49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643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633984" y="1572768"/>
            <a:ext cx="10972800" cy="1163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74320" indent="-274320">
              <a:buFont typeface="Wingdings" panose="05000000000000000000" pitchFamily="2" charset="2"/>
              <a:buChar char="§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917245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188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908969" y="6045312"/>
            <a:ext cx="8374062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2747232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3161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5110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5477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8640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1600200"/>
            <a:ext cx="512064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0945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, Subtitl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8640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1600200"/>
            <a:ext cx="512064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908969" y="6045312"/>
            <a:ext cx="8374062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2589608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8640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1600200"/>
            <a:ext cx="512064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2885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+ stop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4320" indent="-274320">
              <a:buFontTx/>
              <a:buBlip>
                <a:blip r:embed="rId2"/>
              </a:buBlip>
              <a:defRPr/>
            </a:lvl1pPr>
            <a:lvl2pPr marL="457200" indent="-182880">
              <a:defRPr/>
            </a:lvl2pPr>
            <a:lvl3pPr marL="640080" indent="-184150">
              <a:defRPr/>
            </a:lvl3pPr>
            <a:lvl4pPr marL="822960" indent="-18288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19360" y="777240"/>
            <a:ext cx="426720" cy="292608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47680" y="777240"/>
            <a:ext cx="426720" cy="29260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ysClr val="windowText" lastClr="000000"/>
                </a:solidFill>
              </a:rPr>
              <a:t>Y</a:t>
            </a:r>
          </a:p>
        </p:txBody>
      </p:sp>
      <p:sp>
        <p:nvSpPr>
          <p:cNvPr id="9" name="Rectangle 8"/>
          <p:cNvSpPr/>
          <p:nvPr/>
        </p:nvSpPr>
        <p:spPr>
          <a:xfrm>
            <a:off x="11176000" y="777240"/>
            <a:ext cx="426720" cy="2926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17760" y="556261"/>
            <a:ext cx="1717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000" dirty="0" err="1">
                <a:solidFill>
                  <a:srgbClr val="000000"/>
                </a:solidFill>
              </a:rPr>
              <a:t>Prev</a:t>
            </a:r>
            <a:r>
              <a:rPr lang="en-US" sz="1000" dirty="0">
                <a:solidFill>
                  <a:srgbClr val="000000"/>
                </a:solidFill>
              </a:rPr>
              <a:t> | </a:t>
            </a:r>
            <a:r>
              <a:rPr lang="en-US" sz="1000" dirty="0" err="1">
                <a:solidFill>
                  <a:srgbClr val="000000"/>
                </a:solidFill>
              </a:rPr>
              <a:t>Curr</a:t>
            </a:r>
            <a:r>
              <a:rPr lang="en-US" sz="1000" dirty="0">
                <a:solidFill>
                  <a:srgbClr val="000000"/>
                </a:solidFill>
              </a:rPr>
              <a:t>       YE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9317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and Content + nav butt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4320" indent="-274320">
              <a:buFontTx/>
              <a:buBlip>
                <a:blip r:embed="rId2"/>
              </a:buBlip>
              <a:defRPr/>
            </a:lvl1pPr>
            <a:lvl2pPr marL="457200" indent="-182880">
              <a:defRPr/>
            </a:lvl2pPr>
            <a:lvl3pPr marL="640080" indent="-184150">
              <a:defRPr/>
            </a:lvl3pPr>
            <a:lvl4pPr marL="822960" indent="-18288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Action Button: Back or Previous 10">
            <a:hlinkClick r:id="" action="ppaction://hlinkshowjump?jump=previousslide" highlightClick="1"/>
          </p:cNvPr>
          <p:cNvSpPr/>
          <p:nvPr/>
        </p:nvSpPr>
        <p:spPr>
          <a:xfrm>
            <a:off x="10728960" y="320040"/>
            <a:ext cx="243840" cy="182880"/>
          </a:xfrm>
          <a:prstGeom prst="actionButtonBackPrevious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12" name="Action Button: Forward or Next 11">
            <a:hlinkClick r:id="" action="ppaction://hlinkshowjump?jump=nextslide" highlightClick="1"/>
          </p:cNvPr>
          <p:cNvSpPr/>
          <p:nvPr/>
        </p:nvSpPr>
        <p:spPr>
          <a:xfrm>
            <a:off x="11326368" y="320040"/>
            <a:ext cx="243840" cy="182880"/>
          </a:xfrm>
          <a:prstGeom prst="actionButtonForwardNex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13" name="Action Button: Home 12">
            <a:hlinkClick r:id="" action="ppaction://hlinkshowjump?jump=firstslide" highlightClick="1"/>
          </p:cNvPr>
          <p:cNvSpPr/>
          <p:nvPr/>
        </p:nvSpPr>
        <p:spPr>
          <a:xfrm>
            <a:off x="11021568" y="320040"/>
            <a:ext cx="243840" cy="182880"/>
          </a:xfrm>
          <a:prstGeom prst="actionButtonHom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5277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1097280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800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Picture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1097280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104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with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600200"/>
            <a:ext cx="5449824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609600" y="4160520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575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Content, two pictures,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600200"/>
            <a:ext cx="5449824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609600" y="3867912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1908969" y="6045312"/>
            <a:ext cx="8374062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984306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Rt content with one pi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600200"/>
            <a:ext cx="5449824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679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Lft content with 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600200"/>
            <a:ext cx="548640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242304" y="1600200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5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Lft Content with one pic and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600200"/>
            <a:ext cx="548640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242304" y="1600200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1908969" y="6045312"/>
            <a:ext cx="8374062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3695590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Lft content with 2 screen cap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600200"/>
            <a:ext cx="670560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388352" y="1600200"/>
            <a:ext cx="4230624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7388352" y="4160520"/>
            <a:ext cx="4230624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1908969" y="6045312"/>
            <a:ext cx="8374062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4251170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Lft Content, 2 screen captures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600200"/>
            <a:ext cx="670560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705344" y="1600200"/>
            <a:ext cx="390144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7705344" y="3867912"/>
            <a:ext cx="390144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1908969" y="6045312"/>
            <a:ext cx="8374062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1044014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with head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931920"/>
            <a:ext cx="10972800" cy="1311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09601" y="1600200"/>
            <a:ext cx="1097280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9129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header image,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931920"/>
            <a:ext cx="10972800" cy="1311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1097280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1908969" y="6045312"/>
            <a:ext cx="8374062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1837201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6" y="2542032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585216" y="1371600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585216" y="4334256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585216" y="3145536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6"/>
          </p:nvPr>
        </p:nvSpPr>
        <p:spPr>
          <a:xfrm>
            <a:off x="597408" y="6099048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585216" y="4928616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Content Placeholder 2"/>
          <p:cNvSpPr>
            <a:spLocks noGrp="1"/>
          </p:cNvSpPr>
          <p:nvPr>
            <p:ph idx="18"/>
          </p:nvPr>
        </p:nvSpPr>
        <p:spPr>
          <a:xfrm>
            <a:off x="3462528" y="2542032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3462528" y="1371600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idx="20"/>
          </p:nvPr>
        </p:nvSpPr>
        <p:spPr>
          <a:xfrm>
            <a:off x="3462528" y="4334256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3462528" y="3145536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idx="22"/>
          </p:nvPr>
        </p:nvSpPr>
        <p:spPr>
          <a:xfrm>
            <a:off x="3462528" y="6099048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3462528" y="4928616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2"/>
          <p:cNvSpPr>
            <a:spLocks noGrp="1"/>
          </p:cNvSpPr>
          <p:nvPr>
            <p:ph idx="24"/>
          </p:nvPr>
        </p:nvSpPr>
        <p:spPr>
          <a:xfrm>
            <a:off x="6327648" y="2542032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7"/>
          <p:cNvSpPr>
            <a:spLocks noGrp="1"/>
          </p:cNvSpPr>
          <p:nvPr>
            <p:ph type="pic" sz="quarter" idx="25"/>
          </p:nvPr>
        </p:nvSpPr>
        <p:spPr>
          <a:xfrm>
            <a:off x="6327648" y="1371600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Content Placeholder 2"/>
          <p:cNvSpPr>
            <a:spLocks noGrp="1"/>
          </p:cNvSpPr>
          <p:nvPr>
            <p:ph idx="26"/>
          </p:nvPr>
        </p:nvSpPr>
        <p:spPr>
          <a:xfrm>
            <a:off x="6327648" y="4334256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7"/>
          <p:cNvSpPr>
            <a:spLocks noGrp="1"/>
          </p:cNvSpPr>
          <p:nvPr>
            <p:ph type="pic" sz="quarter" idx="27"/>
          </p:nvPr>
        </p:nvSpPr>
        <p:spPr>
          <a:xfrm>
            <a:off x="6327648" y="3145536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Content Placeholder 2"/>
          <p:cNvSpPr>
            <a:spLocks noGrp="1"/>
          </p:cNvSpPr>
          <p:nvPr>
            <p:ph idx="28"/>
          </p:nvPr>
        </p:nvSpPr>
        <p:spPr>
          <a:xfrm>
            <a:off x="6327648" y="6099048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7"/>
          <p:cNvSpPr>
            <a:spLocks noGrp="1"/>
          </p:cNvSpPr>
          <p:nvPr>
            <p:ph type="pic" sz="quarter" idx="29"/>
          </p:nvPr>
        </p:nvSpPr>
        <p:spPr>
          <a:xfrm>
            <a:off x="6327648" y="4928616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Content Placeholder 2"/>
          <p:cNvSpPr>
            <a:spLocks noGrp="1"/>
          </p:cNvSpPr>
          <p:nvPr>
            <p:ph idx="30"/>
          </p:nvPr>
        </p:nvSpPr>
        <p:spPr>
          <a:xfrm>
            <a:off x="9192768" y="2542032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9192768" y="1371600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Content Placeholder 2"/>
          <p:cNvSpPr>
            <a:spLocks noGrp="1"/>
          </p:cNvSpPr>
          <p:nvPr>
            <p:ph idx="32"/>
          </p:nvPr>
        </p:nvSpPr>
        <p:spPr>
          <a:xfrm>
            <a:off x="9192768" y="4334256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7"/>
          <p:cNvSpPr>
            <a:spLocks noGrp="1"/>
          </p:cNvSpPr>
          <p:nvPr>
            <p:ph type="pic" sz="quarter" idx="33"/>
          </p:nvPr>
        </p:nvSpPr>
        <p:spPr>
          <a:xfrm>
            <a:off x="9192768" y="3145536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Content Placeholder 2"/>
          <p:cNvSpPr>
            <a:spLocks noGrp="1"/>
          </p:cNvSpPr>
          <p:nvPr>
            <p:ph idx="34"/>
          </p:nvPr>
        </p:nvSpPr>
        <p:spPr>
          <a:xfrm>
            <a:off x="9192768" y="6099048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9192768" y="4928616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536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picture layout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6" y="2286000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21792" y="1124712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585216" y="3968496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585216" y="2807208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6"/>
          </p:nvPr>
        </p:nvSpPr>
        <p:spPr>
          <a:xfrm>
            <a:off x="597408" y="5650992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585216" y="4489704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Content Placeholder 2"/>
          <p:cNvSpPr>
            <a:spLocks noGrp="1"/>
          </p:cNvSpPr>
          <p:nvPr>
            <p:ph idx="18"/>
          </p:nvPr>
        </p:nvSpPr>
        <p:spPr>
          <a:xfrm>
            <a:off x="3462528" y="2286000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3462528" y="1124712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idx="20"/>
          </p:nvPr>
        </p:nvSpPr>
        <p:spPr>
          <a:xfrm>
            <a:off x="3462528" y="3968496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3462528" y="2807208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idx="22"/>
          </p:nvPr>
        </p:nvSpPr>
        <p:spPr>
          <a:xfrm>
            <a:off x="3462528" y="5650992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3462528" y="4489704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2"/>
          <p:cNvSpPr>
            <a:spLocks noGrp="1"/>
          </p:cNvSpPr>
          <p:nvPr>
            <p:ph idx="24"/>
          </p:nvPr>
        </p:nvSpPr>
        <p:spPr>
          <a:xfrm>
            <a:off x="6327648" y="2286000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7"/>
          <p:cNvSpPr>
            <a:spLocks noGrp="1"/>
          </p:cNvSpPr>
          <p:nvPr>
            <p:ph type="pic" sz="quarter" idx="25"/>
          </p:nvPr>
        </p:nvSpPr>
        <p:spPr>
          <a:xfrm>
            <a:off x="6327648" y="1124712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Content Placeholder 2"/>
          <p:cNvSpPr>
            <a:spLocks noGrp="1"/>
          </p:cNvSpPr>
          <p:nvPr>
            <p:ph idx="26"/>
          </p:nvPr>
        </p:nvSpPr>
        <p:spPr>
          <a:xfrm>
            <a:off x="6327648" y="3968496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7"/>
          <p:cNvSpPr>
            <a:spLocks noGrp="1"/>
          </p:cNvSpPr>
          <p:nvPr>
            <p:ph type="pic" sz="quarter" idx="27"/>
          </p:nvPr>
        </p:nvSpPr>
        <p:spPr>
          <a:xfrm>
            <a:off x="6327648" y="2807208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Content Placeholder 2"/>
          <p:cNvSpPr>
            <a:spLocks noGrp="1"/>
          </p:cNvSpPr>
          <p:nvPr>
            <p:ph idx="28"/>
          </p:nvPr>
        </p:nvSpPr>
        <p:spPr>
          <a:xfrm>
            <a:off x="6327648" y="5650992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7"/>
          <p:cNvSpPr>
            <a:spLocks noGrp="1"/>
          </p:cNvSpPr>
          <p:nvPr>
            <p:ph type="pic" sz="quarter" idx="29"/>
          </p:nvPr>
        </p:nvSpPr>
        <p:spPr>
          <a:xfrm>
            <a:off x="6327648" y="4489704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Content Placeholder 2"/>
          <p:cNvSpPr>
            <a:spLocks noGrp="1"/>
          </p:cNvSpPr>
          <p:nvPr>
            <p:ph idx="30"/>
          </p:nvPr>
        </p:nvSpPr>
        <p:spPr>
          <a:xfrm>
            <a:off x="9192768" y="2286000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9192768" y="1124712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Content Placeholder 2"/>
          <p:cNvSpPr>
            <a:spLocks noGrp="1"/>
          </p:cNvSpPr>
          <p:nvPr>
            <p:ph idx="32"/>
          </p:nvPr>
        </p:nvSpPr>
        <p:spPr>
          <a:xfrm>
            <a:off x="9192768" y="3968496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7"/>
          <p:cNvSpPr>
            <a:spLocks noGrp="1"/>
          </p:cNvSpPr>
          <p:nvPr>
            <p:ph type="pic" sz="quarter" idx="33"/>
          </p:nvPr>
        </p:nvSpPr>
        <p:spPr>
          <a:xfrm>
            <a:off x="9192768" y="2807208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Content Placeholder 2"/>
          <p:cNvSpPr>
            <a:spLocks noGrp="1"/>
          </p:cNvSpPr>
          <p:nvPr>
            <p:ph idx="34"/>
          </p:nvPr>
        </p:nvSpPr>
        <p:spPr>
          <a:xfrm>
            <a:off x="9192768" y="5650992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9192768" y="4489704"/>
            <a:ext cx="2401824" cy="553998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3" name="Text Placeholder 8"/>
          <p:cNvSpPr>
            <a:spLocks noGrp="1"/>
          </p:cNvSpPr>
          <p:nvPr>
            <p:ph type="body" sz="quarter" idx="39" hasCustomPrompt="1"/>
          </p:nvPr>
        </p:nvSpPr>
        <p:spPr>
          <a:xfrm>
            <a:off x="1908969" y="6045312"/>
            <a:ext cx="8374062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3481976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ecutiv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362456"/>
            <a:ext cx="6705600" cy="116339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8607552" y="1371600"/>
            <a:ext cx="299923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8607552" y="3145536"/>
            <a:ext cx="299923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8607552" y="4928616"/>
            <a:ext cx="299923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4516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624328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21792" y="123444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Content Placeholder 2"/>
          <p:cNvSpPr>
            <a:spLocks noGrp="1"/>
          </p:cNvSpPr>
          <p:nvPr>
            <p:ph idx="18"/>
          </p:nvPr>
        </p:nvSpPr>
        <p:spPr>
          <a:xfrm>
            <a:off x="4718304" y="2624328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730496" y="123444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Content Placeholder 2"/>
          <p:cNvSpPr>
            <a:spLocks noGrp="1"/>
          </p:cNvSpPr>
          <p:nvPr>
            <p:ph idx="20"/>
          </p:nvPr>
        </p:nvSpPr>
        <p:spPr>
          <a:xfrm>
            <a:off x="8839200" y="2624328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8839200" y="123444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Content Placeholder 2"/>
          <p:cNvSpPr>
            <a:spLocks noGrp="1"/>
          </p:cNvSpPr>
          <p:nvPr>
            <p:ph idx="22"/>
          </p:nvPr>
        </p:nvSpPr>
        <p:spPr>
          <a:xfrm>
            <a:off x="609600" y="4407408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621792" y="300837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Content Placeholder 2"/>
          <p:cNvSpPr>
            <a:spLocks noGrp="1"/>
          </p:cNvSpPr>
          <p:nvPr>
            <p:ph idx="28"/>
          </p:nvPr>
        </p:nvSpPr>
        <p:spPr>
          <a:xfrm>
            <a:off x="609600" y="618134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7"/>
          <p:cNvSpPr>
            <a:spLocks noGrp="1"/>
          </p:cNvSpPr>
          <p:nvPr>
            <p:ph type="pic" sz="quarter" idx="29"/>
          </p:nvPr>
        </p:nvSpPr>
        <p:spPr>
          <a:xfrm>
            <a:off x="621792" y="479145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Content Placeholder 2"/>
          <p:cNvSpPr>
            <a:spLocks noGrp="1"/>
          </p:cNvSpPr>
          <p:nvPr>
            <p:ph idx="30"/>
          </p:nvPr>
        </p:nvSpPr>
        <p:spPr>
          <a:xfrm>
            <a:off x="4730496" y="4407408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4730496" y="300837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Content Placeholder 2"/>
          <p:cNvSpPr>
            <a:spLocks noGrp="1"/>
          </p:cNvSpPr>
          <p:nvPr>
            <p:ph idx="32"/>
          </p:nvPr>
        </p:nvSpPr>
        <p:spPr>
          <a:xfrm>
            <a:off x="4730496" y="618134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Picture Placeholder 7"/>
          <p:cNvSpPr>
            <a:spLocks noGrp="1"/>
          </p:cNvSpPr>
          <p:nvPr>
            <p:ph type="pic" sz="quarter" idx="33"/>
          </p:nvPr>
        </p:nvSpPr>
        <p:spPr>
          <a:xfrm>
            <a:off x="4730496" y="479145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Content Placeholder 2"/>
          <p:cNvSpPr>
            <a:spLocks noGrp="1"/>
          </p:cNvSpPr>
          <p:nvPr>
            <p:ph idx="34"/>
          </p:nvPr>
        </p:nvSpPr>
        <p:spPr>
          <a:xfrm>
            <a:off x="8839200" y="4407408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8839200" y="300837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Content Placeholder 2"/>
          <p:cNvSpPr>
            <a:spLocks noGrp="1"/>
          </p:cNvSpPr>
          <p:nvPr>
            <p:ph idx="36"/>
          </p:nvPr>
        </p:nvSpPr>
        <p:spPr>
          <a:xfrm>
            <a:off x="8839200" y="618134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Picture Placeholder 7"/>
          <p:cNvSpPr>
            <a:spLocks noGrp="1"/>
          </p:cNvSpPr>
          <p:nvPr>
            <p:ph type="pic" sz="quarter" idx="37"/>
          </p:nvPr>
        </p:nvSpPr>
        <p:spPr>
          <a:xfrm>
            <a:off x="8839200" y="479145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3199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picture layout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34086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21792" y="1060704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Content Placeholder 2"/>
          <p:cNvSpPr>
            <a:spLocks noGrp="1"/>
          </p:cNvSpPr>
          <p:nvPr>
            <p:ph idx="18"/>
          </p:nvPr>
        </p:nvSpPr>
        <p:spPr>
          <a:xfrm>
            <a:off x="4718304" y="234086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730496" y="1060704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Content Placeholder 2"/>
          <p:cNvSpPr>
            <a:spLocks noGrp="1"/>
          </p:cNvSpPr>
          <p:nvPr>
            <p:ph idx="20"/>
          </p:nvPr>
        </p:nvSpPr>
        <p:spPr>
          <a:xfrm>
            <a:off x="8839200" y="234086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8839200" y="1060704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Content Placeholder 2"/>
          <p:cNvSpPr>
            <a:spLocks noGrp="1"/>
          </p:cNvSpPr>
          <p:nvPr>
            <p:ph idx="22"/>
          </p:nvPr>
        </p:nvSpPr>
        <p:spPr>
          <a:xfrm>
            <a:off x="609600" y="412394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621792" y="283464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Content Placeholder 2"/>
          <p:cNvSpPr>
            <a:spLocks noGrp="1"/>
          </p:cNvSpPr>
          <p:nvPr>
            <p:ph idx="28"/>
          </p:nvPr>
        </p:nvSpPr>
        <p:spPr>
          <a:xfrm>
            <a:off x="609600" y="589788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7"/>
          <p:cNvSpPr>
            <a:spLocks noGrp="1"/>
          </p:cNvSpPr>
          <p:nvPr>
            <p:ph type="pic" sz="quarter" idx="29"/>
          </p:nvPr>
        </p:nvSpPr>
        <p:spPr>
          <a:xfrm>
            <a:off x="621792" y="461772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Content Placeholder 2"/>
          <p:cNvSpPr>
            <a:spLocks noGrp="1"/>
          </p:cNvSpPr>
          <p:nvPr>
            <p:ph idx="30"/>
          </p:nvPr>
        </p:nvSpPr>
        <p:spPr>
          <a:xfrm>
            <a:off x="4730496" y="412394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4730496" y="283464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Content Placeholder 2"/>
          <p:cNvSpPr>
            <a:spLocks noGrp="1"/>
          </p:cNvSpPr>
          <p:nvPr>
            <p:ph idx="32"/>
          </p:nvPr>
        </p:nvSpPr>
        <p:spPr>
          <a:xfrm>
            <a:off x="4730496" y="589788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Picture Placeholder 7"/>
          <p:cNvSpPr>
            <a:spLocks noGrp="1"/>
          </p:cNvSpPr>
          <p:nvPr>
            <p:ph type="pic" sz="quarter" idx="33"/>
          </p:nvPr>
        </p:nvSpPr>
        <p:spPr>
          <a:xfrm>
            <a:off x="4730496" y="461772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Content Placeholder 2"/>
          <p:cNvSpPr>
            <a:spLocks noGrp="1"/>
          </p:cNvSpPr>
          <p:nvPr>
            <p:ph idx="34"/>
          </p:nvPr>
        </p:nvSpPr>
        <p:spPr>
          <a:xfrm>
            <a:off x="8839200" y="412394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8839200" y="283464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Content Placeholder 2"/>
          <p:cNvSpPr>
            <a:spLocks noGrp="1"/>
          </p:cNvSpPr>
          <p:nvPr>
            <p:ph idx="36"/>
          </p:nvPr>
        </p:nvSpPr>
        <p:spPr>
          <a:xfrm>
            <a:off x="8839200" y="589788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Picture Placeholder 7"/>
          <p:cNvSpPr>
            <a:spLocks noGrp="1"/>
          </p:cNvSpPr>
          <p:nvPr>
            <p:ph type="pic" sz="quarter" idx="37"/>
          </p:nvPr>
        </p:nvSpPr>
        <p:spPr>
          <a:xfrm>
            <a:off x="8839200" y="461772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26" name="Text Placeholder 8"/>
          <p:cNvSpPr>
            <a:spLocks noGrp="1"/>
          </p:cNvSpPr>
          <p:nvPr>
            <p:ph type="body" sz="quarter" idx="41" hasCustomPrompt="1"/>
          </p:nvPr>
        </p:nvSpPr>
        <p:spPr>
          <a:xfrm>
            <a:off x="1908969" y="6079429"/>
            <a:ext cx="8374062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3690971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06324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21792" y="160020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Content Placeholder 2"/>
          <p:cNvSpPr>
            <a:spLocks noGrp="1"/>
          </p:cNvSpPr>
          <p:nvPr>
            <p:ph idx="18"/>
          </p:nvPr>
        </p:nvSpPr>
        <p:spPr>
          <a:xfrm>
            <a:off x="4718304" y="306324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730496" y="160020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Content Placeholder 2"/>
          <p:cNvSpPr>
            <a:spLocks noGrp="1"/>
          </p:cNvSpPr>
          <p:nvPr>
            <p:ph idx="20"/>
          </p:nvPr>
        </p:nvSpPr>
        <p:spPr>
          <a:xfrm>
            <a:off x="8839200" y="306324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8839200" y="160020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Content Placeholder 2"/>
          <p:cNvSpPr>
            <a:spLocks noGrp="1"/>
          </p:cNvSpPr>
          <p:nvPr>
            <p:ph idx="22"/>
          </p:nvPr>
        </p:nvSpPr>
        <p:spPr>
          <a:xfrm>
            <a:off x="609600" y="5102352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621792" y="364845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Content Placeholder 2"/>
          <p:cNvSpPr>
            <a:spLocks noGrp="1"/>
          </p:cNvSpPr>
          <p:nvPr>
            <p:ph idx="30"/>
          </p:nvPr>
        </p:nvSpPr>
        <p:spPr>
          <a:xfrm>
            <a:off x="4730496" y="5102352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4730496" y="364845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Content Placeholder 2"/>
          <p:cNvSpPr>
            <a:spLocks noGrp="1"/>
          </p:cNvSpPr>
          <p:nvPr>
            <p:ph idx="34"/>
          </p:nvPr>
        </p:nvSpPr>
        <p:spPr>
          <a:xfrm>
            <a:off x="8839200" y="5102352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8839200" y="364845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9528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icture layout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06324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21792" y="160020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Content Placeholder 2"/>
          <p:cNvSpPr>
            <a:spLocks noGrp="1"/>
          </p:cNvSpPr>
          <p:nvPr>
            <p:ph idx="18"/>
          </p:nvPr>
        </p:nvSpPr>
        <p:spPr>
          <a:xfrm>
            <a:off x="4718304" y="306324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730496" y="160020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Content Placeholder 2"/>
          <p:cNvSpPr>
            <a:spLocks noGrp="1"/>
          </p:cNvSpPr>
          <p:nvPr>
            <p:ph idx="20"/>
          </p:nvPr>
        </p:nvSpPr>
        <p:spPr>
          <a:xfrm>
            <a:off x="8839200" y="306324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8839200" y="1600200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Content Placeholder 2"/>
          <p:cNvSpPr>
            <a:spLocks noGrp="1"/>
          </p:cNvSpPr>
          <p:nvPr>
            <p:ph idx="22"/>
          </p:nvPr>
        </p:nvSpPr>
        <p:spPr>
          <a:xfrm>
            <a:off x="609600" y="5102352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621792" y="364845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Content Placeholder 2"/>
          <p:cNvSpPr>
            <a:spLocks noGrp="1"/>
          </p:cNvSpPr>
          <p:nvPr>
            <p:ph idx="30"/>
          </p:nvPr>
        </p:nvSpPr>
        <p:spPr>
          <a:xfrm>
            <a:off x="4730496" y="5102352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4730496" y="364845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Content Placeholder 2"/>
          <p:cNvSpPr>
            <a:spLocks noGrp="1"/>
          </p:cNvSpPr>
          <p:nvPr>
            <p:ph idx="34"/>
          </p:nvPr>
        </p:nvSpPr>
        <p:spPr>
          <a:xfrm>
            <a:off x="8839200" y="5102352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8839200" y="3648456"/>
            <a:ext cx="2755392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5112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Bottom Content with tw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352544"/>
            <a:ext cx="10972800" cy="1311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242304" y="1600200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64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Bottom Content with two image and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352544"/>
            <a:ext cx="10972800" cy="1311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295466"/>
          </a:xfrm>
        </p:spPr>
        <p:txBody>
          <a:bodyPr tIns="45720"/>
          <a:lstStyle>
            <a:lvl1pPr>
              <a:buNone/>
              <a:defRPr sz="18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242304" y="1600200"/>
            <a:ext cx="5364480" cy="276999"/>
          </a:xfrm>
          <a:solidFill>
            <a:srgbClr val="97C5EB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41" hasCustomPrompt="1"/>
          </p:nvPr>
        </p:nvSpPr>
        <p:spPr>
          <a:xfrm>
            <a:off x="1908969" y="6045312"/>
            <a:ext cx="8374062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marL="0" indent="0" algn="ctr">
              <a:buNone/>
              <a:defRPr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3101991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7684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77851" y="356617"/>
            <a:ext cx="11008783" cy="378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931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586318" y="6657976"/>
            <a:ext cx="2753783" cy="1111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144" tIns="9144" rIns="9144" bIns="9144" anchor="b">
            <a:spAutoFit/>
          </a:bodyPr>
          <a:lstStyle/>
          <a:p>
            <a:pPr defTabSz="82073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600" dirty="0">
                <a:solidFill>
                  <a:srgbClr val="FFFFFF">
                    <a:lumMod val="50000"/>
                  </a:srgbClr>
                </a:solidFill>
              </a:rPr>
              <a:t>Copyright © 2020 Boeing. All rights reserved.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1000" dirty="0">
                <a:solidFill>
                  <a:srgbClr val="FFFFFF">
                    <a:lumMod val="50000"/>
                  </a:srgbClr>
                </a:solidFill>
              </a:rPr>
              <a:t>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pic>
        <p:nvPicPr>
          <p:cNvPr id="4" name="Picture 5" descr="Boeing_RGBblue_largePPT"/>
          <p:cNvPicPr preferRelativeResize="0"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4461688" y="2838450"/>
            <a:ext cx="3193785" cy="822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11332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pic>
        <p:nvPicPr>
          <p:cNvPr id="5" name="Picture 5" descr="Boeing_RGBblue_largePPT"/>
          <p:cNvPicPr preferRelativeResize="0"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4448988" y="2927350"/>
            <a:ext cx="3193785" cy="822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81775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218" y="1288503"/>
            <a:ext cx="11110383" cy="5142460"/>
          </a:xfrm>
        </p:spPr>
        <p:txBody>
          <a:bodyPr/>
          <a:lstStyle>
            <a:lvl1pPr marL="227013" marR="0" indent="-227013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itchFamily="34" charset="0"/>
              <a:buChar char="•"/>
              <a:tabLst/>
              <a:defRPr/>
            </a:lvl1pPr>
            <a:lvl2pPr marL="515938" marR="0" indent="-230188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itchFamily="34" charset="0"/>
              <a:buChar char="–"/>
              <a:tabLst/>
              <a:defRPr/>
            </a:lvl2pPr>
            <a:lvl3pPr marL="798513" marR="0" indent="-2286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itchFamily="34" charset="0"/>
              <a:buChar char="•"/>
              <a:tabLst/>
              <a:defRPr/>
            </a:lvl3pPr>
            <a:lvl4pPr marL="1084263" marR="0" indent="-2286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itchFamily="34" charset="0"/>
              <a:buChar char="–"/>
              <a:tabLst/>
              <a:defRPr/>
            </a:lvl4pPr>
            <a:lvl5pPr marL="1377950" marR="0" indent="-2286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itchFamily="34" charset="0"/>
              <a:buChar char="»"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48218" y="204725"/>
            <a:ext cx="11114617" cy="636651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2800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548217" y="899692"/>
            <a:ext cx="11119104" cy="347472"/>
          </a:xfrm>
        </p:spPr>
        <p:txBody>
          <a:bodyPr lIns="0" tIns="0" rIns="0" bIns="0" anchor="t"/>
          <a:lstStyle>
            <a:lvl1pPr marL="0" indent="0" algn="l">
              <a:lnSpc>
                <a:spcPts val="1800"/>
              </a:lnSpc>
              <a:spcBef>
                <a:spcPts val="0"/>
              </a:spcBef>
              <a:buNone/>
              <a:defRPr sz="1800" b="0" i="0">
                <a:solidFill>
                  <a:srgbClr val="5F6A7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8184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6.xml"/><Relationship Id="rId26" Type="http://schemas.openxmlformats.org/officeDocument/2006/relationships/slideLayout" Target="../slideLayouts/slideLayout64.xml"/><Relationship Id="rId39" Type="http://schemas.openxmlformats.org/officeDocument/2006/relationships/theme" Target="../theme/theme2.xml"/><Relationship Id="rId21" Type="http://schemas.openxmlformats.org/officeDocument/2006/relationships/slideLayout" Target="../slideLayouts/slideLayout59.xml"/><Relationship Id="rId34" Type="http://schemas.openxmlformats.org/officeDocument/2006/relationships/slideLayout" Target="../slideLayouts/slideLayout72.xml"/><Relationship Id="rId42" Type="http://schemas.openxmlformats.org/officeDocument/2006/relationships/image" Target="../media/image3.png"/><Relationship Id="rId7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20" Type="http://schemas.openxmlformats.org/officeDocument/2006/relationships/slideLayout" Target="../slideLayouts/slideLayout58.xml"/><Relationship Id="rId29" Type="http://schemas.openxmlformats.org/officeDocument/2006/relationships/slideLayout" Target="../slideLayouts/slideLayout67.xml"/><Relationship Id="rId41" Type="http://schemas.openxmlformats.org/officeDocument/2006/relationships/image" Target="../media/image2.png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24" Type="http://schemas.openxmlformats.org/officeDocument/2006/relationships/slideLayout" Target="../slideLayouts/slideLayout62.xml"/><Relationship Id="rId32" Type="http://schemas.openxmlformats.org/officeDocument/2006/relationships/slideLayout" Target="../slideLayouts/slideLayout70.xml"/><Relationship Id="rId37" Type="http://schemas.openxmlformats.org/officeDocument/2006/relationships/slideLayout" Target="../slideLayouts/slideLayout75.xml"/><Relationship Id="rId40" Type="http://schemas.openxmlformats.org/officeDocument/2006/relationships/image" Target="../media/image1.png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23" Type="http://schemas.openxmlformats.org/officeDocument/2006/relationships/slideLayout" Target="../slideLayouts/slideLayout61.xml"/><Relationship Id="rId28" Type="http://schemas.openxmlformats.org/officeDocument/2006/relationships/slideLayout" Target="../slideLayouts/slideLayout66.xml"/><Relationship Id="rId36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57.xml"/><Relationship Id="rId31" Type="http://schemas.openxmlformats.org/officeDocument/2006/relationships/slideLayout" Target="../slideLayouts/slideLayout69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60.xml"/><Relationship Id="rId27" Type="http://schemas.openxmlformats.org/officeDocument/2006/relationships/slideLayout" Target="../slideLayouts/slideLayout65.xml"/><Relationship Id="rId30" Type="http://schemas.openxmlformats.org/officeDocument/2006/relationships/slideLayout" Target="../slideLayouts/slideLayout68.xml"/><Relationship Id="rId35" Type="http://schemas.openxmlformats.org/officeDocument/2006/relationships/slideLayout" Target="../slideLayouts/slideLayout73.xml"/><Relationship Id="rId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5.xml"/><Relationship Id="rId25" Type="http://schemas.openxmlformats.org/officeDocument/2006/relationships/slideLayout" Target="../slideLayouts/slideLayout63.xml"/><Relationship Id="rId33" Type="http://schemas.openxmlformats.org/officeDocument/2006/relationships/slideLayout" Target="../slideLayouts/slideLayout71.xml"/><Relationship Id="rId38" Type="http://schemas.openxmlformats.org/officeDocument/2006/relationships/slideLayout" Target="../slideLayouts/slideLayout76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89.xml"/><Relationship Id="rId18" Type="http://schemas.openxmlformats.org/officeDocument/2006/relationships/slideLayout" Target="../slideLayouts/slideLayout94.xml"/><Relationship Id="rId26" Type="http://schemas.openxmlformats.org/officeDocument/2006/relationships/slideLayout" Target="../slideLayouts/slideLayout102.xml"/><Relationship Id="rId39" Type="http://schemas.openxmlformats.org/officeDocument/2006/relationships/theme" Target="../theme/theme3.xml"/><Relationship Id="rId21" Type="http://schemas.openxmlformats.org/officeDocument/2006/relationships/slideLayout" Target="../slideLayouts/slideLayout97.xml"/><Relationship Id="rId34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83.xml"/><Relationship Id="rId2" Type="http://schemas.openxmlformats.org/officeDocument/2006/relationships/slideLayout" Target="../slideLayouts/slideLayout78.xml"/><Relationship Id="rId16" Type="http://schemas.openxmlformats.org/officeDocument/2006/relationships/slideLayout" Target="../slideLayouts/slideLayout92.xml"/><Relationship Id="rId20" Type="http://schemas.openxmlformats.org/officeDocument/2006/relationships/slideLayout" Target="../slideLayouts/slideLayout96.xml"/><Relationship Id="rId29" Type="http://schemas.openxmlformats.org/officeDocument/2006/relationships/slideLayout" Target="../slideLayouts/slideLayout105.xml"/><Relationship Id="rId41" Type="http://schemas.openxmlformats.org/officeDocument/2006/relationships/image" Target="../media/image2.png"/><Relationship Id="rId1" Type="http://schemas.openxmlformats.org/officeDocument/2006/relationships/slideLayout" Target="../slideLayouts/slideLayout77.xml"/><Relationship Id="rId6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87.xml"/><Relationship Id="rId24" Type="http://schemas.openxmlformats.org/officeDocument/2006/relationships/slideLayout" Target="../slideLayouts/slideLayout100.xml"/><Relationship Id="rId32" Type="http://schemas.openxmlformats.org/officeDocument/2006/relationships/slideLayout" Target="../slideLayouts/slideLayout108.xml"/><Relationship Id="rId37" Type="http://schemas.openxmlformats.org/officeDocument/2006/relationships/slideLayout" Target="../slideLayouts/slideLayout113.xml"/><Relationship Id="rId40" Type="http://schemas.openxmlformats.org/officeDocument/2006/relationships/image" Target="../media/image1.png"/><Relationship Id="rId5" Type="http://schemas.openxmlformats.org/officeDocument/2006/relationships/slideLayout" Target="../slideLayouts/slideLayout81.xml"/><Relationship Id="rId15" Type="http://schemas.openxmlformats.org/officeDocument/2006/relationships/slideLayout" Target="../slideLayouts/slideLayout91.xml"/><Relationship Id="rId23" Type="http://schemas.openxmlformats.org/officeDocument/2006/relationships/slideLayout" Target="../slideLayouts/slideLayout99.xml"/><Relationship Id="rId28" Type="http://schemas.openxmlformats.org/officeDocument/2006/relationships/slideLayout" Target="../slideLayouts/slideLayout104.xml"/><Relationship Id="rId36" Type="http://schemas.openxmlformats.org/officeDocument/2006/relationships/slideLayout" Target="../slideLayouts/slideLayout112.xml"/><Relationship Id="rId10" Type="http://schemas.openxmlformats.org/officeDocument/2006/relationships/slideLayout" Target="../slideLayouts/slideLayout86.xml"/><Relationship Id="rId19" Type="http://schemas.openxmlformats.org/officeDocument/2006/relationships/slideLayout" Target="../slideLayouts/slideLayout95.xml"/><Relationship Id="rId31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80.xml"/><Relationship Id="rId9" Type="http://schemas.openxmlformats.org/officeDocument/2006/relationships/slideLayout" Target="../slideLayouts/slideLayout85.xml"/><Relationship Id="rId14" Type="http://schemas.openxmlformats.org/officeDocument/2006/relationships/slideLayout" Target="../slideLayouts/slideLayout90.xml"/><Relationship Id="rId22" Type="http://schemas.openxmlformats.org/officeDocument/2006/relationships/slideLayout" Target="../slideLayouts/slideLayout98.xml"/><Relationship Id="rId27" Type="http://schemas.openxmlformats.org/officeDocument/2006/relationships/slideLayout" Target="../slideLayouts/slideLayout103.xml"/><Relationship Id="rId30" Type="http://schemas.openxmlformats.org/officeDocument/2006/relationships/slideLayout" Target="../slideLayouts/slideLayout106.xml"/><Relationship Id="rId35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84.xml"/><Relationship Id="rId3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8.xml"/><Relationship Id="rId17" Type="http://schemas.openxmlformats.org/officeDocument/2006/relationships/slideLayout" Target="../slideLayouts/slideLayout93.xml"/><Relationship Id="rId25" Type="http://schemas.openxmlformats.org/officeDocument/2006/relationships/slideLayout" Target="../slideLayouts/slideLayout101.xml"/><Relationship Id="rId33" Type="http://schemas.openxmlformats.org/officeDocument/2006/relationships/slideLayout" Target="../slideLayouts/slideLayout109.xml"/><Relationship Id="rId38" Type="http://schemas.openxmlformats.org/officeDocument/2006/relationships/slideLayout" Target="../slideLayouts/slideLayout114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27.xml"/><Relationship Id="rId18" Type="http://schemas.openxmlformats.org/officeDocument/2006/relationships/slideLayout" Target="../slideLayouts/slideLayout132.xml"/><Relationship Id="rId26" Type="http://schemas.openxmlformats.org/officeDocument/2006/relationships/slideLayout" Target="../slideLayouts/slideLayout140.xml"/><Relationship Id="rId39" Type="http://schemas.openxmlformats.org/officeDocument/2006/relationships/slideLayout" Target="../slideLayouts/slideLayout153.xml"/><Relationship Id="rId21" Type="http://schemas.openxmlformats.org/officeDocument/2006/relationships/slideLayout" Target="../slideLayouts/slideLayout135.xml"/><Relationship Id="rId34" Type="http://schemas.openxmlformats.org/officeDocument/2006/relationships/slideLayout" Target="../slideLayouts/slideLayout148.xml"/><Relationship Id="rId42" Type="http://schemas.openxmlformats.org/officeDocument/2006/relationships/slideLayout" Target="../slideLayouts/slideLayout156.xml"/><Relationship Id="rId47" Type="http://schemas.openxmlformats.org/officeDocument/2006/relationships/image" Target="../media/image1.png"/><Relationship Id="rId7" Type="http://schemas.openxmlformats.org/officeDocument/2006/relationships/slideLayout" Target="../slideLayouts/slideLayout121.xml"/><Relationship Id="rId2" Type="http://schemas.openxmlformats.org/officeDocument/2006/relationships/slideLayout" Target="../slideLayouts/slideLayout116.xml"/><Relationship Id="rId16" Type="http://schemas.openxmlformats.org/officeDocument/2006/relationships/slideLayout" Target="../slideLayouts/slideLayout130.xml"/><Relationship Id="rId29" Type="http://schemas.openxmlformats.org/officeDocument/2006/relationships/slideLayout" Target="../slideLayouts/slideLayout143.xml"/><Relationship Id="rId11" Type="http://schemas.openxmlformats.org/officeDocument/2006/relationships/slideLayout" Target="../slideLayouts/slideLayout125.xml"/><Relationship Id="rId24" Type="http://schemas.openxmlformats.org/officeDocument/2006/relationships/slideLayout" Target="../slideLayouts/slideLayout138.xml"/><Relationship Id="rId32" Type="http://schemas.openxmlformats.org/officeDocument/2006/relationships/slideLayout" Target="../slideLayouts/slideLayout146.xml"/><Relationship Id="rId37" Type="http://schemas.openxmlformats.org/officeDocument/2006/relationships/slideLayout" Target="../slideLayouts/slideLayout151.xml"/><Relationship Id="rId40" Type="http://schemas.openxmlformats.org/officeDocument/2006/relationships/slideLayout" Target="../slideLayouts/slideLayout154.xml"/><Relationship Id="rId45" Type="http://schemas.openxmlformats.org/officeDocument/2006/relationships/slideLayout" Target="../slideLayouts/slideLayout159.xml"/><Relationship Id="rId5" Type="http://schemas.openxmlformats.org/officeDocument/2006/relationships/slideLayout" Target="../slideLayouts/slideLayout119.xml"/><Relationship Id="rId15" Type="http://schemas.openxmlformats.org/officeDocument/2006/relationships/slideLayout" Target="../slideLayouts/slideLayout129.xml"/><Relationship Id="rId23" Type="http://schemas.openxmlformats.org/officeDocument/2006/relationships/slideLayout" Target="../slideLayouts/slideLayout137.xml"/><Relationship Id="rId28" Type="http://schemas.openxmlformats.org/officeDocument/2006/relationships/slideLayout" Target="../slideLayouts/slideLayout142.xml"/><Relationship Id="rId36" Type="http://schemas.openxmlformats.org/officeDocument/2006/relationships/slideLayout" Target="../slideLayouts/slideLayout150.xml"/><Relationship Id="rId49" Type="http://schemas.openxmlformats.org/officeDocument/2006/relationships/image" Target="../media/image3.png"/><Relationship Id="rId10" Type="http://schemas.openxmlformats.org/officeDocument/2006/relationships/slideLayout" Target="../slideLayouts/slideLayout124.xml"/><Relationship Id="rId19" Type="http://schemas.openxmlformats.org/officeDocument/2006/relationships/slideLayout" Target="../slideLayouts/slideLayout133.xml"/><Relationship Id="rId31" Type="http://schemas.openxmlformats.org/officeDocument/2006/relationships/slideLayout" Target="../slideLayouts/slideLayout145.xml"/><Relationship Id="rId44" Type="http://schemas.openxmlformats.org/officeDocument/2006/relationships/slideLayout" Target="../slideLayouts/slideLayout158.xml"/><Relationship Id="rId4" Type="http://schemas.openxmlformats.org/officeDocument/2006/relationships/slideLayout" Target="../slideLayouts/slideLayout118.xml"/><Relationship Id="rId9" Type="http://schemas.openxmlformats.org/officeDocument/2006/relationships/slideLayout" Target="../slideLayouts/slideLayout123.xml"/><Relationship Id="rId14" Type="http://schemas.openxmlformats.org/officeDocument/2006/relationships/slideLayout" Target="../slideLayouts/slideLayout128.xml"/><Relationship Id="rId22" Type="http://schemas.openxmlformats.org/officeDocument/2006/relationships/slideLayout" Target="../slideLayouts/slideLayout136.xml"/><Relationship Id="rId27" Type="http://schemas.openxmlformats.org/officeDocument/2006/relationships/slideLayout" Target="../slideLayouts/slideLayout141.xml"/><Relationship Id="rId30" Type="http://schemas.openxmlformats.org/officeDocument/2006/relationships/slideLayout" Target="../slideLayouts/slideLayout144.xml"/><Relationship Id="rId35" Type="http://schemas.openxmlformats.org/officeDocument/2006/relationships/slideLayout" Target="../slideLayouts/slideLayout149.xml"/><Relationship Id="rId43" Type="http://schemas.openxmlformats.org/officeDocument/2006/relationships/slideLayout" Target="../slideLayouts/slideLayout157.xml"/><Relationship Id="rId48" Type="http://schemas.openxmlformats.org/officeDocument/2006/relationships/image" Target="../media/image2.png"/><Relationship Id="rId8" Type="http://schemas.openxmlformats.org/officeDocument/2006/relationships/slideLayout" Target="../slideLayouts/slideLayout122.xml"/><Relationship Id="rId3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26.xml"/><Relationship Id="rId17" Type="http://schemas.openxmlformats.org/officeDocument/2006/relationships/slideLayout" Target="../slideLayouts/slideLayout131.xml"/><Relationship Id="rId25" Type="http://schemas.openxmlformats.org/officeDocument/2006/relationships/slideLayout" Target="../slideLayouts/slideLayout139.xml"/><Relationship Id="rId33" Type="http://schemas.openxmlformats.org/officeDocument/2006/relationships/slideLayout" Target="../slideLayouts/slideLayout147.xml"/><Relationship Id="rId38" Type="http://schemas.openxmlformats.org/officeDocument/2006/relationships/slideLayout" Target="../slideLayouts/slideLayout152.xml"/><Relationship Id="rId46" Type="http://schemas.openxmlformats.org/officeDocument/2006/relationships/theme" Target="../theme/theme4.xml"/><Relationship Id="rId20" Type="http://schemas.openxmlformats.org/officeDocument/2006/relationships/slideLayout" Target="../slideLayouts/slideLayout134.xml"/><Relationship Id="rId41" Type="http://schemas.openxmlformats.org/officeDocument/2006/relationships/slideLayout" Target="../slideLayouts/slideLayout155.xml"/><Relationship Id="rId1" Type="http://schemas.openxmlformats.org/officeDocument/2006/relationships/slideLayout" Target="../slideLayouts/slideLayout115.xml"/><Relationship Id="rId6" Type="http://schemas.openxmlformats.org/officeDocument/2006/relationships/slideLayout" Target="../slideLayouts/slideLayout120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72.xml"/><Relationship Id="rId18" Type="http://schemas.openxmlformats.org/officeDocument/2006/relationships/slideLayout" Target="../slideLayouts/slideLayout177.xml"/><Relationship Id="rId26" Type="http://schemas.openxmlformats.org/officeDocument/2006/relationships/slideLayout" Target="../slideLayouts/slideLayout185.xml"/><Relationship Id="rId39" Type="http://schemas.openxmlformats.org/officeDocument/2006/relationships/theme" Target="../theme/theme5.xml"/><Relationship Id="rId21" Type="http://schemas.openxmlformats.org/officeDocument/2006/relationships/slideLayout" Target="../slideLayouts/slideLayout180.xml"/><Relationship Id="rId34" Type="http://schemas.openxmlformats.org/officeDocument/2006/relationships/slideLayout" Target="../slideLayouts/slideLayout193.xml"/><Relationship Id="rId7" Type="http://schemas.openxmlformats.org/officeDocument/2006/relationships/slideLayout" Target="../slideLayouts/slideLayout166.xml"/><Relationship Id="rId2" Type="http://schemas.openxmlformats.org/officeDocument/2006/relationships/slideLayout" Target="../slideLayouts/slideLayout161.xml"/><Relationship Id="rId16" Type="http://schemas.openxmlformats.org/officeDocument/2006/relationships/slideLayout" Target="../slideLayouts/slideLayout175.xml"/><Relationship Id="rId20" Type="http://schemas.openxmlformats.org/officeDocument/2006/relationships/slideLayout" Target="../slideLayouts/slideLayout179.xml"/><Relationship Id="rId29" Type="http://schemas.openxmlformats.org/officeDocument/2006/relationships/slideLayout" Target="../slideLayouts/slideLayout188.xml"/><Relationship Id="rId41" Type="http://schemas.openxmlformats.org/officeDocument/2006/relationships/image" Target="../media/image2.png"/><Relationship Id="rId1" Type="http://schemas.openxmlformats.org/officeDocument/2006/relationships/slideLayout" Target="../slideLayouts/slideLayout160.xml"/><Relationship Id="rId6" Type="http://schemas.openxmlformats.org/officeDocument/2006/relationships/slideLayout" Target="../slideLayouts/slideLayout165.xml"/><Relationship Id="rId11" Type="http://schemas.openxmlformats.org/officeDocument/2006/relationships/slideLayout" Target="../slideLayouts/slideLayout170.xml"/><Relationship Id="rId24" Type="http://schemas.openxmlformats.org/officeDocument/2006/relationships/slideLayout" Target="../slideLayouts/slideLayout183.xml"/><Relationship Id="rId32" Type="http://schemas.openxmlformats.org/officeDocument/2006/relationships/slideLayout" Target="../slideLayouts/slideLayout191.xml"/><Relationship Id="rId37" Type="http://schemas.openxmlformats.org/officeDocument/2006/relationships/slideLayout" Target="../slideLayouts/slideLayout196.xml"/><Relationship Id="rId40" Type="http://schemas.openxmlformats.org/officeDocument/2006/relationships/image" Target="../media/image1.png"/><Relationship Id="rId5" Type="http://schemas.openxmlformats.org/officeDocument/2006/relationships/slideLayout" Target="../slideLayouts/slideLayout164.xml"/><Relationship Id="rId15" Type="http://schemas.openxmlformats.org/officeDocument/2006/relationships/slideLayout" Target="../slideLayouts/slideLayout174.xml"/><Relationship Id="rId23" Type="http://schemas.openxmlformats.org/officeDocument/2006/relationships/slideLayout" Target="../slideLayouts/slideLayout182.xml"/><Relationship Id="rId28" Type="http://schemas.openxmlformats.org/officeDocument/2006/relationships/slideLayout" Target="../slideLayouts/slideLayout187.xml"/><Relationship Id="rId36" Type="http://schemas.openxmlformats.org/officeDocument/2006/relationships/slideLayout" Target="../slideLayouts/slideLayout195.xml"/><Relationship Id="rId10" Type="http://schemas.openxmlformats.org/officeDocument/2006/relationships/slideLayout" Target="../slideLayouts/slideLayout169.xml"/><Relationship Id="rId19" Type="http://schemas.openxmlformats.org/officeDocument/2006/relationships/slideLayout" Target="../slideLayouts/slideLayout178.xml"/><Relationship Id="rId31" Type="http://schemas.openxmlformats.org/officeDocument/2006/relationships/slideLayout" Target="../slideLayouts/slideLayout190.xml"/><Relationship Id="rId4" Type="http://schemas.openxmlformats.org/officeDocument/2006/relationships/slideLayout" Target="../slideLayouts/slideLayout163.xml"/><Relationship Id="rId9" Type="http://schemas.openxmlformats.org/officeDocument/2006/relationships/slideLayout" Target="../slideLayouts/slideLayout168.xml"/><Relationship Id="rId14" Type="http://schemas.openxmlformats.org/officeDocument/2006/relationships/slideLayout" Target="../slideLayouts/slideLayout173.xml"/><Relationship Id="rId22" Type="http://schemas.openxmlformats.org/officeDocument/2006/relationships/slideLayout" Target="../slideLayouts/slideLayout181.xml"/><Relationship Id="rId27" Type="http://schemas.openxmlformats.org/officeDocument/2006/relationships/slideLayout" Target="../slideLayouts/slideLayout186.xml"/><Relationship Id="rId30" Type="http://schemas.openxmlformats.org/officeDocument/2006/relationships/slideLayout" Target="../slideLayouts/slideLayout189.xml"/><Relationship Id="rId35" Type="http://schemas.openxmlformats.org/officeDocument/2006/relationships/slideLayout" Target="../slideLayouts/slideLayout194.xml"/><Relationship Id="rId8" Type="http://schemas.openxmlformats.org/officeDocument/2006/relationships/slideLayout" Target="../slideLayouts/slideLayout167.xml"/><Relationship Id="rId3" Type="http://schemas.openxmlformats.org/officeDocument/2006/relationships/slideLayout" Target="../slideLayouts/slideLayout162.xml"/><Relationship Id="rId12" Type="http://schemas.openxmlformats.org/officeDocument/2006/relationships/slideLayout" Target="../slideLayouts/slideLayout171.xml"/><Relationship Id="rId17" Type="http://schemas.openxmlformats.org/officeDocument/2006/relationships/slideLayout" Target="../slideLayouts/slideLayout176.xml"/><Relationship Id="rId25" Type="http://schemas.openxmlformats.org/officeDocument/2006/relationships/slideLayout" Target="../slideLayouts/slideLayout184.xml"/><Relationship Id="rId33" Type="http://schemas.openxmlformats.org/officeDocument/2006/relationships/slideLayout" Target="../slideLayouts/slideLayout192.xml"/><Relationship Id="rId38" Type="http://schemas.openxmlformats.org/officeDocument/2006/relationships/slideLayout" Target="../slideLayouts/slideLayout19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-9144"/>
            <a:ext cx="12192000" cy="283464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13833" y="356617"/>
            <a:ext cx="10972800" cy="378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3833" y="1218599"/>
            <a:ext cx="10972800" cy="1163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586318" y="6657976"/>
            <a:ext cx="2753783" cy="1111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144" tIns="9144" rIns="9144" bIns="9144" anchor="b">
            <a:spAutoFit/>
          </a:bodyPr>
          <a:lstStyle/>
          <a:p>
            <a:pPr defTabSz="82073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600" dirty="0">
                <a:solidFill>
                  <a:srgbClr val="FFFFFF">
                    <a:lumMod val="50000"/>
                  </a:srgbClr>
                </a:solidFill>
              </a:rPr>
              <a:t>Copyright © 2019 Boeing. All rights reserved.</a:t>
            </a: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60417" y="6532563"/>
            <a:ext cx="2377016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" tIns="9144" rIns="9144" bIns="9144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pic>
        <p:nvPicPr>
          <p:cNvPr id="18" name="Picture 17" descr="ET&amp;T.png"/>
          <p:cNvPicPr>
            <a:picLocks noChangeAspect="1"/>
          </p:cNvPicPr>
          <p:nvPr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687" y="16945"/>
            <a:ext cx="3314035" cy="26025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1665" y="-42623"/>
            <a:ext cx="1748959" cy="350421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4058164" y="6363126"/>
            <a:ext cx="40756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kern="1200" dirty="0">
                <a:solidFill>
                  <a:srgbClr val="898989"/>
                </a:solidFill>
                <a:latin typeface="Arial" charset="0"/>
                <a:ea typeface="+mn-ea"/>
                <a:cs typeface="+mn-cs"/>
              </a:rPr>
              <a:t>BOEING PROPRIETARY- Competition Sensitive Information</a:t>
            </a:r>
          </a:p>
          <a:p>
            <a:pPr algn="ctr"/>
            <a:r>
              <a:rPr lang="en-US" sz="1000" b="0" kern="1200" dirty="0">
                <a:solidFill>
                  <a:srgbClr val="898989"/>
                </a:solidFill>
                <a:latin typeface="Arial" charset="0"/>
                <a:ea typeface="+mn-ea"/>
                <a:cs typeface="+mn-cs"/>
              </a:rPr>
              <a:t>Release or Disclose only to Authorized Boeing Employees</a:t>
            </a:r>
          </a:p>
          <a:p>
            <a:pPr algn="ctr"/>
            <a:r>
              <a:rPr lang="en-US" sz="1000" b="0" kern="1200" dirty="0">
                <a:solidFill>
                  <a:srgbClr val="898989"/>
                </a:solidFill>
                <a:latin typeface="Arial" charset="0"/>
                <a:ea typeface="+mn-ea"/>
                <a:cs typeface="+mn-cs"/>
              </a:rPr>
              <a:t>EXPORT CONTROLLED – See</a:t>
            </a:r>
            <a:r>
              <a:rPr lang="en-US" sz="1000" b="0" kern="1200" baseline="0" dirty="0">
                <a:solidFill>
                  <a:srgbClr val="898989"/>
                </a:solidFill>
                <a:latin typeface="Arial" charset="0"/>
                <a:ea typeface="+mn-ea"/>
                <a:cs typeface="+mn-cs"/>
              </a:rPr>
              <a:t> front page</a:t>
            </a:r>
            <a:endParaRPr lang="en-US" sz="1000" b="0" kern="1200" dirty="0">
              <a:solidFill>
                <a:srgbClr val="898989"/>
              </a:solidFill>
              <a:latin typeface="Arial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172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4" r:id="rId2"/>
    <p:sldLayoutId id="2147483665" r:id="rId3"/>
    <p:sldLayoutId id="2147483704" r:id="rId4"/>
    <p:sldLayoutId id="2147483666" r:id="rId5"/>
    <p:sldLayoutId id="2147483667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3" r:id="rId19"/>
    <p:sldLayoutId id="2147483684" r:id="rId20"/>
    <p:sldLayoutId id="2147483687" r:id="rId21"/>
    <p:sldLayoutId id="2147483688" r:id="rId22"/>
    <p:sldLayoutId id="2147483689" r:id="rId23"/>
    <p:sldLayoutId id="2147483690" r:id="rId24"/>
    <p:sldLayoutId id="2147483691" r:id="rId25"/>
    <p:sldLayoutId id="2147483692" r:id="rId26"/>
    <p:sldLayoutId id="2147483693" r:id="rId27"/>
    <p:sldLayoutId id="2147483695" r:id="rId28"/>
    <p:sldLayoutId id="2147483696" r:id="rId29"/>
    <p:sldLayoutId id="2147483697" r:id="rId30"/>
    <p:sldLayoutId id="2147483698" r:id="rId31"/>
    <p:sldLayoutId id="2147483699" r:id="rId32"/>
    <p:sldLayoutId id="2147483700" r:id="rId33"/>
    <p:sldLayoutId id="2147483702" r:id="rId34"/>
    <p:sldLayoutId id="2147483703" r:id="rId35"/>
    <p:sldLayoutId id="2147483701" r:id="rId36"/>
    <p:sldLayoutId id="2147483705" r:id="rId37"/>
    <p:sldLayoutId id="2147483893" r:id="rId3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2pPr>
      <a:lvl3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3pPr>
      <a:lvl4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4pPr>
      <a:lvl5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5pPr>
      <a:lvl6pPr marL="4572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6pPr>
      <a:lvl7pPr marL="9144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7pPr>
      <a:lvl8pPr marL="13716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8pPr>
      <a:lvl9pPr marL="18288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9pPr>
    </p:titleStyle>
    <p:bodyStyle>
      <a:lvl1pPr marL="274320" indent="-274320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125000"/>
        <a:buFontTx/>
        <a:buBlip>
          <a:blip r:embed="rId42"/>
        </a:buBlip>
        <a:defRPr sz="2000" b="1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57200" indent="-182880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100000"/>
        <a:buFont typeface="Wingdings" panose="05000000000000000000" pitchFamily="2" charset="2"/>
        <a:buChar char="§"/>
        <a:defRPr sz="1800">
          <a:solidFill>
            <a:schemeClr val="tx1">
              <a:lumMod val="75000"/>
              <a:lumOff val="25000"/>
            </a:schemeClr>
          </a:solidFill>
          <a:latin typeface="+mn-lt"/>
        </a:defRPr>
      </a:lvl2pPr>
      <a:lvl3pPr marL="640080" indent="-184150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Courier New" panose="02070309020205020404" pitchFamily="49" charset="0"/>
        <a:buChar char="o"/>
        <a:defRPr sz="1600" b="0">
          <a:solidFill>
            <a:schemeClr val="tx1">
              <a:lumMod val="75000"/>
              <a:lumOff val="25000"/>
            </a:schemeClr>
          </a:solidFill>
          <a:latin typeface="+mn-lt"/>
        </a:defRPr>
      </a:lvl3pPr>
      <a:lvl4pPr marL="822960" indent="-182880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400">
          <a:solidFill>
            <a:schemeClr val="tx1">
              <a:lumMod val="75000"/>
              <a:lumOff val="25000"/>
            </a:schemeClr>
          </a:solidFill>
          <a:latin typeface="+mn-lt"/>
        </a:defRPr>
      </a:lvl4pPr>
      <a:lvl5pPr marL="9572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>
              <a:lumMod val="75000"/>
              <a:lumOff val="25000"/>
            </a:schemeClr>
          </a:solidFill>
          <a:latin typeface="+mn-lt"/>
        </a:defRPr>
      </a:lvl5pPr>
      <a:lvl6pPr marL="14144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6pPr>
      <a:lvl7pPr marL="18716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7pPr>
      <a:lvl8pPr marL="23288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8pPr>
      <a:lvl9pPr marL="27860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-9144"/>
            <a:ext cx="12192000" cy="283464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13833" y="356618"/>
            <a:ext cx="10972800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3833" y="1218600"/>
            <a:ext cx="10972800" cy="872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586319" y="6662919"/>
            <a:ext cx="2753783" cy="10618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6858" tIns="6858" rIns="6858" bIns="6858" anchor="b">
            <a:spAutoFit/>
          </a:bodyPr>
          <a:lstStyle/>
          <a:p>
            <a:pPr defTabSz="61555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600" dirty="0">
                <a:solidFill>
                  <a:srgbClr val="FFFFFF">
                    <a:lumMod val="50000"/>
                  </a:srgbClr>
                </a:solidFill>
              </a:rPr>
              <a:t>Copyright © 2020 Boeing. All rights reserved.</a:t>
            </a: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60417" y="6532563"/>
            <a:ext cx="2377016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" tIns="9144" rIns="9144" bIns="9144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4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89318A1-174D-4DEE-8106-03A37B9BCF15}" type="slidenum">
              <a:rPr lang="en-US" sz="750" smtClean="0">
                <a:solidFill>
                  <a:srgbClr val="FFFFFF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750" dirty="0">
              <a:solidFill>
                <a:srgbClr val="FFFFFF">
                  <a:lumMod val="50000"/>
                </a:srgbClr>
              </a:solidFill>
            </a:endParaRPr>
          </a:p>
        </p:txBody>
      </p:sp>
      <p:pic>
        <p:nvPicPr>
          <p:cNvPr id="18" name="Picture 17" descr="ET&amp;T.png"/>
          <p:cNvPicPr>
            <a:picLocks noChangeAspect="1"/>
          </p:cNvPicPr>
          <p:nvPr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688" y="16945"/>
            <a:ext cx="3314035" cy="26025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1666" y="-42623"/>
            <a:ext cx="1748959" cy="350421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4058164" y="6440071"/>
            <a:ext cx="407567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50" dirty="0">
                <a:solidFill>
                  <a:srgbClr val="898989"/>
                </a:solidFill>
              </a:rPr>
              <a:t>BOEING PROPRIETARY- Competition Sensitive Information</a:t>
            </a:r>
          </a:p>
          <a:p>
            <a:pPr algn="ctr"/>
            <a:r>
              <a:rPr lang="en-US" sz="750" dirty="0">
                <a:solidFill>
                  <a:srgbClr val="898989"/>
                </a:solidFill>
              </a:rPr>
              <a:t>Release or Disclose only to Authorized Boeing Employees</a:t>
            </a:r>
          </a:p>
          <a:p>
            <a:endParaRPr lang="en-US" sz="1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202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  <p:sldLayoutId id="2147483735" r:id="rId29"/>
    <p:sldLayoutId id="2147483736" r:id="rId30"/>
    <p:sldLayoutId id="2147483737" r:id="rId31"/>
    <p:sldLayoutId id="2147483738" r:id="rId32"/>
    <p:sldLayoutId id="2147483739" r:id="rId33"/>
    <p:sldLayoutId id="2147483740" r:id="rId34"/>
    <p:sldLayoutId id="2147483741" r:id="rId35"/>
    <p:sldLayoutId id="2147483742" r:id="rId36"/>
    <p:sldLayoutId id="2147483743" r:id="rId37"/>
    <p:sldLayoutId id="2147483744" r:id="rId3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765572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+mj-lt"/>
          <a:ea typeface="+mj-ea"/>
          <a:cs typeface="+mj-cs"/>
        </a:defRPr>
      </a:lvl1pPr>
      <a:lvl2pPr algn="l" defTabSz="765572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2pPr>
      <a:lvl3pPr algn="l" defTabSz="765572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3pPr>
      <a:lvl4pPr algn="l" defTabSz="765572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4pPr>
      <a:lvl5pPr algn="l" defTabSz="765572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5pPr>
      <a:lvl6pPr marL="342900" algn="l" defTabSz="765572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6pPr>
      <a:lvl7pPr marL="685800" algn="l" defTabSz="765572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7pPr>
      <a:lvl8pPr marL="1028700" algn="l" defTabSz="765572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8pPr>
      <a:lvl9pPr marL="1371600" algn="l" defTabSz="765572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9pPr>
    </p:titleStyle>
    <p:bodyStyle>
      <a:lvl1pPr marL="205740" indent="-205740" algn="l" defTabSz="615554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125000"/>
        <a:buFontTx/>
        <a:buBlip>
          <a:blip r:embed="rId42"/>
        </a:buBlip>
        <a:defRPr sz="1500" b="1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42900" indent="-137160" algn="l" defTabSz="615554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100000"/>
        <a:buFont typeface="Wingdings" panose="05000000000000000000" pitchFamily="2" charset="2"/>
        <a:buChar char="§"/>
        <a:defRPr sz="1350">
          <a:solidFill>
            <a:schemeClr val="tx1">
              <a:lumMod val="75000"/>
              <a:lumOff val="25000"/>
            </a:schemeClr>
          </a:solidFill>
          <a:latin typeface="+mn-lt"/>
        </a:defRPr>
      </a:lvl2pPr>
      <a:lvl3pPr marL="480060" indent="-138113" algn="l" defTabSz="615554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Courier New" panose="02070309020205020404" pitchFamily="49" charset="0"/>
        <a:buChar char="o"/>
        <a:defRPr sz="1200" b="0">
          <a:solidFill>
            <a:schemeClr val="tx1">
              <a:lumMod val="75000"/>
              <a:lumOff val="25000"/>
            </a:schemeClr>
          </a:solidFill>
          <a:latin typeface="+mn-lt"/>
        </a:defRPr>
      </a:lvl3pPr>
      <a:lvl4pPr marL="617220" indent="-137160" algn="l" defTabSz="615554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050">
          <a:solidFill>
            <a:schemeClr val="tx1">
              <a:lumMod val="75000"/>
              <a:lumOff val="25000"/>
            </a:schemeClr>
          </a:solidFill>
          <a:latin typeface="+mn-lt"/>
        </a:defRPr>
      </a:lvl4pPr>
      <a:lvl5pPr marL="717947" indent="-122635" algn="l" defTabSz="615554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200">
          <a:solidFill>
            <a:schemeClr val="tx1">
              <a:lumMod val="75000"/>
              <a:lumOff val="25000"/>
            </a:schemeClr>
          </a:solidFill>
          <a:latin typeface="+mn-lt"/>
        </a:defRPr>
      </a:lvl5pPr>
      <a:lvl6pPr marL="1060847" indent="-122635" algn="l" defTabSz="615554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200">
          <a:solidFill>
            <a:schemeClr val="tx1"/>
          </a:solidFill>
          <a:latin typeface="+mn-lt"/>
        </a:defRPr>
      </a:lvl6pPr>
      <a:lvl7pPr marL="1403747" indent="-122635" algn="l" defTabSz="615554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200">
          <a:solidFill>
            <a:schemeClr val="tx1"/>
          </a:solidFill>
          <a:latin typeface="+mn-lt"/>
        </a:defRPr>
      </a:lvl7pPr>
      <a:lvl8pPr marL="1746647" indent="-122635" algn="l" defTabSz="615554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200">
          <a:solidFill>
            <a:schemeClr val="tx1"/>
          </a:solidFill>
          <a:latin typeface="+mn-lt"/>
        </a:defRPr>
      </a:lvl8pPr>
      <a:lvl9pPr marL="2089547" indent="-122635" algn="l" defTabSz="615554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-9144"/>
            <a:ext cx="12192000" cy="283464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13833" y="356617"/>
            <a:ext cx="10972800" cy="378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3833" y="1218599"/>
            <a:ext cx="10972800" cy="1163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586318" y="6657976"/>
            <a:ext cx="2753783" cy="1111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144" tIns="9144" rIns="9144" bIns="9144" anchor="b">
            <a:spAutoFit/>
          </a:bodyPr>
          <a:lstStyle/>
          <a:p>
            <a:pPr defTabSz="82073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600" dirty="0">
                <a:solidFill>
                  <a:srgbClr val="FFFFFF">
                    <a:lumMod val="50000"/>
                  </a:srgbClr>
                </a:solidFill>
              </a:rPr>
              <a:t>Copyright © 2024 Boeing. All rights reserved.</a:t>
            </a: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60417" y="6532563"/>
            <a:ext cx="2377016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" tIns="9144" rIns="9144" bIns="9144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pic>
        <p:nvPicPr>
          <p:cNvPr id="18" name="Picture 17" descr="ET&amp;T.png"/>
          <p:cNvPicPr>
            <a:picLocks noChangeAspect="1"/>
          </p:cNvPicPr>
          <p:nvPr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687" y="16945"/>
            <a:ext cx="3314035" cy="26025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1665" y="-42623"/>
            <a:ext cx="1748959" cy="350421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4058164" y="6440071"/>
            <a:ext cx="407567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kern="1200" dirty="0">
                <a:solidFill>
                  <a:srgbClr val="898989"/>
                </a:solidFill>
                <a:latin typeface="Arial" charset="0"/>
                <a:ea typeface="+mn-ea"/>
                <a:cs typeface="+mn-cs"/>
              </a:rPr>
              <a:t>BOEING PROPRIETARY- Competition Sensitive Information</a:t>
            </a:r>
          </a:p>
          <a:p>
            <a:pPr algn="ctr"/>
            <a:r>
              <a:rPr lang="en-US" sz="1000" b="0" kern="1200" dirty="0">
                <a:solidFill>
                  <a:srgbClr val="898989"/>
                </a:solidFill>
                <a:latin typeface="Arial" charset="0"/>
                <a:ea typeface="+mn-ea"/>
                <a:cs typeface="+mn-cs"/>
              </a:rPr>
              <a:t>Release or Disclose only to Authorized Boeing Employees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769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  <p:sldLayoutId id="2147483784" r:id="rId17"/>
    <p:sldLayoutId id="2147483785" r:id="rId18"/>
    <p:sldLayoutId id="2147483786" r:id="rId19"/>
    <p:sldLayoutId id="2147483787" r:id="rId20"/>
    <p:sldLayoutId id="2147483788" r:id="rId21"/>
    <p:sldLayoutId id="2147483789" r:id="rId22"/>
    <p:sldLayoutId id="2147483790" r:id="rId23"/>
    <p:sldLayoutId id="2147483791" r:id="rId24"/>
    <p:sldLayoutId id="2147483792" r:id="rId25"/>
    <p:sldLayoutId id="2147483793" r:id="rId26"/>
    <p:sldLayoutId id="2147483794" r:id="rId27"/>
    <p:sldLayoutId id="2147483795" r:id="rId28"/>
    <p:sldLayoutId id="2147483796" r:id="rId29"/>
    <p:sldLayoutId id="2147483797" r:id="rId30"/>
    <p:sldLayoutId id="2147483798" r:id="rId31"/>
    <p:sldLayoutId id="2147483799" r:id="rId32"/>
    <p:sldLayoutId id="2147483800" r:id="rId33"/>
    <p:sldLayoutId id="2147483801" r:id="rId34"/>
    <p:sldLayoutId id="2147483802" r:id="rId35"/>
    <p:sldLayoutId id="2147483803" r:id="rId36"/>
    <p:sldLayoutId id="2147483804" r:id="rId37"/>
    <p:sldLayoutId id="2147483805" r:id="rId3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2pPr>
      <a:lvl3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3pPr>
      <a:lvl4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4pPr>
      <a:lvl5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5pPr>
      <a:lvl6pPr marL="4572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6pPr>
      <a:lvl7pPr marL="9144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7pPr>
      <a:lvl8pPr marL="13716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8pPr>
      <a:lvl9pPr marL="18288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9pPr>
    </p:titleStyle>
    <p:bodyStyle>
      <a:lvl1pPr marL="274320" indent="-274320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125000"/>
        <a:buFont typeface="Wingdings" panose="05000000000000000000" pitchFamily="2" charset="2"/>
        <a:buChar char="§"/>
        <a:defRPr sz="2000" b="1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57200" indent="-182880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–"/>
        <a:defRPr sz="1800">
          <a:solidFill>
            <a:schemeClr val="tx1">
              <a:lumMod val="75000"/>
              <a:lumOff val="25000"/>
            </a:schemeClr>
          </a:solidFill>
          <a:latin typeface="+mn-lt"/>
        </a:defRPr>
      </a:lvl2pPr>
      <a:lvl3pPr marL="640080" indent="-184150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1600" b="0">
          <a:solidFill>
            <a:schemeClr val="tx1">
              <a:lumMod val="75000"/>
              <a:lumOff val="25000"/>
            </a:schemeClr>
          </a:solidFill>
          <a:latin typeface="+mn-lt"/>
        </a:defRPr>
      </a:lvl3pPr>
      <a:lvl4pPr marL="822960" indent="-182880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400">
          <a:solidFill>
            <a:schemeClr val="tx1">
              <a:lumMod val="75000"/>
              <a:lumOff val="25000"/>
            </a:schemeClr>
          </a:solidFill>
          <a:latin typeface="+mn-lt"/>
        </a:defRPr>
      </a:lvl4pPr>
      <a:lvl5pPr marL="9572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>
              <a:lumMod val="75000"/>
              <a:lumOff val="25000"/>
            </a:schemeClr>
          </a:solidFill>
          <a:latin typeface="+mn-lt"/>
        </a:defRPr>
      </a:lvl5pPr>
      <a:lvl6pPr marL="14144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6pPr>
      <a:lvl7pPr marL="18716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7pPr>
      <a:lvl8pPr marL="23288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8pPr>
      <a:lvl9pPr marL="27860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-9144"/>
            <a:ext cx="12192000" cy="283464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13833" y="356617"/>
            <a:ext cx="10972800" cy="378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3833" y="1218599"/>
            <a:ext cx="10972800" cy="1163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586318" y="6657976"/>
            <a:ext cx="2753783" cy="1111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144" tIns="9144" rIns="9144" bIns="9144" anchor="b">
            <a:spAutoFit/>
          </a:bodyPr>
          <a:lstStyle/>
          <a:p>
            <a:pPr defTabSz="82073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600" dirty="0">
                <a:solidFill>
                  <a:srgbClr val="FFFFFF">
                    <a:lumMod val="50000"/>
                  </a:srgbClr>
                </a:solidFill>
              </a:rPr>
              <a:t>Copyright © 2019 Boeing. All rights reserved.</a:t>
            </a: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60417" y="6532563"/>
            <a:ext cx="2377016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" tIns="9144" rIns="9144" bIns="9144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sz="100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  <p:pic>
        <p:nvPicPr>
          <p:cNvPr id="18" name="Picture 17" descr="ET&amp;T.png"/>
          <p:cNvPicPr>
            <a:picLocks noChangeAspect="1"/>
          </p:cNvPicPr>
          <p:nvPr/>
        </p:nvPicPr>
        <p:blipFill>
          <a:blip r:embed="rId4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687" y="16945"/>
            <a:ext cx="3314035" cy="26025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1665" y="-42623"/>
            <a:ext cx="1748959" cy="3504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58164" y="6363126"/>
            <a:ext cx="40756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kern="1200" dirty="0">
                <a:solidFill>
                  <a:srgbClr val="898989"/>
                </a:solidFill>
                <a:latin typeface="Arial" charset="0"/>
                <a:ea typeface="+mn-ea"/>
                <a:cs typeface="+mn-cs"/>
              </a:rPr>
              <a:t>BOEING PROPRIETARY- Competition Sensitive Information</a:t>
            </a:r>
          </a:p>
          <a:p>
            <a:pPr algn="ctr"/>
            <a:r>
              <a:rPr lang="en-US" sz="1000" b="0" kern="1200" dirty="0">
                <a:solidFill>
                  <a:srgbClr val="898989"/>
                </a:solidFill>
                <a:latin typeface="Arial" charset="0"/>
                <a:ea typeface="+mn-ea"/>
                <a:cs typeface="+mn-cs"/>
              </a:rPr>
              <a:t>Release or Disclose only to Authorized Boeing Employees</a:t>
            </a:r>
          </a:p>
          <a:p>
            <a:pPr algn="ctr"/>
            <a:r>
              <a:rPr lang="en-US" sz="1000" b="0" kern="1200" dirty="0">
                <a:solidFill>
                  <a:srgbClr val="898989"/>
                </a:solidFill>
                <a:latin typeface="Arial" charset="0"/>
                <a:ea typeface="+mn-ea"/>
                <a:cs typeface="+mn-cs"/>
              </a:rPr>
              <a:t>EXPORT CONTROLLED – See</a:t>
            </a:r>
            <a:r>
              <a:rPr lang="en-US" sz="1000" b="0" kern="1200" baseline="0" dirty="0">
                <a:solidFill>
                  <a:srgbClr val="898989"/>
                </a:solidFill>
                <a:latin typeface="Arial" charset="0"/>
                <a:ea typeface="+mn-ea"/>
                <a:cs typeface="+mn-cs"/>
              </a:rPr>
              <a:t> front page</a:t>
            </a:r>
            <a:endParaRPr lang="en-US" sz="1000" b="0" kern="1200" dirty="0">
              <a:solidFill>
                <a:srgbClr val="898989"/>
              </a:solidFill>
              <a:latin typeface="Arial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30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  <p:sldLayoutId id="2147483818" r:id="rId12"/>
    <p:sldLayoutId id="2147483819" r:id="rId13"/>
    <p:sldLayoutId id="2147483820" r:id="rId14"/>
    <p:sldLayoutId id="2147483821" r:id="rId15"/>
    <p:sldLayoutId id="2147483822" r:id="rId16"/>
    <p:sldLayoutId id="2147483823" r:id="rId17"/>
    <p:sldLayoutId id="2147483824" r:id="rId18"/>
    <p:sldLayoutId id="2147483825" r:id="rId19"/>
    <p:sldLayoutId id="2147483826" r:id="rId20"/>
    <p:sldLayoutId id="2147483827" r:id="rId21"/>
    <p:sldLayoutId id="2147483828" r:id="rId22"/>
    <p:sldLayoutId id="2147483829" r:id="rId23"/>
    <p:sldLayoutId id="2147483830" r:id="rId24"/>
    <p:sldLayoutId id="2147483831" r:id="rId25"/>
    <p:sldLayoutId id="2147483832" r:id="rId26"/>
    <p:sldLayoutId id="2147483833" r:id="rId27"/>
    <p:sldLayoutId id="2147483834" r:id="rId28"/>
    <p:sldLayoutId id="2147483835" r:id="rId29"/>
    <p:sldLayoutId id="2147483836" r:id="rId30"/>
    <p:sldLayoutId id="2147483837" r:id="rId31"/>
    <p:sldLayoutId id="2147483838" r:id="rId32"/>
    <p:sldLayoutId id="2147483839" r:id="rId33"/>
    <p:sldLayoutId id="2147483840" r:id="rId34"/>
    <p:sldLayoutId id="2147483841" r:id="rId35"/>
    <p:sldLayoutId id="2147483842" r:id="rId36"/>
    <p:sldLayoutId id="2147483843" r:id="rId37"/>
    <p:sldLayoutId id="2147483844" r:id="rId38"/>
    <p:sldLayoutId id="2147483845" r:id="rId39"/>
    <p:sldLayoutId id="2147483846" r:id="rId40"/>
    <p:sldLayoutId id="2147483848" r:id="rId41"/>
    <p:sldLayoutId id="2147483849" r:id="rId42"/>
    <p:sldLayoutId id="2147483850" r:id="rId43"/>
    <p:sldLayoutId id="2147483852" r:id="rId44"/>
    <p:sldLayoutId id="2147483853" r:id="rId4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2pPr>
      <a:lvl3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3pPr>
      <a:lvl4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4pPr>
      <a:lvl5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5pPr>
      <a:lvl6pPr marL="4572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6pPr>
      <a:lvl7pPr marL="9144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7pPr>
      <a:lvl8pPr marL="13716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8pPr>
      <a:lvl9pPr marL="18288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9pPr>
    </p:titleStyle>
    <p:bodyStyle>
      <a:lvl1pPr marL="274320" indent="-274320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125000"/>
        <a:buFontTx/>
        <a:buBlip>
          <a:blip r:embed="rId49"/>
        </a:buBlip>
        <a:defRPr sz="2000" b="1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57200" indent="-182880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100000"/>
        <a:buFont typeface="Wingdings" panose="05000000000000000000" pitchFamily="2" charset="2"/>
        <a:buChar char="§"/>
        <a:defRPr sz="1800">
          <a:solidFill>
            <a:schemeClr val="tx1">
              <a:lumMod val="75000"/>
              <a:lumOff val="25000"/>
            </a:schemeClr>
          </a:solidFill>
          <a:latin typeface="+mn-lt"/>
        </a:defRPr>
      </a:lvl2pPr>
      <a:lvl3pPr marL="640080" indent="-184150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Courier New" panose="02070309020205020404" pitchFamily="49" charset="0"/>
        <a:buChar char="o"/>
        <a:defRPr sz="1600" b="0">
          <a:solidFill>
            <a:schemeClr val="tx1">
              <a:lumMod val="75000"/>
              <a:lumOff val="25000"/>
            </a:schemeClr>
          </a:solidFill>
          <a:latin typeface="+mn-lt"/>
        </a:defRPr>
      </a:lvl3pPr>
      <a:lvl4pPr marL="822960" indent="-182880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400">
          <a:solidFill>
            <a:schemeClr val="tx1">
              <a:lumMod val="75000"/>
              <a:lumOff val="25000"/>
            </a:schemeClr>
          </a:solidFill>
          <a:latin typeface="+mn-lt"/>
        </a:defRPr>
      </a:lvl4pPr>
      <a:lvl5pPr marL="9572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>
              <a:lumMod val="75000"/>
              <a:lumOff val="25000"/>
            </a:schemeClr>
          </a:solidFill>
          <a:latin typeface="+mn-lt"/>
        </a:defRPr>
      </a:lvl5pPr>
      <a:lvl6pPr marL="14144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6pPr>
      <a:lvl7pPr marL="18716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7pPr>
      <a:lvl8pPr marL="23288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8pPr>
      <a:lvl9pPr marL="27860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-9144"/>
            <a:ext cx="12192000" cy="283464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13833" y="356617"/>
            <a:ext cx="10972800" cy="378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3833" y="1218599"/>
            <a:ext cx="10972800" cy="1163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586318" y="6657976"/>
            <a:ext cx="2753783" cy="1111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144" tIns="9144" rIns="9144" bIns="9144" anchor="b">
            <a:spAutoFit/>
          </a:bodyPr>
          <a:lstStyle/>
          <a:p>
            <a:pPr defTabSz="82073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600" dirty="0">
                <a:solidFill>
                  <a:srgbClr val="FFFFFF">
                    <a:lumMod val="50000"/>
                  </a:srgbClr>
                </a:solidFill>
              </a:rPr>
              <a:t>Copyright © 2023 Boeing. All rights reserved.</a:t>
            </a: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60417" y="6532563"/>
            <a:ext cx="2377016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" tIns="9144" rIns="9144" bIns="9144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pic>
        <p:nvPicPr>
          <p:cNvPr id="18" name="Picture 17" descr="ET&amp;T.png"/>
          <p:cNvPicPr>
            <a:picLocks noChangeAspect="1"/>
          </p:cNvPicPr>
          <p:nvPr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687" y="16945"/>
            <a:ext cx="3314035" cy="26025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1665" y="-42623"/>
            <a:ext cx="1748959" cy="350421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4058164" y="6440071"/>
            <a:ext cx="407567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kern="1200" dirty="0">
                <a:solidFill>
                  <a:srgbClr val="898989"/>
                </a:solidFill>
                <a:latin typeface="Arial" charset="0"/>
                <a:ea typeface="+mn-ea"/>
                <a:cs typeface="+mn-cs"/>
              </a:rPr>
              <a:t>BOEING PROPRIETARY- Competition Sensitive Information</a:t>
            </a:r>
          </a:p>
          <a:p>
            <a:pPr algn="ctr"/>
            <a:r>
              <a:rPr lang="en-US" sz="1000" b="0" kern="1200" dirty="0">
                <a:solidFill>
                  <a:srgbClr val="898989"/>
                </a:solidFill>
                <a:latin typeface="Arial" charset="0"/>
                <a:ea typeface="+mn-ea"/>
                <a:cs typeface="+mn-cs"/>
              </a:rPr>
              <a:t>Release or Disclose only to Authorized Boeing Employees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447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  <p:sldLayoutId id="2147483866" r:id="rId12"/>
    <p:sldLayoutId id="2147483867" r:id="rId13"/>
    <p:sldLayoutId id="2147483868" r:id="rId14"/>
    <p:sldLayoutId id="2147483869" r:id="rId15"/>
    <p:sldLayoutId id="2147483870" r:id="rId16"/>
    <p:sldLayoutId id="2147483871" r:id="rId17"/>
    <p:sldLayoutId id="2147483872" r:id="rId18"/>
    <p:sldLayoutId id="2147483873" r:id="rId19"/>
    <p:sldLayoutId id="2147483874" r:id="rId20"/>
    <p:sldLayoutId id="2147483875" r:id="rId21"/>
    <p:sldLayoutId id="2147483876" r:id="rId22"/>
    <p:sldLayoutId id="2147483877" r:id="rId23"/>
    <p:sldLayoutId id="2147483878" r:id="rId24"/>
    <p:sldLayoutId id="2147483879" r:id="rId25"/>
    <p:sldLayoutId id="2147483880" r:id="rId26"/>
    <p:sldLayoutId id="2147483881" r:id="rId27"/>
    <p:sldLayoutId id="2147483882" r:id="rId28"/>
    <p:sldLayoutId id="2147483883" r:id="rId29"/>
    <p:sldLayoutId id="2147483884" r:id="rId30"/>
    <p:sldLayoutId id="2147483885" r:id="rId31"/>
    <p:sldLayoutId id="2147483886" r:id="rId32"/>
    <p:sldLayoutId id="2147483887" r:id="rId33"/>
    <p:sldLayoutId id="2147483888" r:id="rId34"/>
    <p:sldLayoutId id="2147483889" r:id="rId35"/>
    <p:sldLayoutId id="2147483890" r:id="rId36"/>
    <p:sldLayoutId id="2147483891" r:id="rId37"/>
    <p:sldLayoutId id="2147483892" r:id="rId3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2pPr>
      <a:lvl3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3pPr>
      <a:lvl4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4pPr>
      <a:lvl5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5pPr>
      <a:lvl6pPr marL="4572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6pPr>
      <a:lvl7pPr marL="9144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7pPr>
      <a:lvl8pPr marL="13716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8pPr>
      <a:lvl9pPr marL="18288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9pPr>
    </p:titleStyle>
    <p:bodyStyle>
      <a:lvl1pPr marL="274320" indent="-274320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125000"/>
        <a:buFont typeface="Wingdings" panose="05000000000000000000" pitchFamily="2" charset="2"/>
        <a:buChar char="§"/>
        <a:defRPr sz="2000" b="1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57200" indent="-182880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–"/>
        <a:defRPr sz="1800">
          <a:solidFill>
            <a:schemeClr val="tx1">
              <a:lumMod val="75000"/>
              <a:lumOff val="25000"/>
            </a:schemeClr>
          </a:solidFill>
          <a:latin typeface="+mn-lt"/>
        </a:defRPr>
      </a:lvl2pPr>
      <a:lvl3pPr marL="640080" indent="-184150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1600" b="0">
          <a:solidFill>
            <a:schemeClr val="tx1">
              <a:lumMod val="75000"/>
              <a:lumOff val="25000"/>
            </a:schemeClr>
          </a:solidFill>
          <a:latin typeface="+mn-lt"/>
        </a:defRPr>
      </a:lvl3pPr>
      <a:lvl4pPr marL="822960" indent="-182880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400">
          <a:solidFill>
            <a:schemeClr val="tx1">
              <a:lumMod val="75000"/>
              <a:lumOff val="25000"/>
            </a:schemeClr>
          </a:solidFill>
          <a:latin typeface="+mn-lt"/>
        </a:defRPr>
      </a:lvl4pPr>
      <a:lvl5pPr marL="9572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>
              <a:lumMod val="75000"/>
              <a:lumOff val="25000"/>
            </a:schemeClr>
          </a:solidFill>
          <a:latin typeface="+mn-lt"/>
        </a:defRPr>
      </a:lvl5pPr>
      <a:lvl6pPr marL="14144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6pPr>
      <a:lvl7pPr marL="18716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7pPr>
      <a:lvl8pPr marL="23288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8pPr>
      <a:lvl9pPr marL="27860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jpe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Relationship Id="rId9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321C44-1200-0EA5-4398-CD8F8A5E6B65}"/>
              </a:ext>
            </a:extLst>
          </p:cNvPr>
          <p:cNvSpPr/>
          <p:nvPr/>
        </p:nvSpPr>
        <p:spPr>
          <a:xfrm>
            <a:off x="7246834" y="1178286"/>
            <a:ext cx="4396592" cy="51968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CA3D1D-6DFD-A11C-F45B-7CB4C8753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4675" y="304519"/>
            <a:ext cx="5355211" cy="873767"/>
          </a:xfrm>
        </p:spPr>
        <p:txBody>
          <a:bodyPr>
            <a:normAutofit/>
          </a:bodyPr>
          <a:lstStyle/>
          <a:p>
            <a:r>
              <a:rPr lang="en-US" dirty="0"/>
              <a:t>Brian Morman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2B39F4-4F2C-D58C-1EE5-8A6F3BA4CE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8824" y="2685263"/>
            <a:ext cx="5192611" cy="4579913"/>
          </a:xfrm>
        </p:spPr>
        <p:txBody>
          <a:bodyPr>
            <a:norm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Fall Semester:</a:t>
            </a:r>
          </a:p>
          <a:p>
            <a:r>
              <a:rPr lang="en-US" sz="1200" b="0" dirty="0">
                <a:solidFill>
                  <a:schemeClr val="bg1"/>
                </a:solidFill>
              </a:rPr>
              <a:t>Business Analytics and Decisions – </a:t>
            </a:r>
            <a:r>
              <a:rPr lang="en-US" sz="1200" b="0" u="sng" dirty="0">
                <a:solidFill>
                  <a:schemeClr val="bg1"/>
                </a:solidFill>
              </a:rPr>
              <a:t>High Pass*</a:t>
            </a:r>
          </a:p>
          <a:p>
            <a:r>
              <a:rPr lang="en-US" sz="1200" b="0" dirty="0">
                <a:solidFill>
                  <a:schemeClr val="bg1"/>
                </a:solidFill>
              </a:rPr>
              <a:t>Creative thinking – </a:t>
            </a:r>
            <a:r>
              <a:rPr lang="en-US" sz="1200" b="0" u="sng" dirty="0">
                <a:solidFill>
                  <a:schemeClr val="bg1"/>
                </a:solidFill>
              </a:rPr>
              <a:t>High Pass*</a:t>
            </a:r>
          </a:p>
          <a:p>
            <a:r>
              <a:rPr lang="en-US" sz="1200" b="0" dirty="0">
                <a:solidFill>
                  <a:schemeClr val="bg1"/>
                </a:solidFill>
              </a:rPr>
              <a:t>Leadership communication - Pass</a:t>
            </a:r>
          </a:p>
          <a:p>
            <a:r>
              <a:rPr lang="en-US" sz="1200" b="0" dirty="0">
                <a:solidFill>
                  <a:schemeClr val="bg1"/>
                </a:solidFill>
              </a:rPr>
              <a:t>Strategic Management - Pass</a:t>
            </a:r>
          </a:p>
          <a:p>
            <a:r>
              <a:rPr lang="en-US" sz="1200" b="0" dirty="0">
                <a:solidFill>
                  <a:schemeClr val="bg1"/>
                </a:solidFill>
              </a:rPr>
              <a:t>Values based – Data Driven Leadership - Pass</a:t>
            </a:r>
          </a:p>
          <a:p>
            <a:r>
              <a:rPr lang="en-US" sz="1200" b="0" dirty="0">
                <a:solidFill>
                  <a:schemeClr val="bg1"/>
                </a:solidFill>
              </a:rPr>
              <a:t>Financial Accounting – Pass</a:t>
            </a:r>
          </a:p>
          <a:p>
            <a:r>
              <a:rPr lang="en-US" sz="1200" b="0" dirty="0">
                <a:solidFill>
                  <a:schemeClr val="bg1"/>
                </a:solidFill>
              </a:rPr>
              <a:t>Team Development and Assessment - Pass</a:t>
            </a:r>
          </a:p>
          <a:p>
            <a:r>
              <a:rPr lang="en-US" sz="1200" b="0" dirty="0">
                <a:solidFill>
                  <a:schemeClr val="bg1"/>
                </a:solidFill>
              </a:rPr>
              <a:t>Market and Consumer Focus – Ongoing</a:t>
            </a:r>
          </a:p>
          <a:p>
            <a:r>
              <a:rPr lang="en-US" sz="1200" b="0" dirty="0">
                <a:solidFill>
                  <a:schemeClr val="bg1"/>
                </a:solidFill>
              </a:rPr>
              <a:t>Cost accounting - Ongoing</a:t>
            </a:r>
          </a:p>
          <a:p>
            <a:r>
              <a:rPr lang="en-US" sz="1200" dirty="0">
                <a:solidFill>
                  <a:schemeClr val="bg1"/>
                </a:solidFill>
              </a:rPr>
              <a:t>Spring Semester</a:t>
            </a:r>
          </a:p>
          <a:p>
            <a:r>
              <a:rPr lang="en-US" sz="1200" b="0" dirty="0">
                <a:solidFill>
                  <a:schemeClr val="bg1"/>
                </a:solidFill>
              </a:rPr>
              <a:t>Negotiations and Conflict Management - </a:t>
            </a:r>
          </a:p>
          <a:p>
            <a:r>
              <a:rPr lang="en-US" sz="1200" b="0" dirty="0">
                <a:solidFill>
                  <a:schemeClr val="bg1"/>
                </a:solidFill>
              </a:rPr>
              <a:t>Managerial Economics</a:t>
            </a:r>
          </a:p>
          <a:p>
            <a:r>
              <a:rPr lang="en-US" sz="1200" b="0" dirty="0">
                <a:solidFill>
                  <a:schemeClr val="bg1"/>
                </a:solidFill>
              </a:rPr>
              <a:t>Data Driven Decisions</a:t>
            </a:r>
          </a:p>
          <a:p>
            <a:r>
              <a:rPr lang="en-US" sz="1200" b="0" dirty="0">
                <a:solidFill>
                  <a:schemeClr val="bg1"/>
                </a:solidFill>
              </a:rPr>
              <a:t>Corporate Finance</a:t>
            </a:r>
          </a:p>
          <a:p>
            <a:r>
              <a:rPr lang="en-US" sz="1200" b="0" dirty="0">
                <a:solidFill>
                  <a:schemeClr val="bg1"/>
                </a:solidFill>
              </a:rPr>
              <a:t>Managing Organizations</a:t>
            </a:r>
          </a:p>
          <a:p>
            <a:r>
              <a:rPr lang="en-US" sz="1200" b="0" dirty="0">
                <a:solidFill>
                  <a:schemeClr val="bg1"/>
                </a:solidFill>
              </a:rPr>
              <a:t>DC Immersion Courses</a:t>
            </a:r>
          </a:p>
          <a:p>
            <a:pPr algn="l"/>
            <a:endParaRPr lang="en-US" sz="1800" dirty="0"/>
          </a:p>
          <a:p>
            <a:pPr algn="l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BD82445-F95F-3543-B1E8-68235BE66E61}"/>
              </a:ext>
            </a:extLst>
          </p:cNvPr>
          <p:cNvGrpSpPr/>
          <p:nvPr/>
        </p:nvGrpSpPr>
        <p:grpSpPr>
          <a:xfrm>
            <a:off x="548574" y="4278575"/>
            <a:ext cx="6196237" cy="2146784"/>
            <a:chOff x="67863" y="1757244"/>
            <a:chExt cx="6196237" cy="214678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B4E0A72-DD01-3A36-8BFF-10FC2A393FB8}"/>
                </a:ext>
              </a:extLst>
            </p:cNvPr>
            <p:cNvSpPr txBox="1">
              <a:spLocks/>
            </p:cNvSpPr>
            <p:nvPr/>
          </p:nvSpPr>
          <p:spPr>
            <a:xfrm>
              <a:off x="112169" y="1876072"/>
              <a:ext cx="5057048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6 member project team</a:t>
              </a:r>
            </a:p>
            <a:p>
              <a:pPr algn="ctr"/>
              <a:r>
                <a:rPr lang="en-US" sz="1400" b="1" dirty="0"/>
                <a:t>Team Dynamic and roles: </a:t>
              </a:r>
              <a:endParaRPr lang="en-US" sz="1400" dirty="0"/>
            </a:p>
            <a:p>
              <a:r>
                <a:rPr lang="en-US" sz="1400" dirty="0"/>
                <a:t>	CEO / CTO - </a:t>
              </a:r>
              <a:r>
                <a:rPr lang="en-US" sz="1400" u="sng" dirty="0"/>
                <a:t>My Role</a:t>
              </a:r>
            </a:p>
            <a:p>
              <a:r>
                <a:rPr lang="en-US" sz="1400" dirty="0"/>
                <a:t>	Editorial Chief - Chief Administrative Officer 	CMO - Marketing Director </a:t>
              </a:r>
            </a:p>
            <a:p>
              <a:r>
                <a:rPr lang="en-US" sz="1400" dirty="0"/>
                <a:t>	Chief Commercial Officer - Nurse Administrator	Chief Financial Officer - Investment VP 	 	Scrum Lead - Data Engineer – Defense Sector </a:t>
              </a:r>
            </a:p>
          </p:txBody>
        </p:sp>
        <p:pic>
          <p:nvPicPr>
            <p:cNvPr id="1030" name="Picture 6" descr="Washington University Orthopedics ...">
              <a:extLst>
                <a:ext uri="{FF2B5EF4-FFF2-40B4-BE49-F238E27FC236}">
                  <a16:creationId xmlns:a16="http://schemas.microsoft.com/office/drawing/2014/main" id="{E244E091-8835-6130-89AE-34D02DCF6D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863" y="1965892"/>
              <a:ext cx="959459" cy="5900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Morgan Stanley (@MorganStanley) / X">
              <a:extLst>
                <a:ext uri="{FF2B5EF4-FFF2-40B4-BE49-F238E27FC236}">
                  <a16:creationId xmlns:a16="http://schemas.microsoft.com/office/drawing/2014/main" id="{43660157-B15A-CCF0-C369-5AD91F8039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7414" y="3136363"/>
              <a:ext cx="767665" cy="7676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CACI International Inc | LinkedIn">
              <a:extLst>
                <a:ext uri="{FF2B5EF4-FFF2-40B4-BE49-F238E27FC236}">
                  <a16:creationId xmlns:a16="http://schemas.microsoft.com/office/drawing/2014/main" id="{1B6CC77F-D985-A1CA-F0F8-8BA0D4B2C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2524" y="3101886"/>
              <a:ext cx="590068" cy="5900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 descr="Lutheran Church – Missouri Synod ...">
              <a:extLst>
                <a:ext uri="{FF2B5EF4-FFF2-40B4-BE49-F238E27FC236}">
                  <a16:creationId xmlns:a16="http://schemas.microsoft.com/office/drawing/2014/main" id="{F3EA3ACD-3DDF-365E-7CA1-449D4BA9791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64273" y="1757244"/>
              <a:ext cx="699827" cy="6966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8" name="Picture 14" descr="Go Social | LinkedIn">
              <a:extLst>
                <a:ext uri="{FF2B5EF4-FFF2-40B4-BE49-F238E27FC236}">
                  <a16:creationId xmlns:a16="http://schemas.microsoft.com/office/drawing/2014/main" id="{03CDC51D-4425-8E2C-F96F-E1EA3A53C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30271" y="2339056"/>
              <a:ext cx="767665" cy="7676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E3A9434-7909-82D6-5176-C65078555867}"/>
              </a:ext>
            </a:extLst>
          </p:cNvPr>
          <p:cNvGrpSpPr/>
          <p:nvPr/>
        </p:nvGrpSpPr>
        <p:grpSpPr>
          <a:xfrm>
            <a:off x="713234" y="962815"/>
            <a:ext cx="5087957" cy="3200877"/>
            <a:chOff x="401826" y="864261"/>
            <a:chExt cx="5087957" cy="320087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E5D34C4-9AA5-3B1C-B6D1-693528DB4CC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5400000">
              <a:off x="2255980" y="831335"/>
              <a:ext cx="1600439" cy="486716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D789C20-C51D-4D25-C52B-A2C04225EFEC}"/>
                </a:ext>
              </a:extLst>
            </p:cNvPr>
            <p:cNvSpPr txBox="1"/>
            <p:nvPr/>
          </p:nvSpPr>
          <p:spPr>
            <a:xfrm>
              <a:off x="401826" y="864261"/>
              <a:ext cx="4867169" cy="1600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Program Highlights</a:t>
              </a:r>
            </a:p>
            <a:p>
              <a:r>
                <a:rPr lang="en-US" sz="1400" dirty="0"/>
                <a:t>1) Boeing Networking – tear down lab, </a:t>
              </a:r>
            </a:p>
            <a:p>
              <a:r>
                <a:rPr lang="en-US" sz="1400" dirty="0"/>
                <a:t>Phantom Works PM &amp; MQ leadership</a:t>
              </a:r>
            </a:p>
            <a:p>
              <a:r>
                <a:rPr lang="en-US" sz="1400" dirty="0"/>
                <a:t>2) Executive Coaching</a:t>
              </a:r>
            </a:p>
            <a:p>
              <a:r>
                <a:rPr lang="en-US" sz="1400" dirty="0"/>
                <a:t>3) DC Residency – April</a:t>
              </a:r>
            </a:p>
            <a:p>
              <a:r>
                <a:rPr lang="en-US" sz="1400" dirty="0"/>
                <a:t>4) 1</a:t>
              </a:r>
              <a:r>
                <a:rPr lang="en-US" sz="1400" baseline="30000" dirty="0"/>
                <a:t>st</a:t>
              </a:r>
              <a:r>
                <a:rPr lang="en-US" sz="1400" dirty="0"/>
                <a:t> Boeing Patent </a:t>
              </a:r>
            </a:p>
            <a:p>
              <a:endParaRPr lang="en-US" sz="1400" dirty="0"/>
            </a:p>
          </p:txBody>
        </p:sp>
        <p:cxnSp>
          <p:nvCxnSpPr>
            <p:cNvPr id="7" name="Connector: Elbow 6">
              <a:extLst>
                <a:ext uri="{FF2B5EF4-FFF2-40B4-BE49-F238E27FC236}">
                  <a16:creationId xmlns:a16="http://schemas.microsoft.com/office/drawing/2014/main" id="{D533869A-79F5-7E1E-2501-19A13B0A38BD}"/>
                </a:ext>
              </a:extLst>
            </p:cNvPr>
            <p:cNvCxnSpPr>
              <a:cxnSpLocks/>
            </p:cNvCxnSpPr>
            <p:nvPr/>
          </p:nvCxnSpPr>
          <p:spPr>
            <a:xfrm>
              <a:off x="2158327" y="2106261"/>
              <a:ext cx="1119499" cy="358438"/>
            </a:xfrm>
            <a:prstGeom prst="bentConnector3">
              <a:avLst>
                <a:gd name="adj1" fmla="val 99618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F286A68-21BC-D0BF-3C53-896F0FECBC7D}"/>
              </a:ext>
            </a:extLst>
          </p:cNvPr>
          <p:cNvSpPr txBox="1"/>
          <p:nvPr/>
        </p:nvSpPr>
        <p:spPr>
          <a:xfrm>
            <a:off x="8267040" y="6466329"/>
            <a:ext cx="4349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High Pass signifies top 4 in class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219D73-3B22-5BFA-B0FA-945A61ECA552}"/>
              </a:ext>
            </a:extLst>
          </p:cNvPr>
          <p:cNvSpPr txBox="1"/>
          <p:nvPr/>
        </p:nvSpPr>
        <p:spPr>
          <a:xfrm>
            <a:off x="3577495" y="2690858"/>
            <a:ext cx="2300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/>
              <a:t>“Contour scanning for less </a:t>
            </a:r>
          </a:p>
          <a:p>
            <a:pPr algn="ctr"/>
            <a:r>
              <a:rPr lang="en-US" sz="1200" i="1" dirty="0"/>
              <a:t>than load trucking applications”</a:t>
            </a:r>
          </a:p>
        </p:txBody>
      </p:sp>
      <p:pic>
        <p:nvPicPr>
          <p:cNvPr id="20" name="Picture 2" descr="EMBA - IITBombay and Washington ...">
            <a:extLst>
              <a:ext uri="{FF2B5EF4-FFF2-40B4-BE49-F238E27FC236}">
                <a16:creationId xmlns:a16="http://schemas.microsoft.com/office/drawing/2014/main" id="{75846F7F-8D38-CF3B-5429-055326086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1439" y="1262900"/>
            <a:ext cx="1367327" cy="1398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2436020-22B3-DFC4-AAF8-CAA8A1664C5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22" y="1305816"/>
            <a:ext cx="1367327" cy="136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0484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ETT_Standard_Powerpoint_Template">
  <a:themeElements>
    <a:clrScheme name="Boeing Color Palette">
      <a:dk1>
        <a:srgbClr val="000000"/>
      </a:dk1>
      <a:lt1>
        <a:srgbClr val="FFFFFF"/>
      </a:lt1>
      <a:dk2>
        <a:srgbClr val="0039A6"/>
      </a:dk2>
      <a:lt2>
        <a:srgbClr val="A5ACB0"/>
      </a:lt2>
      <a:accent1>
        <a:srgbClr val="0039A6"/>
      </a:accent1>
      <a:accent2>
        <a:srgbClr val="E70033"/>
      </a:accent2>
      <a:accent3>
        <a:srgbClr val="0096DB"/>
      </a:accent3>
      <a:accent4>
        <a:srgbClr val="77B800"/>
      </a:accent4>
      <a:accent5>
        <a:srgbClr val="580F8B"/>
      </a:accent5>
      <a:accent6>
        <a:srgbClr val="FFA200"/>
      </a:accent6>
      <a:hlink>
        <a:srgbClr val="0039A6"/>
      </a:hlink>
      <a:folHlink>
        <a:srgbClr val="A5ACB0"/>
      </a:folHlink>
    </a:clrScheme>
    <a:fontScheme name="4_GradientBar_IdentityBar_QUESTION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oeing Color Palette">
        <a:dk1>
          <a:srgbClr val="000000"/>
        </a:dk1>
        <a:lt1>
          <a:srgbClr val="FFFFFF"/>
        </a:lt1>
        <a:dk2>
          <a:srgbClr val="0039A6"/>
        </a:dk2>
        <a:lt2>
          <a:srgbClr val="A5ACB0"/>
        </a:lt2>
        <a:accent1>
          <a:srgbClr val="0039A6"/>
        </a:accent1>
        <a:accent2>
          <a:srgbClr val="E70033"/>
        </a:accent2>
        <a:accent3>
          <a:srgbClr val="0096DB"/>
        </a:accent3>
        <a:accent4>
          <a:srgbClr val="77B800"/>
        </a:accent4>
        <a:accent5>
          <a:srgbClr val="580F8B"/>
        </a:accent5>
        <a:accent6>
          <a:srgbClr val="FFA200"/>
        </a:accent6>
        <a:hlink>
          <a:srgbClr val="0039A6"/>
        </a:hlink>
        <a:folHlink>
          <a:srgbClr val="A5ACB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PANTONE 7546">
      <a:srgbClr val="394A59"/>
    </a:custClr>
    <a:custClr name="PANTONE 431">
      <a:srgbClr val="5F6A72"/>
    </a:custClr>
    <a:custClr name="PANTONE 429">
      <a:srgbClr val="A5ACB0"/>
    </a:custClr>
    <a:custClr name="PANTONE CG1">
      <a:srgbClr val="E2E1DD"/>
    </a:custClr>
    <a:custClr name="Process Magenta">
      <a:srgbClr val="CC3366"/>
    </a:custClr>
    <a:custClr name="PANTONE 4975">
      <a:srgbClr val="462324"/>
    </a:custClr>
    <a:custClr name="PANTONE 201">
      <a:srgbClr val="9E1B32"/>
    </a:custClr>
    <a:custClr name="PANTONE 185">
      <a:srgbClr val="E70033"/>
    </a:custClr>
    <a:custClr name="PANTONE 1665">
      <a:srgbClr val="E24912"/>
    </a:custClr>
    <a:custClr name="PANTONE 137">
      <a:srgbClr val="FFA200"/>
    </a:custClr>
    <a:custClr name="PANTONE 108">
      <a:srgbClr val="F6DA14"/>
    </a:custClr>
    <a:custClr name="PANTONE 1215">
      <a:srgbClr val="FBDE81"/>
    </a:custClr>
    <a:custClr name="PANTONE 7499">
      <a:srgbClr val="EEE8C5"/>
    </a:custClr>
    <a:custClr name="PANTONE 553">
      <a:srgbClr val="214232"/>
    </a:custClr>
    <a:custClr name="PANTONE 376">
      <a:srgbClr val="77B800"/>
    </a:custClr>
    <a:custClr name="PANTONE 373">
      <a:srgbClr val="CFEA8B"/>
    </a:custClr>
    <a:custClr name="PANTONE 328">
      <a:srgbClr val="007165"/>
    </a:custClr>
    <a:custClr name="PANTONE 309">
      <a:srgbClr val="003D4D"/>
    </a:custClr>
    <a:custClr name="PANTONE 3135">
      <a:srgbClr val="0091B5"/>
    </a:custClr>
    <a:custClr name="PANTONE 7457">
      <a:srgbClr val="BADCE6"/>
    </a:custClr>
    <a:custClr name="PANTONE 289">
      <a:srgbClr val="002144"/>
    </a:custClr>
    <a:custClr name="PANTONE 2925">
      <a:srgbClr val="0096DB"/>
    </a:custClr>
    <a:custClr name="PANTONE 283">
      <a:srgbClr val="97C5EB"/>
    </a:custClr>
    <a:custClr name="PANTONE 2597">
      <a:srgbClr val="580F8B"/>
    </a:custClr>
  </a:custClrLst>
  <a:extLst>
    <a:ext uri="{05A4C25C-085E-4340-85A3-A5531E510DB2}">
      <thm15:themeFamily xmlns:thm15="http://schemas.microsoft.com/office/thememl/2012/main" name="BAv_template_16x9_07_2019.pptx" id="{95440DA9-9B55-4AF2-97E2-4F9DE4BCC937}" vid="{1864B344-B756-46DB-BC47-7D739B5B38E3}"/>
    </a:ext>
  </a:extLst>
</a:theme>
</file>

<file path=ppt/theme/theme2.xml><?xml version="1.0" encoding="utf-8"?>
<a:theme xmlns:a="http://schemas.openxmlformats.org/drawingml/2006/main" name="1_ETT_Standard_Powerpoint_Template">
  <a:themeElements>
    <a:clrScheme name="Boeing Color Palette">
      <a:dk1>
        <a:srgbClr val="000000"/>
      </a:dk1>
      <a:lt1>
        <a:srgbClr val="FFFFFF"/>
      </a:lt1>
      <a:dk2>
        <a:srgbClr val="0039A6"/>
      </a:dk2>
      <a:lt2>
        <a:srgbClr val="A5ACB0"/>
      </a:lt2>
      <a:accent1>
        <a:srgbClr val="0039A6"/>
      </a:accent1>
      <a:accent2>
        <a:srgbClr val="E70033"/>
      </a:accent2>
      <a:accent3>
        <a:srgbClr val="0096DB"/>
      </a:accent3>
      <a:accent4>
        <a:srgbClr val="77B800"/>
      </a:accent4>
      <a:accent5>
        <a:srgbClr val="580F8B"/>
      </a:accent5>
      <a:accent6>
        <a:srgbClr val="FFA200"/>
      </a:accent6>
      <a:hlink>
        <a:srgbClr val="0039A6"/>
      </a:hlink>
      <a:folHlink>
        <a:srgbClr val="A5ACB0"/>
      </a:folHlink>
    </a:clrScheme>
    <a:fontScheme name="4_GradientBar_IdentityBar_QUESTION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oeing Color Palette">
        <a:dk1>
          <a:srgbClr val="000000"/>
        </a:dk1>
        <a:lt1>
          <a:srgbClr val="FFFFFF"/>
        </a:lt1>
        <a:dk2>
          <a:srgbClr val="0039A6"/>
        </a:dk2>
        <a:lt2>
          <a:srgbClr val="A5ACB0"/>
        </a:lt2>
        <a:accent1>
          <a:srgbClr val="0039A6"/>
        </a:accent1>
        <a:accent2>
          <a:srgbClr val="E70033"/>
        </a:accent2>
        <a:accent3>
          <a:srgbClr val="0096DB"/>
        </a:accent3>
        <a:accent4>
          <a:srgbClr val="77B800"/>
        </a:accent4>
        <a:accent5>
          <a:srgbClr val="580F8B"/>
        </a:accent5>
        <a:accent6>
          <a:srgbClr val="FFA200"/>
        </a:accent6>
        <a:hlink>
          <a:srgbClr val="0039A6"/>
        </a:hlink>
        <a:folHlink>
          <a:srgbClr val="A5ACB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PANTONE 7546">
      <a:srgbClr val="394A59"/>
    </a:custClr>
    <a:custClr name="PANTONE 431">
      <a:srgbClr val="5F6A72"/>
    </a:custClr>
    <a:custClr name="PANTONE 429">
      <a:srgbClr val="A5ACB0"/>
    </a:custClr>
    <a:custClr name="PANTONE CG1">
      <a:srgbClr val="E2E1DD"/>
    </a:custClr>
    <a:custClr name="Process Magenta">
      <a:srgbClr val="CC3366"/>
    </a:custClr>
    <a:custClr name="PANTONE 4975">
      <a:srgbClr val="462324"/>
    </a:custClr>
    <a:custClr name="PANTONE 201">
      <a:srgbClr val="9E1B32"/>
    </a:custClr>
    <a:custClr name="PANTONE 185">
      <a:srgbClr val="E70033"/>
    </a:custClr>
    <a:custClr name="PANTONE 1665">
      <a:srgbClr val="E24912"/>
    </a:custClr>
    <a:custClr name="PANTONE 137">
      <a:srgbClr val="FFA200"/>
    </a:custClr>
    <a:custClr name="PANTONE 108">
      <a:srgbClr val="F6DA14"/>
    </a:custClr>
    <a:custClr name="PANTONE 1215">
      <a:srgbClr val="FBDE81"/>
    </a:custClr>
    <a:custClr name="PANTONE 7499">
      <a:srgbClr val="EEE8C5"/>
    </a:custClr>
    <a:custClr name="PANTONE 553">
      <a:srgbClr val="214232"/>
    </a:custClr>
    <a:custClr name="PANTONE 376">
      <a:srgbClr val="77B800"/>
    </a:custClr>
    <a:custClr name="PANTONE 373">
      <a:srgbClr val="CFEA8B"/>
    </a:custClr>
    <a:custClr name="PANTONE 328">
      <a:srgbClr val="007165"/>
    </a:custClr>
    <a:custClr name="PANTONE 309">
      <a:srgbClr val="003D4D"/>
    </a:custClr>
    <a:custClr name="PANTONE 3135">
      <a:srgbClr val="0091B5"/>
    </a:custClr>
    <a:custClr name="PANTONE 7457">
      <a:srgbClr val="BADCE6"/>
    </a:custClr>
    <a:custClr name="PANTONE 289">
      <a:srgbClr val="002144"/>
    </a:custClr>
    <a:custClr name="PANTONE 2925">
      <a:srgbClr val="0096DB"/>
    </a:custClr>
    <a:custClr name="PANTONE 283">
      <a:srgbClr val="97C5EB"/>
    </a:custClr>
    <a:custClr name="PANTONE 2597">
      <a:srgbClr val="580F8B"/>
    </a:custClr>
  </a:custClrLst>
  <a:extLst>
    <a:ext uri="{05A4C25C-085E-4340-85A3-A5531E510DB2}">
      <thm15:themeFamily xmlns:thm15="http://schemas.microsoft.com/office/thememl/2012/main" name="BAv_template_16x9_07_2019.pptx" id="{95440DA9-9B55-4AF2-97E2-4F9DE4BCC937}" vid="{1864B344-B756-46DB-BC47-7D739B5B38E3}"/>
    </a:ext>
  </a:extLst>
</a:theme>
</file>

<file path=ppt/theme/theme3.xml><?xml version="1.0" encoding="utf-8"?>
<a:theme xmlns:a="http://schemas.openxmlformats.org/drawingml/2006/main" name="2_ETT_Standard_Powerpoint_Template">
  <a:themeElements>
    <a:clrScheme name="Boeing Color Palette">
      <a:dk1>
        <a:srgbClr val="000000"/>
      </a:dk1>
      <a:lt1>
        <a:srgbClr val="FFFFFF"/>
      </a:lt1>
      <a:dk2>
        <a:srgbClr val="0039A6"/>
      </a:dk2>
      <a:lt2>
        <a:srgbClr val="A5ACB0"/>
      </a:lt2>
      <a:accent1>
        <a:srgbClr val="0039A6"/>
      </a:accent1>
      <a:accent2>
        <a:srgbClr val="E70033"/>
      </a:accent2>
      <a:accent3>
        <a:srgbClr val="0096DB"/>
      </a:accent3>
      <a:accent4>
        <a:srgbClr val="77B800"/>
      </a:accent4>
      <a:accent5>
        <a:srgbClr val="580F8B"/>
      </a:accent5>
      <a:accent6>
        <a:srgbClr val="FFA200"/>
      </a:accent6>
      <a:hlink>
        <a:srgbClr val="0039A6"/>
      </a:hlink>
      <a:folHlink>
        <a:srgbClr val="A5ACB0"/>
      </a:folHlink>
    </a:clrScheme>
    <a:fontScheme name="4_GradientBar_IdentityBar_QUESTION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oeing Color Palette">
        <a:dk1>
          <a:srgbClr val="000000"/>
        </a:dk1>
        <a:lt1>
          <a:srgbClr val="FFFFFF"/>
        </a:lt1>
        <a:dk2>
          <a:srgbClr val="0039A6"/>
        </a:dk2>
        <a:lt2>
          <a:srgbClr val="A5ACB0"/>
        </a:lt2>
        <a:accent1>
          <a:srgbClr val="0039A6"/>
        </a:accent1>
        <a:accent2>
          <a:srgbClr val="E70033"/>
        </a:accent2>
        <a:accent3>
          <a:srgbClr val="0096DB"/>
        </a:accent3>
        <a:accent4>
          <a:srgbClr val="77B800"/>
        </a:accent4>
        <a:accent5>
          <a:srgbClr val="580F8B"/>
        </a:accent5>
        <a:accent6>
          <a:srgbClr val="FFA200"/>
        </a:accent6>
        <a:hlink>
          <a:srgbClr val="0039A6"/>
        </a:hlink>
        <a:folHlink>
          <a:srgbClr val="A5ACB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PANTONE 7546">
      <a:srgbClr val="394A59"/>
    </a:custClr>
    <a:custClr name="PANTONE 431">
      <a:srgbClr val="5F6A72"/>
    </a:custClr>
    <a:custClr name="PANTONE 429">
      <a:srgbClr val="A5ACB0"/>
    </a:custClr>
    <a:custClr name="PANTONE CG1">
      <a:srgbClr val="E2E1DD"/>
    </a:custClr>
    <a:custClr name="Process Magenta">
      <a:srgbClr val="CC3366"/>
    </a:custClr>
    <a:custClr name="PANTONE 4975">
      <a:srgbClr val="462324"/>
    </a:custClr>
    <a:custClr name="PANTONE 201">
      <a:srgbClr val="9E1B32"/>
    </a:custClr>
    <a:custClr name="PANTONE 185">
      <a:srgbClr val="E70033"/>
    </a:custClr>
    <a:custClr name="PANTONE 1665">
      <a:srgbClr val="E24912"/>
    </a:custClr>
    <a:custClr name="PANTONE 137">
      <a:srgbClr val="FFA200"/>
    </a:custClr>
    <a:custClr name="PANTONE 108">
      <a:srgbClr val="F6DA14"/>
    </a:custClr>
    <a:custClr name="PANTONE 1215">
      <a:srgbClr val="FBDE81"/>
    </a:custClr>
    <a:custClr name="PANTONE 7499">
      <a:srgbClr val="EEE8C5"/>
    </a:custClr>
    <a:custClr name="PANTONE 553">
      <a:srgbClr val="214232"/>
    </a:custClr>
    <a:custClr name="PANTONE 376">
      <a:srgbClr val="77B800"/>
    </a:custClr>
    <a:custClr name="PANTONE 373">
      <a:srgbClr val="CFEA8B"/>
    </a:custClr>
    <a:custClr name="PANTONE 328">
      <a:srgbClr val="007165"/>
    </a:custClr>
    <a:custClr name="PANTONE 309">
      <a:srgbClr val="003D4D"/>
    </a:custClr>
    <a:custClr name="PANTONE 3135">
      <a:srgbClr val="0091B5"/>
    </a:custClr>
    <a:custClr name="PANTONE 7457">
      <a:srgbClr val="BADCE6"/>
    </a:custClr>
    <a:custClr name="PANTONE 289">
      <a:srgbClr val="002144"/>
    </a:custClr>
    <a:custClr name="PANTONE 2925">
      <a:srgbClr val="0096DB"/>
    </a:custClr>
    <a:custClr name="PANTONE 283">
      <a:srgbClr val="97C5EB"/>
    </a:custClr>
    <a:custClr name="PANTONE 2597">
      <a:srgbClr val="580F8B"/>
    </a:custClr>
  </a:custClrLst>
  <a:extLst>
    <a:ext uri="{05A4C25C-085E-4340-85A3-A5531E510DB2}">
      <thm15:themeFamily xmlns:thm15="http://schemas.microsoft.com/office/thememl/2012/main" name="Presentation1" id="{D1CE0C75-1B48-4045-9F80-BDDD1826F2A7}" vid="{7F69ED8B-4E19-469E-A4AF-218373636E00}"/>
    </a:ext>
  </a:extLst>
</a:theme>
</file>

<file path=ppt/theme/theme4.xml><?xml version="1.0" encoding="utf-8"?>
<a:theme xmlns:a="http://schemas.openxmlformats.org/drawingml/2006/main" name="1_Theme_10inchMonitor_SRR">
  <a:themeElements>
    <a:clrScheme name="Boeing Color Palette">
      <a:dk1>
        <a:srgbClr val="000000"/>
      </a:dk1>
      <a:lt1>
        <a:srgbClr val="FFFFFF"/>
      </a:lt1>
      <a:dk2>
        <a:srgbClr val="0039A6"/>
      </a:dk2>
      <a:lt2>
        <a:srgbClr val="A5ACB0"/>
      </a:lt2>
      <a:accent1>
        <a:srgbClr val="0039A6"/>
      </a:accent1>
      <a:accent2>
        <a:srgbClr val="E70033"/>
      </a:accent2>
      <a:accent3>
        <a:srgbClr val="0096DB"/>
      </a:accent3>
      <a:accent4>
        <a:srgbClr val="77B800"/>
      </a:accent4>
      <a:accent5>
        <a:srgbClr val="580F8B"/>
      </a:accent5>
      <a:accent6>
        <a:srgbClr val="FFA200"/>
      </a:accent6>
      <a:hlink>
        <a:srgbClr val="0039A6"/>
      </a:hlink>
      <a:folHlink>
        <a:srgbClr val="A5ACB0"/>
      </a:folHlink>
    </a:clrScheme>
    <a:fontScheme name="4_GradientBar_IdentityBar_QUESTION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oeing Color Palette">
        <a:dk1>
          <a:srgbClr val="000000"/>
        </a:dk1>
        <a:lt1>
          <a:srgbClr val="FFFFFF"/>
        </a:lt1>
        <a:dk2>
          <a:srgbClr val="0039A6"/>
        </a:dk2>
        <a:lt2>
          <a:srgbClr val="A5ACB0"/>
        </a:lt2>
        <a:accent1>
          <a:srgbClr val="0039A6"/>
        </a:accent1>
        <a:accent2>
          <a:srgbClr val="E70033"/>
        </a:accent2>
        <a:accent3>
          <a:srgbClr val="0096DB"/>
        </a:accent3>
        <a:accent4>
          <a:srgbClr val="77B800"/>
        </a:accent4>
        <a:accent5>
          <a:srgbClr val="580F8B"/>
        </a:accent5>
        <a:accent6>
          <a:srgbClr val="FFA200"/>
        </a:accent6>
        <a:hlink>
          <a:srgbClr val="0039A6"/>
        </a:hlink>
        <a:folHlink>
          <a:srgbClr val="A5ACB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PANTONE 7546">
      <a:srgbClr val="394A59"/>
    </a:custClr>
    <a:custClr name="PANTONE 431">
      <a:srgbClr val="5F6A72"/>
    </a:custClr>
    <a:custClr name="PANTONE 429">
      <a:srgbClr val="A5ACB0"/>
    </a:custClr>
    <a:custClr name="PANTONE CG1">
      <a:srgbClr val="E2E1DD"/>
    </a:custClr>
    <a:custClr name="Process Magenta">
      <a:srgbClr val="CC3366"/>
    </a:custClr>
    <a:custClr name="PANTONE 4975">
      <a:srgbClr val="462324"/>
    </a:custClr>
    <a:custClr name="PANTONE 201">
      <a:srgbClr val="9E1B32"/>
    </a:custClr>
    <a:custClr name="PANTONE 185">
      <a:srgbClr val="E70033"/>
    </a:custClr>
    <a:custClr name="PANTONE 1665">
      <a:srgbClr val="E24912"/>
    </a:custClr>
    <a:custClr name="PANTONE 137">
      <a:srgbClr val="FFA200"/>
    </a:custClr>
    <a:custClr name="PANTONE 108">
      <a:srgbClr val="F6DA14"/>
    </a:custClr>
    <a:custClr name="PANTONE 1215">
      <a:srgbClr val="FBDE81"/>
    </a:custClr>
    <a:custClr name="PANTONE 7499">
      <a:srgbClr val="EEE8C5"/>
    </a:custClr>
    <a:custClr name="PANTONE 553">
      <a:srgbClr val="214232"/>
    </a:custClr>
    <a:custClr name="PANTONE 376">
      <a:srgbClr val="77B800"/>
    </a:custClr>
    <a:custClr name="PANTONE 373">
      <a:srgbClr val="CFEA8B"/>
    </a:custClr>
    <a:custClr name="PANTONE 328">
      <a:srgbClr val="007165"/>
    </a:custClr>
    <a:custClr name="PANTONE 309">
      <a:srgbClr val="003D4D"/>
    </a:custClr>
    <a:custClr name="PANTONE 3135">
      <a:srgbClr val="0091B5"/>
    </a:custClr>
    <a:custClr name="PANTONE 7457">
      <a:srgbClr val="BADCE6"/>
    </a:custClr>
    <a:custClr name="PANTONE 289">
      <a:srgbClr val="002144"/>
    </a:custClr>
    <a:custClr name="PANTONE 2925">
      <a:srgbClr val="0096DB"/>
    </a:custClr>
    <a:custClr name="PANTONE 283">
      <a:srgbClr val="97C5EB"/>
    </a:custClr>
    <a:custClr name="PANTONE 2597">
      <a:srgbClr val="580F8B"/>
    </a:custClr>
  </a:custClrLst>
  <a:extLst>
    <a:ext uri="{05A4C25C-085E-4340-85A3-A5531E510DB2}">
      <thm15:themeFamily xmlns:thm15="http://schemas.microsoft.com/office/thememl/2012/main" name="Theme_10inchMonitor_SRR" id="{95679A3C-6D0D-4A5A-95E2-6716B9288CB4}" vid="{FBD685FE-D3EC-49F1-8EC5-1DFACB762A0D}"/>
    </a:ext>
  </a:extLst>
</a:theme>
</file>

<file path=ppt/theme/theme5.xml><?xml version="1.0" encoding="utf-8"?>
<a:theme xmlns:a="http://schemas.openxmlformats.org/drawingml/2006/main" name="3_ETT_Standard_Powerpoint_Template">
  <a:themeElements>
    <a:clrScheme name="Boeing Color Palette">
      <a:dk1>
        <a:srgbClr val="000000"/>
      </a:dk1>
      <a:lt1>
        <a:srgbClr val="FFFFFF"/>
      </a:lt1>
      <a:dk2>
        <a:srgbClr val="0039A6"/>
      </a:dk2>
      <a:lt2>
        <a:srgbClr val="A5ACB0"/>
      </a:lt2>
      <a:accent1>
        <a:srgbClr val="0039A6"/>
      </a:accent1>
      <a:accent2>
        <a:srgbClr val="E70033"/>
      </a:accent2>
      <a:accent3>
        <a:srgbClr val="0096DB"/>
      </a:accent3>
      <a:accent4>
        <a:srgbClr val="77B800"/>
      </a:accent4>
      <a:accent5>
        <a:srgbClr val="580F8B"/>
      </a:accent5>
      <a:accent6>
        <a:srgbClr val="FFA200"/>
      </a:accent6>
      <a:hlink>
        <a:srgbClr val="0039A6"/>
      </a:hlink>
      <a:folHlink>
        <a:srgbClr val="A5ACB0"/>
      </a:folHlink>
    </a:clrScheme>
    <a:fontScheme name="4_GradientBar_IdentityBar_QUESTION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oeing Color Palette">
        <a:dk1>
          <a:srgbClr val="000000"/>
        </a:dk1>
        <a:lt1>
          <a:srgbClr val="FFFFFF"/>
        </a:lt1>
        <a:dk2>
          <a:srgbClr val="0039A6"/>
        </a:dk2>
        <a:lt2>
          <a:srgbClr val="A5ACB0"/>
        </a:lt2>
        <a:accent1>
          <a:srgbClr val="0039A6"/>
        </a:accent1>
        <a:accent2>
          <a:srgbClr val="E70033"/>
        </a:accent2>
        <a:accent3>
          <a:srgbClr val="0096DB"/>
        </a:accent3>
        <a:accent4>
          <a:srgbClr val="77B800"/>
        </a:accent4>
        <a:accent5>
          <a:srgbClr val="580F8B"/>
        </a:accent5>
        <a:accent6>
          <a:srgbClr val="FFA200"/>
        </a:accent6>
        <a:hlink>
          <a:srgbClr val="0039A6"/>
        </a:hlink>
        <a:folHlink>
          <a:srgbClr val="A5ACB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PANTONE 7546">
      <a:srgbClr val="394A59"/>
    </a:custClr>
    <a:custClr name="PANTONE 431">
      <a:srgbClr val="5F6A72"/>
    </a:custClr>
    <a:custClr name="PANTONE 429">
      <a:srgbClr val="A5ACB0"/>
    </a:custClr>
    <a:custClr name="PANTONE CG1">
      <a:srgbClr val="E2E1DD"/>
    </a:custClr>
    <a:custClr name="Process Magenta">
      <a:srgbClr val="CC3366"/>
    </a:custClr>
    <a:custClr name="PANTONE 4975">
      <a:srgbClr val="462324"/>
    </a:custClr>
    <a:custClr name="PANTONE 201">
      <a:srgbClr val="9E1B32"/>
    </a:custClr>
    <a:custClr name="PANTONE 185">
      <a:srgbClr val="E70033"/>
    </a:custClr>
    <a:custClr name="PANTONE 1665">
      <a:srgbClr val="E24912"/>
    </a:custClr>
    <a:custClr name="PANTONE 137">
      <a:srgbClr val="FFA200"/>
    </a:custClr>
    <a:custClr name="PANTONE 108">
      <a:srgbClr val="F6DA14"/>
    </a:custClr>
    <a:custClr name="PANTONE 1215">
      <a:srgbClr val="FBDE81"/>
    </a:custClr>
    <a:custClr name="PANTONE 7499">
      <a:srgbClr val="EEE8C5"/>
    </a:custClr>
    <a:custClr name="PANTONE 553">
      <a:srgbClr val="214232"/>
    </a:custClr>
    <a:custClr name="PANTONE 376">
      <a:srgbClr val="77B800"/>
    </a:custClr>
    <a:custClr name="PANTONE 373">
      <a:srgbClr val="CFEA8B"/>
    </a:custClr>
    <a:custClr name="PANTONE 328">
      <a:srgbClr val="007165"/>
    </a:custClr>
    <a:custClr name="PANTONE 309">
      <a:srgbClr val="003D4D"/>
    </a:custClr>
    <a:custClr name="PANTONE 3135">
      <a:srgbClr val="0091B5"/>
    </a:custClr>
    <a:custClr name="PANTONE 7457">
      <a:srgbClr val="BADCE6"/>
    </a:custClr>
    <a:custClr name="PANTONE 289">
      <a:srgbClr val="002144"/>
    </a:custClr>
    <a:custClr name="PANTONE 2925">
      <a:srgbClr val="0096DB"/>
    </a:custClr>
    <a:custClr name="PANTONE 283">
      <a:srgbClr val="97C5EB"/>
    </a:custClr>
    <a:custClr name="PANTONE 2597">
      <a:srgbClr val="580F8B"/>
    </a:custClr>
  </a:custClrLst>
  <a:extLst>
    <a:ext uri="{05A4C25C-085E-4340-85A3-A5531E510DB2}">
      <thm15:themeFamily xmlns:thm15="http://schemas.microsoft.com/office/thememl/2012/main" name="Presentation1" id="{D1CE0C75-1B48-4045-9F80-BDDD1826F2A7}" vid="{7F69ED8B-4E19-469E-A4AF-218373636E00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081dde05-ca88-4975-a2c7-70b0799e9ce7">
      <UserInfo>
        <DisplayName>Ranjan, Rajeev</DisplayName>
        <AccountId>21</AccountId>
        <AccountType/>
      </UserInfo>
      <UserInfo>
        <DisplayName>Hadadi, Manjunatha</DisplayName>
        <AccountId>46</AccountId>
        <AccountType/>
      </UserInfo>
      <UserInfo>
        <DisplayName>Malhotra, Rajeev</DisplayName>
        <AccountId>17</AccountId>
        <AccountType/>
      </UserInfo>
      <UserInfo>
        <DisplayName>Shetty, Mallika C</DisplayName>
        <AccountId>18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56376CE8333F14D94E9878C84E30D89" ma:contentTypeVersion="1" ma:contentTypeDescription="Create a new document." ma:contentTypeScope="" ma:versionID="9c467559e30b85e6e8384e6d64d9cd2a">
  <xsd:schema xmlns:xsd="http://www.w3.org/2001/XMLSchema" xmlns:xs="http://www.w3.org/2001/XMLSchema" xmlns:p="http://schemas.microsoft.com/office/2006/metadata/properties" xmlns:ns2="081dde05-ca88-4975-a2c7-70b0799e9ce7" targetNamespace="http://schemas.microsoft.com/office/2006/metadata/properties" ma:root="true" ma:fieldsID="16669bf01c02ccd9aaa6bc121ca2f287" ns2:_="">
    <xsd:import namespace="081dde05-ca88-4975-a2c7-70b0799e9ce7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1dde05-ca88-4975-a2c7-70b0799e9ce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4C243E0-7DAA-48B1-8622-2717BECF27E0}">
  <ds:schemaRefs>
    <ds:schemaRef ds:uri="http://purl.org/dc/terms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081dde05-ca88-4975-a2c7-70b0799e9ce7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ADEEC63-7A85-44FC-92C8-39C57B41DF7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98A4A6E-B99B-4C2F-B31A-F8CAE2860A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1dde05-ca88-4975-a2c7-70b0799e9ce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48933</TotalTime>
  <Words>177</Words>
  <Application>Microsoft Office PowerPoint</Application>
  <PresentationFormat>Widescreen</PresentationFormat>
  <Paragraphs>32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2" baseType="lpstr">
      <vt:lpstr>Arial</vt:lpstr>
      <vt:lpstr>Calibri</vt:lpstr>
      <vt:lpstr>Courier New</vt:lpstr>
      <vt:lpstr>Symbol</vt:lpstr>
      <vt:lpstr>Wingdings</vt:lpstr>
      <vt:lpstr>ETT_Standard_Powerpoint_Template</vt:lpstr>
      <vt:lpstr>1_ETT_Standard_Powerpoint_Template</vt:lpstr>
      <vt:lpstr>2_ETT_Standard_Powerpoint_Template</vt:lpstr>
      <vt:lpstr>1_Theme_10inchMonitor_SRR</vt:lpstr>
      <vt:lpstr>3_ETT_Standard_Powerpoint_Template</vt:lpstr>
      <vt:lpstr>think-cell Slide</vt:lpstr>
      <vt:lpstr>Brian Morman</vt:lpstr>
    </vt:vector>
  </TitlesOfParts>
  <Company>The Boeing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Template Wide Screen</dc:title>
  <dc:creator>Santen (US), Eric A</dc:creator>
  <cp:lastModifiedBy>Morman (US), Brian J</cp:lastModifiedBy>
  <cp:revision>1240</cp:revision>
  <cp:lastPrinted>2019-10-29T14:10:54Z</cp:lastPrinted>
  <dcterms:created xsi:type="dcterms:W3CDTF">2019-07-02T12:49:50Z</dcterms:created>
  <dcterms:modified xsi:type="dcterms:W3CDTF">2025-02-05T17:34:15Z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0x010100656376CE8333F14D94E9878C84E30D89</vt:lpwstr>
  </property>
</Properties>
</file>