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2" r:id="rId1"/>
    <p:sldMasterId id="2147483765" r:id="rId2"/>
  </p:sldMasterIdLst>
  <p:notesMasterIdLst>
    <p:notesMasterId r:id="rId34"/>
  </p:notesMasterIdLst>
  <p:handoutMasterIdLst>
    <p:handoutMasterId r:id="rId35"/>
  </p:handoutMasterIdLst>
  <p:sldIdLst>
    <p:sldId id="425" r:id="rId3"/>
    <p:sldId id="1380" r:id="rId4"/>
    <p:sldId id="1381" r:id="rId5"/>
    <p:sldId id="1382" r:id="rId6"/>
    <p:sldId id="1383" r:id="rId7"/>
    <p:sldId id="1384" r:id="rId8"/>
    <p:sldId id="1385" r:id="rId9"/>
    <p:sldId id="1387" r:id="rId10"/>
    <p:sldId id="1440" r:id="rId11"/>
    <p:sldId id="1480" r:id="rId12"/>
    <p:sldId id="1482" r:id="rId13"/>
    <p:sldId id="1483" r:id="rId14"/>
    <p:sldId id="1447" r:id="rId15"/>
    <p:sldId id="1460" r:id="rId16"/>
    <p:sldId id="1457" r:id="rId17"/>
    <p:sldId id="1458" r:id="rId18"/>
    <p:sldId id="1459" r:id="rId19"/>
    <p:sldId id="1492" r:id="rId20"/>
    <p:sldId id="1448" r:id="rId21"/>
    <p:sldId id="1449" r:id="rId22"/>
    <p:sldId id="294" r:id="rId23"/>
    <p:sldId id="1283" r:id="rId24"/>
    <p:sldId id="1259" r:id="rId25"/>
    <p:sldId id="1255" r:id="rId26"/>
    <p:sldId id="1261" r:id="rId27"/>
    <p:sldId id="1262" r:id="rId28"/>
    <p:sldId id="1398" r:id="rId29"/>
    <p:sldId id="297" r:id="rId30"/>
    <p:sldId id="1368" r:id="rId31"/>
    <p:sldId id="1479" r:id="rId32"/>
    <p:sldId id="148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475FDAF-615B-624D-A025-A78C45EF8309}">
          <p14:sldIdLst>
            <p14:sldId id="425"/>
          </p14:sldIdLst>
        </p14:section>
        <p14:section name="Leading Diversity" id="{B6885192-47E3-7D4B-BAA3-AD3051F371F1}">
          <p14:sldIdLst>
            <p14:sldId id="1380"/>
            <p14:sldId id="1381"/>
            <p14:sldId id="1382"/>
            <p14:sldId id="1383"/>
            <p14:sldId id="1384"/>
            <p14:sldId id="1385"/>
            <p14:sldId id="1387"/>
          </p14:sldIdLst>
        </p14:section>
        <p14:section name="Today" id="{9C549B69-7EB4-9346-94B7-75ED3520DA09}">
          <p14:sldIdLst>
            <p14:sldId id="1440"/>
            <p14:sldId id="1480"/>
            <p14:sldId id="1482"/>
            <p14:sldId id="1483"/>
          </p14:sldIdLst>
        </p14:section>
        <p14:section name="Team Charter Development" id="{72819DDA-73AC-C640-8801-DF7AF40CAAFE}">
          <p14:sldIdLst>
            <p14:sldId id="1447"/>
            <p14:sldId id="1460"/>
            <p14:sldId id="1457"/>
            <p14:sldId id="1458"/>
            <p14:sldId id="1459"/>
          </p14:sldIdLst>
        </p14:section>
        <p14:section name="Decision-Making Exercise" id="{9472EF44-6D99-8E4D-9884-2EFD078FAD86}">
          <p14:sldIdLst>
            <p14:sldId id="1492"/>
            <p14:sldId id="1448"/>
          </p14:sldIdLst>
        </p14:section>
        <p14:section name="Key Concepts &amp; Frameworks" id="{EF9FACA8-DC6B-EF48-8959-60823E062994}">
          <p14:sldIdLst>
            <p14:sldId id="1449"/>
            <p14:sldId id="294"/>
            <p14:sldId id="1283"/>
            <p14:sldId id="1259"/>
            <p14:sldId id="1255"/>
            <p14:sldId id="1261"/>
            <p14:sldId id="1262"/>
            <p14:sldId id="1398"/>
            <p14:sldId id="297"/>
            <p14:sldId id="1368"/>
          </p14:sldIdLst>
        </p14:section>
        <p14:section name="Closing and Evening Assignment" id="{C925F026-9F73-CF47-9AB4-9B6AB029433E}">
          <p14:sldIdLst>
            <p14:sldId id="1479"/>
            <p14:sldId id="148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BE15"/>
    <a:srgbClr val="EE9166"/>
    <a:srgbClr val="D15F27"/>
    <a:srgbClr val="67C8C7"/>
    <a:srgbClr val="ADCFCA"/>
    <a:srgbClr val="C8E0DB"/>
    <a:srgbClr val="FF9C6E"/>
    <a:srgbClr val="FF7F45"/>
    <a:srgbClr val="FF7330"/>
    <a:srgbClr val="005F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648"/>
    <p:restoredTop sz="94014"/>
  </p:normalViewPr>
  <p:slideViewPr>
    <p:cSldViewPr snapToGrid="0" snapToObjects="1">
      <p:cViewPr varScale="1">
        <p:scale>
          <a:sx n="101" d="100"/>
          <a:sy n="101" d="100"/>
        </p:scale>
        <p:origin x="22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96" d="100"/>
          <a:sy n="96" d="100"/>
        </p:scale>
        <p:origin x="2312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C40C5E4-B8F1-BC4E-91CC-8A36F9FCB6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0867AF-3CF6-2947-860F-5A1B9B16CB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81313C-C9E1-4F47-860A-5ABE656CA57C}" type="datetimeFigureOut">
              <a:rPr lang="en-US" smtClean="0"/>
              <a:t>8/28/24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00650-6CB6-9049-8AB7-813A346FB7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1DF8D-CC8F-F14A-B926-B1BAA25ADD8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D484CF-7ED1-0346-BCD1-67A51D79A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6754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FC6E5-DC82-6547-8636-45FE92FF2F42}" type="datetimeFigureOut">
              <a:rPr lang="en-US" smtClean="0"/>
              <a:t>8/28/24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D8096B-D38E-384D-AFC5-E4EA2BEA1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65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D8096B-D38E-384D-AFC5-E4EA2BEA1C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75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D8096B-D38E-384D-AFC5-E4EA2BEA1C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104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ONLINE GROUP BREAKOUT GUIDE:</a:t>
            </a:r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docs.google.com</a:t>
            </a:r>
            <a:r>
              <a:rPr lang="en-US" dirty="0"/>
              <a:t>/presentation/d/1dWoDwy9HcBbzXFOEq2tYtFV8SJ9Gdt8TutFC205oaJU/</a:t>
            </a:r>
            <a:r>
              <a:rPr lang="en-US" dirty="0" err="1"/>
              <a:t>edit?usp</a:t>
            </a:r>
            <a:r>
              <a:rPr lang="en-US" dirty="0"/>
              <a:t>=sharing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D8096B-D38E-384D-AFC5-E4EA2BEA1C2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932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1E2EB8-3DB4-4248-BA4C-91CA1267C18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08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D8096B-D38E-384D-AFC5-E4EA2BEA1C2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590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D8096B-D38E-384D-AFC5-E4EA2BEA1C2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14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D8096B-D38E-384D-AFC5-E4EA2BEA1C2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844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844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D8096B-D38E-384D-AFC5-E4EA2BEA1C2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66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- Animated w/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ADE42A-5A79-9F4F-9FA4-033446BDA4A7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691640"/>
            <a:ext cx="10363200" cy="1092503"/>
          </a:xfrm>
        </p:spPr>
        <p:txBody>
          <a:bodyPr anchor="t"/>
          <a:lstStyle>
            <a:lvl1pPr>
              <a:lnSpc>
                <a:spcPct val="9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FD8237-B4E3-AB47-A0B5-8261C7ADE253}"/>
              </a:ext>
            </a:extLst>
          </p:cNvPr>
          <p:cNvGrpSpPr/>
          <p:nvPr userDrawn="1"/>
        </p:nvGrpSpPr>
        <p:grpSpPr>
          <a:xfrm>
            <a:off x="6096000" y="0"/>
            <a:ext cx="0" cy="6858000"/>
            <a:chOff x="4572000" y="0"/>
            <a:chExt cx="0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4936B40-4EE6-F94E-9BF6-AFD0E25481D3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0"/>
              <a:ext cx="0" cy="132663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164EF24-72E2-8E47-B821-F94DA9D444D2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6134100"/>
              <a:ext cx="0" cy="7239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509" y="5150350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803630"/>
      </p:ext>
    </p:extLst>
  </p:cSld>
  <p:clrMapOvr>
    <a:masterClrMapping/>
  </p:clrMapOvr>
  <p:transition spd="slow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- Animated - w/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ADE42A-5A79-9F4F-9FA4-033446BDA4A7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691640"/>
            <a:ext cx="10363200" cy="4023360"/>
          </a:xfrm>
        </p:spPr>
        <p:txBody>
          <a:bodyPr anchor="t"/>
          <a:lstStyle>
            <a:lvl1pPr>
              <a:lnSpc>
                <a:spcPct val="9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FD8237-B4E3-AB47-A0B5-8261C7ADE253}"/>
              </a:ext>
            </a:extLst>
          </p:cNvPr>
          <p:cNvGrpSpPr/>
          <p:nvPr userDrawn="1"/>
        </p:nvGrpSpPr>
        <p:grpSpPr>
          <a:xfrm>
            <a:off x="6096000" y="0"/>
            <a:ext cx="0" cy="6858000"/>
            <a:chOff x="4572000" y="0"/>
            <a:chExt cx="0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4936B40-4EE6-F94E-9BF6-AFD0E25481D3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0"/>
              <a:ext cx="0" cy="132663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164EF24-72E2-8E47-B821-F94DA9D444D2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6134100"/>
              <a:ext cx="0" cy="7239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528906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8D26B0-1CD4-FB41-A78C-F557F7B05A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5139" b="-565"/>
          <a:stretch/>
        </p:blipFill>
        <p:spPr>
          <a:xfrm>
            <a:off x="8006109" y="1124712"/>
            <a:ext cx="4168641" cy="554604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4E431E-825A-294E-B7AD-2D288C1A213F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509" y="3"/>
            <a:ext cx="6868891" cy="3605349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56820B-1C15-F043-9777-053D813A7C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67509" y="3696871"/>
            <a:ext cx="6868891" cy="1169042"/>
          </a:xfrm>
        </p:spPr>
        <p:txBody>
          <a:bodyPr/>
          <a:lstStyle>
            <a:lvl1pPr algn="l">
              <a:defRPr sz="2200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883E360-0D8E-1045-B3EE-D3202095FE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40868" y="1835333"/>
            <a:ext cx="3149600" cy="3030583"/>
          </a:xfrm>
          <a:solidFill>
            <a:schemeClr val="bg1"/>
          </a:solidFill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8CB17A-54A6-254C-9F79-7FE2B05CBCC5}"/>
              </a:ext>
            </a:extLst>
          </p:cNvPr>
          <p:cNvCxnSpPr>
            <a:cxnSpLocks/>
          </p:cNvCxnSpPr>
          <p:nvPr userDrawn="1"/>
        </p:nvCxnSpPr>
        <p:spPr>
          <a:xfrm>
            <a:off x="4534887" y="5150350"/>
            <a:ext cx="0" cy="170765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509" y="5150350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716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 dir="d"/>
      </p:transition>
    </mc:Choice>
    <mc:Fallback xmlns="">
      <p:transition spd="slow">
        <p:wipe dir="d"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313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Full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0"/>
            <a:ext cx="5963920" cy="345643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02736"/>
            <a:ext cx="5959061" cy="2724912"/>
          </a:xfrm>
        </p:spPr>
        <p:txBody>
          <a:bodyPr/>
          <a:lstStyle>
            <a:lvl1pPr marL="0" indent="0" algn="l">
              <a:buNone/>
              <a:defRPr sz="1800" spc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28002" y="990600"/>
            <a:ext cx="3714751" cy="4724400"/>
          </a:xfrm>
        </p:spPr>
        <p:txBody>
          <a:bodyPr/>
          <a:lstStyle>
            <a:lvl1pPr algn="l">
              <a:defRPr spc="0">
                <a:solidFill>
                  <a:schemeClr val="bg1"/>
                </a:solidFill>
              </a:defRPr>
            </a:lvl1pPr>
            <a:lvl2pPr algn="l">
              <a:defRPr spc="0">
                <a:solidFill>
                  <a:schemeClr val="bg1"/>
                </a:solidFill>
              </a:defRPr>
            </a:lvl2pPr>
            <a:lvl3pPr algn="l">
              <a:defRPr spc="0">
                <a:solidFill>
                  <a:schemeClr val="bg1"/>
                </a:solidFill>
              </a:defRPr>
            </a:lvl3pPr>
            <a:lvl4pPr algn="l">
              <a:defRPr spc="0">
                <a:solidFill>
                  <a:schemeClr val="bg1"/>
                </a:solidFill>
              </a:defRPr>
            </a:lvl4pPr>
            <a:lvl5pPr algn="l">
              <a:defRPr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02027D-4FBC-6148-86D2-BF4C61EF660E}"/>
              </a:ext>
            </a:extLst>
          </p:cNvPr>
          <p:cNvCxnSpPr>
            <a:cxnSpLocks/>
          </p:cNvCxnSpPr>
          <p:nvPr userDrawn="1"/>
        </p:nvCxnSpPr>
        <p:spPr>
          <a:xfrm>
            <a:off x="7616613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873" y="5845598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040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2560" userDrawn="1">
          <p15:clr>
            <a:srgbClr val="FBAE40"/>
          </p15:clr>
        </p15:guide>
        <p15:guide id="3" pos="5120" userDrawn="1">
          <p15:clr>
            <a:srgbClr val="FBAE40"/>
          </p15:clr>
        </p15:guide>
        <p15:guide id="4" pos="576" userDrawn="1">
          <p15:clr>
            <a:srgbClr val="FBAE40"/>
          </p15:clr>
        </p15:guide>
        <p15:guide id="5" pos="7104" userDrawn="1">
          <p15:clr>
            <a:srgbClr val="FBAE40"/>
          </p15:clr>
        </p15:guide>
        <p15:guide id="6" orient="horz" pos="2256" userDrawn="1">
          <p15:clr>
            <a:srgbClr val="FBAE40"/>
          </p15:clr>
        </p15:guide>
        <p15:guide id="7" orient="horz" pos="624" userDrawn="1">
          <p15:clr>
            <a:srgbClr val="FBAE40"/>
          </p15:clr>
        </p15:guide>
        <p15:guide id="9" orient="horz" pos="3984" userDrawn="1">
          <p15:clr>
            <a:srgbClr val="FBAE40"/>
          </p15:clr>
        </p15:guide>
        <p15:guide id="10" pos="7456" userDrawn="1">
          <p15:clr>
            <a:srgbClr val="FBAE40"/>
          </p15:clr>
        </p15:guide>
        <p15:guide id="11" pos="224" userDrawn="1">
          <p15:clr>
            <a:srgbClr val="FBAE40"/>
          </p15:clr>
        </p15:guide>
        <p15:guide id="12" pos="480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Split Col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BE4281-5740-0A43-A585-9F0DF1530C89}"/>
              </a:ext>
            </a:extLst>
          </p:cNvPr>
          <p:cNvSpPr/>
          <p:nvPr userDrawn="1"/>
        </p:nvSpPr>
        <p:spPr>
          <a:xfrm>
            <a:off x="0" y="0"/>
            <a:ext cx="7620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2F2419-0A6D-B449-B699-13B3994AE2F6}"/>
              </a:ext>
            </a:extLst>
          </p:cNvPr>
          <p:cNvSpPr/>
          <p:nvPr userDrawn="1"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-2"/>
            <a:ext cx="5963920" cy="345643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02736"/>
            <a:ext cx="5963920" cy="2724912"/>
          </a:xfrm>
        </p:spPr>
        <p:txBody>
          <a:bodyPr/>
          <a:lstStyle>
            <a:lvl1pPr marL="0" indent="0" algn="l">
              <a:buNone/>
              <a:defRPr sz="2000" spc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28002" y="1005840"/>
            <a:ext cx="3714751" cy="4709160"/>
          </a:xfrm>
        </p:spPr>
        <p:txBody>
          <a:bodyPr/>
          <a:lstStyle>
            <a:lvl1pPr algn="l">
              <a:defRPr spc="0"/>
            </a:lvl1pPr>
            <a:lvl2pPr algn="l">
              <a:defRPr spc="0"/>
            </a:lvl2pPr>
            <a:lvl3pPr algn="l">
              <a:defRPr spc="0"/>
            </a:lvl3pPr>
            <a:lvl4pPr algn="l">
              <a:defRPr spc="0"/>
            </a:lvl4pPr>
            <a:lvl5pPr algn="l">
              <a:defRPr spc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FC882F-B4B0-224E-904D-98B0B93D985D}"/>
              </a:ext>
            </a:extLst>
          </p:cNvPr>
          <p:cNvSpPr/>
          <p:nvPr userDrawn="1"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749028"/>
      </p:ext>
    </p:extLst>
  </p:cSld>
  <p:clrMapOvr>
    <a:masterClrMapping/>
  </p:clrMapOvr>
  <p:transition spd="slow">
    <p:wipe dir="d"/>
  </p:transition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2560" userDrawn="1">
          <p15:clr>
            <a:srgbClr val="FBAE40"/>
          </p15:clr>
        </p15:guide>
        <p15:guide id="3" pos="5120" userDrawn="1">
          <p15:clr>
            <a:srgbClr val="FBAE40"/>
          </p15:clr>
        </p15:guide>
        <p15:guide id="4" pos="576" userDrawn="1">
          <p15:clr>
            <a:srgbClr val="FBAE40"/>
          </p15:clr>
        </p15:guide>
        <p15:guide id="5" pos="7104" userDrawn="1">
          <p15:clr>
            <a:srgbClr val="FBAE40"/>
          </p15:clr>
        </p15:guide>
        <p15:guide id="6" orient="horz" pos="2256" userDrawn="1">
          <p15:clr>
            <a:srgbClr val="FBAE40"/>
          </p15:clr>
        </p15:guide>
        <p15:guide id="7" orient="horz" pos="624" userDrawn="1">
          <p15:clr>
            <a:srgbClr val="FBAE40"/>
          </p15:clr>
        </p15:guide>
        <p15:guide id="10" pos="7456" userDrawn="1">
          <p15:clr>
            <a:srgbClr val="FBAE40"/>
          </p15:clr>
        </p15:guide>
        <p15:guide id="11" pos="224" userDrawn="1">
          <p15:clr>
            <a:srgbClr val="FBAE40"/>
          </p15:clr>
        </p15:guide>
        <p15:guide id="12" pos="480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Split Col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0"/>
            <a:ext cx="4572001" cy="345643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</a:t>
            </a:r>
            <a:br>
              <a:rPr lang="en-US" dirty="0"/>
            </a:br>
            <a:r>
              <a:rPr lang="en-US" dirty="0"/>
              <a:t>to edit Master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2" y="3602038"/>
            <a:ext cx="4572001" cy="2722562"/>
          </a:xfrm>
        </p:spPr>
        <p:txBody>
          <a:bodyPr/>
          <a:lstStyle>
            <a:lvl1pPr marL="0" indent="0" algn="l">
              <a:buNone/>
              <a:defRPr sz="1800" spc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05601" y="990600"/>
            <a:ext cx="5130800" cy="4724400"/>
          </a:xfrm>
        </p:spPr>
        <p:txBody>
          <a:bodyPr/>
          <a:lstStyle>
            <a:lvl1pPr algn="l">
              <a:defRPr spc="0">
                <a:solidFill>
                  <a:schemeClr val="tx1"/>
                </a:solidFill>
              </a:defRPr>
            </a:lvl1pPr>
            <a:lvl2pPr algn="l">
              <a:defRPr spc="0">
                <a:solidFill>
                  <a:schemeClr val="tx1"/>
                </a:solidFill>
              </a:defRPr>
            </a:lvl2pPr>
            <a:lvl3pPr algn="l">
              <a:defRPr spc="0">
                <a:solidFill>
                  <a:schemeClr val="tx1"/>
                </a:solidFill>
              </a:defRPr>
            </a:lvl3pPr>
            <a:lvl4pPr algn="l">
              <a:defRPr spc="0">
                <a:solidFill>
                  <a:schemeClr val="tx1"/>
                </a:solidFill>
              </a:defRPr>
            </a:lvl4pPr>
            <a:lvl5pPr algn="l">
              <a:defRPr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932789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2560" userDrawn="1">
          <p15:clr>
            <a:srgbClr val="FBAE40"/>
          </p15:clr>
        </p15:guide>
        <p15:guide id="3" pos="5120" userDrawn="1">
          <p15:clr>
            <a:srgbClr val="FBAE40"/>
          </p15:clr>
        </p15:guide>
        <p15:guide id="4" pos="576" userDrawn="1">
          <p15:clr>
            <a:srgbClr val="FBAE40"/>
          </p15:clr>
        </p15:guide>
        <p15:guide id="5" pos="7104" userDrawn="1">
          <p15:clr>
            <a:srgbClr val="FBAE40"/>
          </p15:clr>
        </p15:guide>
        <p15:guide id="6" orient="horz" pos="2256" userDrawn="1">
          <p15:clr>
            <a:srgbClr val="FBAE40"/>
          </p15:clr>
        </p15:guide>
        <p15:guide id="7" orient="horz" pos="624" userDrawn="1">
          <p15:clr>
            <a:srgbClr val="FBAE40"/>
          </p15:clr>
        </p15:guide>
        <p15:guide id="9" orient="horz" pos="3984" userDrawn="1">
          <p15:clr>
            <a:srgbClr val="FBAE40"/>
          </p15:clr>
        </p15:guide>
        <p15:guide id="10" pos="7456" userDrawn="1">
          <p15:clr>
            <a:srgbClr val="FBAE40"/>
          </p15:clr>
        </p15:guide>
        <p15:guide id="11" pos="22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-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90600"/>
            <a:ext cx="6603997" cy="827532"/>
          </a:xfrm>
        </p:spPr>
        <p:txBody>
          <a:bodyPr tIns="0" anchor="t"/>
          <a:lstStyle>
            <a:lvl1pPr algn="l">
              <a:defRPr sz="1800" b="1" spc="0" baseline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48099" y="990600"/>
            <a:ext cx="3288303" cy="4740068"/>
          </a:xfrm>
        </p:spPr>
        <p:txBody>
          <a:bodyPr tIns="0"/>
          <a:lstStyle>
            <a:lvl1pPr algn="l">
              <a:defRPr sz="1600" spc="0">
                <a:solidFill>
                  <a:schemeClr val="bg1"/>
                </a:solidFill>
              </a:defRPr>
            </a:lvl1pPr>
            <a:lvl2pPr algn="l">
              <a:defRPr sz="1600" spc="0">
                <a:solidFill>
                  <a:schemeClr val="bg1"/>
                </a:solidFill>
              </a:defRPr>
            </a:lvl2pPr>
            <a:lvl3pPr algn="l">
              <a:defRPr sz="1600" spc="0">
                <a:solidFill>
                  <a:schemeClr val="bg1"/>
                </a:solidFill>
              </a:defRPr>
            </a:lvl3pPr>
            <a:lvl4pPr algn="l">
              <a:defRPr sz="1600" spc="0">
                <a:solidFill>
                  <a:schemeClr val="bg1"/>
                </a:solidFill>
              </a:defRPr>
            </a:lvl4pPr>
            <a:lvl5pPr algn="l">
              <a:defRPr sz="1600"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D825E-D77A-BC4B-A290-2A9BD3E2CF4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1" y="1828800"/>
            <a:ext cx="6603999" cy="4495800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873" y="5845598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902960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3" pos="5120" userDrawn="1">
          <p15:clr>
            <a:srgbClr val="FBAE40"/>
          </p15:clr>
        </p15:guide>
        <p15:guide id="4" pos="576" userDrawn="1">
          <p15:clr>
            <a:srgbClr val="FBAE40"/>
          </p15:clr>
        </p15:guide>
        <p15:guide id="6" orient="horz" pos="2256" userDrawn="1">
          <p15:clr>
            <a:srgbClr val="FBAE40"/>
          </p15:clr>
        </p15:guide>
        <p15:guide id="7" orient="horz" pos="624" userDrawn="1">
          <p15:clr>
            <a:srgbClr val="FBAE40"/>
          </p15:clr>
        </p15:guide>
        <p15:guide id="9" orient="horz" pos="3984" userDrawn="1">
          <p15:clr>
            <a:srgbClr val="FBAE40"/>
          </p15:clr>
        </p15:guide>
        <p15:guide id="10" pos="7456" userDrawn="1">
          <p15:clr>
            <a:srgbClr val="FBAE40"/>
          </p15:clr>
        </p15:guide>
        <p15:guide id="11" pos="224" userDrawn="1">
          <p15:clr>
            <a:srgbClr val="FBAE40"/>
          </p15:clr>
        </p15:guide>
        <p15:guide id="12" pos="4736" userDrawn="1">
          <p15:clr>
            <a:srgbClr val="FBAE40"/>
          </p15:clr>
        </p15:guide>
        <p15:guide id="13" pos="537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2" y="990600"/>
            <a:ext cx="6788319" cy="827532"/>
          </a:xfrm>
        </p:spPr>
        <p:txBody>
          <a:bodyPr tIns="0" anchor="t"/>
          <a:lstStyle>
            <a:lvl1pPr algn="l">
              <a:defRPr sz="1800" b="1" spc="0" baseline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48099" y="990600"/>
            <a:ext cx="3288303" cy="4740068"/>
          </a:xfrm>
        </p:spPr>
        <p:txBody>
          <a:bodyPr tIns="0"/>
          <a:lstStyle>
            <a:lvl1pPr algn="l">
              <a:defRPr sz="1600" spc="0">
                <a:solidFill>
                  <a:schemeClr val="bg1"/>
                </a:solidFill>
              </a:defRPr>
            </a:lvl1pPr>
            <a:lvl2pPr algn="l">
              <a:defRPr spc="0">
                <a:solidFill>
                  <a:schemeClr val="bg1"/>
                </a:solidFill>
              </a:defRPr>
            </a:lvl2pPr>
            <a:lvl3pPr algn="l">
              <a:defRPr spc="0">
                <a:solidFill>
                  <a:schemeClr val="bg1"/>
                </a:solidFill>
              </a:defRPr>
            </a:lvl3pPr>
            <a:lvl4pPr algn="l">
              <a:defRPr spc="0">
                <a:solidFill>
                  <a:schemeClr val="bg1"/>
                </a:solidFill>
              </a:defRPr>
            </a:lvl4pPr>
            <a:lvl5pPr algn="l">
              <a:defRPr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D825E-D77A-BC4B-A290-2A9BD3E2CF4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397" y="1828800"/>
            <a:ext cx="3149603" cy="4495800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8D1FC-0CEB-0245-8F07-CBB6F3C4CBF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57183" y="1828800"/>
            <a:ext cx="3145536" cy="4495800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873" y="5845598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42768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4864" userDrawn="1">
          <p15:clr>
            <a:srgbClr val="FBAE40"/>
          </p15:clr>
        </p15:guide>
        <p15:guide id="3" pos="5120" userDrawn="1">
          <p15:clr>
            <a:srgbClr val="FBAE40"/>
          </p15:clr>
        </p15:guide>
        <p15:guide id="4" pos="576" userDrawn="1">
          <p15:clr>
            <a:srgbClr val="FBAE40"/>
          </p15:clr>
        </p15:guide>
        <p15:guide id="5" pos="7104" userDrawn="1">
          <p15:clr>
            <a:srgbClr val="FBAE40"/>
          </p15:clr>
        </p15:guide>
        <p15:guide id="6" orient="horz" pos="2256" userDrawn="1">
          <p15:clr>
            <a:srgbClr val="FBAE40"/>
          </p15:clr>
        </p15:guide>
        <p15:guide id="7" orient="horz" pos="624" userDrawn="1">
          <p15:clr>
            <a:srgbClr val="FBAE40"/>
          </p15:clr>
        </p15:guide>
        <p15:guide id="9" orient="horz" pos="3984" userDrawn="1">
          <p15:clr>
            <a:srgbClr val="FBAE40"/>
          </p15:clr>
        </p15:guide>
        <p15:guide id="10" pos="7456" userDrawn="1">
          <p15:clr>
            <a:srgbClr val="FBAE40"/>
          </p15:clr>
        </p15:guide>
        <p15:guide id="11" pos="224" userDrawn="1">
          <p15:clr>
            <a:srgbClr val="FBAE40"/>
          </p15:clr>
        </p15:guide>
        <p15:guide id="12" pos="2848" userDrawn="1">
          <p15:clr>
            <a:srgbClr val="FBAE40"/>
          </p15:clr>
        </p15:guide>
        <p15:guide id="13" pos="537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-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9915828-8B97-0D41-A0B7-33EA569D7A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" y="0"/>
            <a:ext cx="8127999" cy="6629400"/>
          </a:xfrm>
          <a:ln>
            <a:noFill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48099" y="990603"/>
            <a:ext cx="3288303" cy="4392561"/>
          </a:xfrm>
        </p:spPr>
        <p:txBody>
          <a:bodyPr tIns="0"/>
          <a:lstStyle>
            <a:lvl1pPr algn="l">
              <a:defRPr sz="1600" spc="0">
                <a:solidFill>
                  <a:schemeClr val="bg1"/>
                </a:solidFill>
              </a:defRPr>
            </a:lvl1pPr>
            <a:lvl2pPr algn="l">
              <a:defRPr spc="0">
                <a:solidFill>
                  <a:schemeClr val="bg1"/>
                </a:solidFill>
              </a:defRPr>
            </a:lvl2pPr>
            <a:lvl3pPr algn="l">
              <a:defRPr spc="0">
                <a:solidFill>
                  <a:schemeClr val="bg1"/>
                </a:solidFill>
              </a:defRPr>
            </a:lvl3pPr>
            <a:lvl4pPr algn="l">
              <a:defRPr spc="0">
                <a:solidFill>
                  <a:schemeClr val="bg1"/>
                </a:solidFill>
              </a:defRPr>
            </a:lvl4pPr>
            <a:lvl5pPr algn="l">
              <a:defRPr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873" y="5845598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926165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4864" userDrawn="1">
          <p15:clr>
            <a:srgbClr val="FBAE40"/>
          </p15:clr>
        </p15:guide>
        <p15:guide id="3" pos="5120" userDrawn="1">
          <p15:clr>
            <a:srgbClr val="FBAE40"/>
          </p15:clr>
        </p15:guide>
        <p15:guide id="4" pos="576" userDrawn="1">
          <p15:clr>
            <a:srgbClr val="FBAE40"/>
          </p15:clr>
        </p15:guide>
        <p15:guide id="5" pos="7104" userDrawn="1">
          <p15:clr>
            <a:srgbClr val="FBAE40"/>
          </p15:clr>
        </p15:guide>
        <p15:guide id="7" orient="horz" pos="624" userDrawn="1">
          <p15:clr>
            <a:srgbClr val="FBAE40"/>
          </p15:clr>
        </p15:guide>
        <p15:guide id="9" orient="horz" pos="3984" userDrawn="1">
          <p15:clr>
            <a:srgbClr val="FBAE40"/>
          </p15:clr>
        </p15:guide>
        <p15:guide id="10" pos="7456" userDrawn="1">
          <p15:clr>
            <a:srgbClr val="FBAE40"/>
          </p15:clr>
        </p15:guide>
        <p15:guide id="11" pos="224" userDrawn="1">
          <p15:clr>
            <a:srgbClr val="FBAE40"/>
          </p15:clr>
        </p15:guide>
        <p15:guide id="12" pos="2848" userDrawn="1">
          <p15:clr>
            <a:srgbClr val="FBAE40"/>
          </p15:clr>
        </p15:guide>
        <p15:guide id="13" pos="537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Photo - Full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F7DBA3D-71BF-5B49-BDFA-2FB7BB9887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629400"/>
          </a:xfrm>
        </p:spPr>
        <p:txBody>
          <a:bodyPr lIns="0" tIns="0" rIns="0" bIns="0" anchor="ctr"/>
          <a:lstStyle>
            <a:lvl1pPr algn="ctr">
              <a:defRPr sz="1600"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F1740A-E473-5146-9B3E-A4562D1184D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28000" y="3881438"/>
            <a:ext cx="3149600" cy="2252662"/>
          </a:xfrm>
          <a:solidFill>
            <a:schemeClr val="tx2"/>
          </a:solidFill>
        </p:spPr>
        <p:txBody>
          <a:bodyPr lIns="182880" tIns="182880" rIns="137160" bIns="182880"/>
          <a:lstStyle>
            <a:lvl1pPr algn="l">
              <a:defRPr sz="1600">
                <a:solidFill>
                  <a:schemeClr val="bg1"/>
                </a:solidFill>
              </a:defRPr>
            </a:lvl1pPr>
            <a:lvl2pPr algn="l">
              <a:defRPr sz="1600">
                <a:solidFill>
                  <a:schemeClr val="bg1"/>
                </a:solidFill>
              </a:defRPr>
            </a:lvl2pPr>
            <a:lvl3pPr algn="l">
              <a:defRPr sz="1600">
                <a:solidFill>
                  <a:schemeClr val="bg1"/>
                </a:solidFill>
              </a:defRPr>
            </a:lvl3pPr>
            <a:lvl4pPr algn="l">
              <a:defRPr sz="1600">
                <a:solidFill>
                  <a:schemeClr val="bg1"/>
                </a:solidFill>
              </a:defRPr>
            </a:lvl4pPr>
            <a:lvl5pPr algn="l"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4048568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Photo - Flo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F7DBA3D-71BF-5B49-BDFA-2FB7BB9887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1951" y="276224"/>
            <a:ext cx="11468100" cy="4867276"/>
          </a:xfrm>
        </p:spPr>
        <p:txBody>
          <a:bodyPr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FC1046-3F25-4443-A1BD-47CD75DC0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1" y="5257800"/>
            <a:ext cx="11474451" cy="1066800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011278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16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Color Blank - Bas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1776348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2560" userDrawn="1">
          <p15:clr>
            <a:srgbClr val="FBAE40"/>
          </p15:clr>
        </p15:guide>
        <p15:guide id="3" pos="5120" userDrawn="1">
          <p15:clr>
            <a:srgbClr val="FBAE40"/>
          </p15:clr>
        </p15:guide>
        <p15:guide id="4" pos="576" userDrawn="1">
          <p15:clr>
            <a:srgbClr val="FBAE40"/>
          </p15:clr>
        </p15:guide>
        <p15:guide id="5" pos="7104" userDrawn="1">
          <p15:clr>
            <a:srgbClr val="FBAE40"/>
          </p15:clr>
        </p15:guide>
        <p15:guide id="6" orient="horz" pos="2160" userDrawn="1">
          <p15:clr>
            <a:srgbClr val="FBAE40"/>
          </p15:clr>
        </p15:guide>
        <p15:guide id="7" orient="horz" pos="624" userDrawn="1">
          <p15:clr>
            <a:srgbClr val="FBAE40"/>
          </p15:clr>
        </p15:guide>
        <p15:guide id="9" orient="horz" pos="3984" userDrawn="1">
          <p15:clr>
            <a:srgbClr val="FBAE40"/>
          </p15:clr>
        </p15:guide>
        <p15:guide id="10" pos="7456" userDrawn="1">
          <p15:clr>
            <a:srgbClr val="FBAE40"/>
          </p15:clr>
        </p15:guide>
        <p15:guide id="11" pos="22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Color Blank - Sid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D94BBB-607E-B541-8FF0-219DFBAE8A62}"/>
              </a:ext>
            </a:extLst>
          </p:cNvPr>
          <p:cNvSpPr/>
          <p:nvPr userDrawn="1"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48565864"/>
      </p:ext>
    </p:extLst>
  </p:cSld>
  <p:clrMapOvr>
    <a:masterClrMapping/>
  </p:clrMapOvr>
  <p:transition spd="slow">
    <p:wipe dir="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mphasis 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3429000"/>
          </a:xfrm>
        </p:spPr>
        <p:txBody>
          <a:bodyPr anchor="b"/>
          <a:lstStyle>
            <a:lvl1pPr>
              <a:lnSpc>
                <a:spcPct val="95000"/>
              </a:lnSpc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3602736"/>
            <a:ext cx="10363200" cy="2112264"/>
          </a:xfrm>
        </p:spPr>
        <p:txBody>
          <a:bodyPr/>
          <a:lstStyle>
            <a:lvl1pPr>
              <a:defRPr sz="1800" spc="0"/>
            </a:lvl1pPr>
            <a:lvl2pPr>
              <a:defRPr sz="1600" spc="0"/>
            </a:lvl2pPr>
            <a:lvl3pPr>
              <a:defRPr sz="1600" spc="0"/>
            </a:lvl3pPr>
            <a:lvl4pPr>
              <a:defRPr sz="1600" spc="0"/>
            </a:lvl4pPr>
            <a:lvl5pPr>
              <a:defRPr sz="1600" spc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8104106"/>
      </p:ext>
    </p:extLst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-Column 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1517904"/>
          </a:xfrm>
        </p:spPr>
        <p:txBody>
          <a:bodyPr anchor="b"/>
          <a:lstStyle>
            <a:lvl1pPr algn="l">
              <a:lnSpc>
                <a:spcPct val="95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10363200" cy="3886200"/>
          </a:xfrm>
        </p:spPr>
        <p:txBody>
          <a:bodyPr/>
          <a:lstStyle>
            <a:lvl1pPr algn="l">
              <a:defRPr sz="1600" spc="0">
                <a:solidFill>
                  <a:schemeClr val="tx1"/>
                </a:solidFill>
              </a:defRPr>
            </a:lvl1pPr>
            <a:lvl2pPr algn="l">
              <a:defRPr sz="1600" spc="0">
                <a:solidFill>
                  <a:schemeClr val="tx1"/>
                </a:solidFill>
              </a:defRPr>
            </a:lvl2pPr>
            <a:lvl3pPr algn="l">
              <a:defRPr sz="1600" spc="0">
                <a:solidFill>
                  <a:schemeClr val="tx1"/>
                </a:solidFill>
              </a:defRPr>
            </a:lvl3pPr>
            <a:lvl4pPr algn="l">
              <a:defRPr sz="1600" spc="0">
                <a:solidFill>
                  <a:schemeClr val="tx1"/>
                </a:solidFill>
              </a:defRPr>
            </a:lvl4pPr>
            <a:lvl5pPr algn="l">
              <a:defRPr sz="16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562401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 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1"/>
            <a:ext cx="10363200" cy="1517904"/>
          </a:xfrm>
        </p:spPr>
        <p:txBody>
          <a:bodyPr anchor="b"/>
          <a:lstStyle>
            <a:lvl1pPr algn="l">
              <a:lnSpc>
                <a:spcPct val="95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1" y="1828800"/>
            <a:ext cx="4876800" cy="3886200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86285" y="1828803"/>
            <a:ext cx="4876800" cy="3886201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E3ADE1-D531-F843-BD5B-CD6AFEDC1F99}"/>
              </a:ext>
            </a:extLst>
          </p:cNvPr>
          <p:cNvCxnSpPr>
            <a:cxnSpLocks/>
          </p:cNvCxnSpPr>
          <p:nvPr userDrawn="1"/>
        </p:nvCxnSpPr>
        <p:spPr>
          <a:xfrm>
            <a:off x="6077527" y="1828802"/>
            <a:ext cx="0" cy="480060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341799"/>
      </p:ext>
    </p:extLst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-Column 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400" y="1828800"/>
            <a:ext cx="3149600" cy="3886200"/>
          </a:xfrm>
        </p:spPr>
        <p:txBody>
          <a:bodyPr/>
          <a:lstStyle>
            <a:lvl1pPr algn="l">
              <a:defRPr sz="1600" spc="0">
                <a:solidFill>
                  <a:schemeClr val="tx1"/>
                </a:solidFill>
              </a:defRPr>
            </a:lvl1pPr>
            <a:lvl2pPr algn="l">
              <a:defRPr sz="1600" spc="0">
                <a:solidFill>
                  <a:schemeClr val="tx1"/>
                </a:solidFill>
              </a:defRPr>
            </a:lvl2pPr>
            <a:lvl3pPr algn="l">
              <a:defRPr sz="1600" spc="0">
                <a:solidFill>
                  <a:schemeClr val="tx1"/>
                </a:solidFill>
              </a:defRPr>
            </a:lvl3pPr>
            <a:lvl4pPr algn="l">
              <a:defRPr sz="1600" spc="0">
                <a:solidFill>
                  <a:schemeClr val="tx1"/>
                </a:solidFill>
              </a:defRPr>
            </a:lvl4pPr>
            <a:lvl5pPr algn="l">
              <a:defRPr sz="16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40157" y="1828800"/>
            <a:ext cx="3145536" cy="3886200"/>
          </a:xfrm>
        </p:spPr>
        <p:txBody>
          <a:bodyPr/>
          <a:lstStyle>
            <a:lvl1pPr algn="l">
              <a:defRPr sz="1600" spc="0">
                <a:solidFill>
                  <a:schemeClr val="tx1"/>
                </a:solidFill>
              </a:defRPr>
            </a:lvl1pPr>
            <a:lvl2pPr algn="l">
              <a:defRPr sz="1600" spc="0">
                <a:solidFill>
                  <a:schemeClr val="tx1"/>
                </a:solidFill>
              </a:defRPr>
            </a:lvl2pPr>
            <a:lvl3pPr algn="l">
              <a:defRPr sz="1600" spc="0">
                <a:solidFill>
                  <a:schemeClr val="tx1"/>
                </a:solidFill>
              </a:defRPr>
            </a:lvl3pPr>
            <a:lvl4pPr algn="l">
              <a:defRPr sz="1600" spc="0">
                <a:solidFill>
                  <a:schemeClr val="tx1"/>
                </a:solidFill>
              </a:defRPr>
            </a:lvl4pPr>
            <a:lvl5pPr algn="l">
              <a:defRPr sz="16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76EF87-A898-9047-A238-5616C735B2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28000" y="1828800"/>
            <a:ext cx="3145536" cy="3886200"/>
          </a:xfrm>
        </p:spPr>
        <p:txBody>
          <a:bodyPr/>
          <a:lstStyle>
            <a:lvl1pPr algn="l">
              <a:defRPr sz="1600" spc="0">
                <a:solidFill>
                  <a:schemeClr val="tx1"/>
                </a:solidFill>
              </a:defRPr>
            </a:lvl1pPr>
            <a:lvl2pPr algn="l">
              <a:defRPr sz="1600" spc="0">
                <a:solidFill>
                  <a:schemeClr val="tx1"/>
                </a:solidFill>
              </a:defRPr>
            </a:lvl2pPr>
            <a:lvl3pPr algn="l">
              <a:defRPr sz="1600" spc="0">
                <a:solidFill>
                  <a:schemeClr val="tx1"/>
                </a:solidFill>
              </a:defRPr>
            </a:lvl3pPr>
            <a:lvl4pPr algn="l">
              <a:defRPr sz="1600" spc="0">
                <a:solidFill>
                  <a:schemeClr val="tx1"/>
                </a:solidFill>
              </a:defRPr>
            </a:lvl4pPr>
            <a:lvl5pPr algn="l">
              <a:defRPr sz="16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990600"/>
            <a:ext cx="10363200" cy="838200"/>
          </a:xfrm>
        </p:spPr>
        <p:txBody>
          <a:bodyPr tIns="0"/>
          <a:lstStyle>
            <a:lvl1pPr algn="l">
              <a:defRPr sz="1800" spc="0" baseline="0"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Three-column format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718482"/>
      </p:ext>
    </p:extLst>
  </p:cSld>
  <p:clrMapOvr>
    <a:masterClrMapping/>
  </p:clrMapOvr>
  <p:transition spd="slow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rriculum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1828800"/>
            <a:ext cx="48768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600" spc="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0" y="1828800"/>
            <a:ext cx="48768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600" spc="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0"/>
            <a:ext cx="10363200" cy="1517904"/>
          </a:xfrm>
        </p:spPr>
        <p:txBody>
          <a:bodyPr tIns="0" anchor="b"/>
          <a:lstStyle>
            <a:lvl1pPr algn="l">
              <a:defRPr sz="4400" b="0" spc="-20" baseline="0"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AC490F67-42A5-F14E-B7F9-37F238A4A5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1828800"/>
            <a:ext cx="4876800" cy="594360"/>
          </a:xfrm>
          <a:solidFill>
            <a:schemeClr val="tx2"/>
          </a:solidFill>
          <a:ln w="6350">
            <a:noFill/>
          </a:ln>
        </p:spPr>
        <p:txBody>
          <a:bodyPr lIns="182880" tIns="164592" rIns="137160" bIns="137160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4893F0B-BD33-6246-85BD-3CCCD1838B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00800" y="1828800"/>
            <a:ext cx="4876800" cy="594360"/>
          </a:xfrm>
          <a:solidFill>
            <a:schemeClr val="tx2"/>
          </a:solidFill>
          <a:ln w="6350">
            <a:noFill/>
          </a:ln>
        </p:spPr>
        <p:txBody>
          <a:bodyPr lIns="182880" tIns="164592" rIns="137160" bIns="137160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82966983"/>
      </p:ext>
    </p:extLst>
  </p:cSld>
  <p:clrMapOvr>
    <a:masterClrMapping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rriculum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1828800"/>
            <a:ext cx="329184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2272" y="1828800"/>
            <a:ext cx="329184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76EF87-A898-9047-A238-5616C735B2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97952" y="1828800"/>
            <a:ext cx="329184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0"/>
            <a:ext cx="10363200" cy="1517904"/>
          </a:xfrm>
        </p:spPr>
        <p:txBody>
          <a:bodyPr tIns="0" anchor="b"/>
          <a:lstStyle>
            <a:lvl1pPr algn="l">
              <a:defRPr sz="4400" b="0" spc="-20" baseline="0"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2F91536-6CD7-214D-AE76-F527E3E934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1828800"/>
            <a:ext cx="3291840" cy="594360"/>
          </a:xfrm>
          <a:solidFill>
            <a:schemeClr val="tx2"/>
          </a:solidFill>
          <a:ln w="6350"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 spc="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D8FC86E-8BC0-974C-A757-0F22C29E27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2272" y="1828800"/>
            <a:ext cx="3291840" cy="594360"/>
          </a:xfrm>
          <a:solidFill>
            <a:schemeClr val="tx2"/>
          </a:solidFill>
          <a:ln w="6350"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9E8B68C9-BBDD-874F-83CF-39F834126C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997952" y="1828800"/>
            <a:ext cx="3291840" cy="594360"/>
          </a:xfrm>
          <a:solidFill>
            <a:schemeClr val="tx2"/>
          </a:solidFill>
          <a:ln w="6350"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5958327"/>
      </p:ext>
    </p:extLst>
  </p:cSld>
  <p:clrMapOvr>
    <a:masterClrMapping/>
  </p:clrMapOvr>
  <p:transition spd="slow"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rriculum -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6C90A12-2C1B-5448-8BA5-FE9F002B05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47667" y="1828800"/>
            <a:ext cx="24384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/>
            </a:lvl1pPr>
            <a:lvl2pPr algn="l">
              <a:spcAft>
                <a:spcPts val="600"/>
              </a:spcAft>
              <a:defRPr sz="1400"/>
            </a:lvl2pPr>
            <a:lvl3pPr algn="l">
              <a:spcAft>
                <a:spcPts val="600"/>
              </a:spcAft>
              <a:defRPr sz="1400"/>
            </a:lvl3pPr>
            <a:lvl4pPr algn="l">
              <a:spcAft>
                <a:spcPts val="600"/>
              </a:spcAft>
              <a:defRPr sz="1400"/>
            </a:lvl4pPr>
            <a:lvl5pPr algn="l">
              <a:spcAft>
                <a:spcPts val="600"/>
              </a:spcAft>
              <a:defRPr sz="1400"/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1828800"/>
            <a:ext cx="24384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61783" y="1828800"/>
            <a:ext cx="24384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76EF87-A898-9047-A238-5616C735B2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5156" y="1828800"/>
            <a:ext cx="24384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0"/>
            <a:ext cx="10363200" cy="1517904"/>
          </a:xfrm>
        </p:spPr>
        <p:txBody>
          <a:bodyPr tIns="0" anchor="b"/>
          <a:lstStyle>
            <a:lvl1pPr algn="l">
              <a:defRPr sz="4400" b="0" spc="-20" baseline="0"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B9D93D7-D955-1447-97B6-2BEDC90988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51392" y="1828803"/>
            <a:ext cx="2438400" cy="595745"/>
          </a:xfrm>
          <a:solidFill>
            <a:schemeClr val="tx2"/>
          </a:solidFill>
          <a:ln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0"/>
              </a:spcAft>
              <a:defRPr sz="1400"/>
            </a:lvl2pPr>
            <a:lvl3pPr algn="l">
              <a:spcAft>
                <a:spcPts val="0"/>
              </a:spcAft>
              <a:defRPr sz="1400"/>
            </a:lvl3pPr>
            <a:lvl4pPr algn="l">
              <a:spcAft>
                <a:spcPts val="0"/>
              </a:spcAft>
              <a:defRPr sz="1400"/>
            </a:lvl4pPr>
            <a:lvl5pPr algn="l">
              <a:spcAft>
                <a:spcPts val="0"/>
              </a:spcAft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8BEFF0C-A798-5D4F-9055-A2835E58EC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400" y="1828803"/>
            <a:ext cx="2438400" cy="595745"/>
          </a:xfrm>
          <a:solidFill>
            <a:schemeClr val="tx2"/>
          </a:solidFill>
          <a:ln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52783B13-B137-1148-9015-7169E9546B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60064" y="1828803"/>
            <a:ext cx="2438400" cy="595745"/>
          </a:xfrm>
          <a:solidFill>
            <a:schemeClr val="tx2"/>
          </a:solidFill>
          <a:ln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FC5DA66-91A5-724C-8386-1379004775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7920" y="1828803"/>
            <a:ext cx="2438400" cy="595745"/>
          </a:xfrm>
          <a:solidFill>
            <a:schemeClr val="tx2"/>
          </a:solidFill>
          <a:ln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8615536"/>
      </p:ext>
    </p:extLst>
  </p:cSld>
  <p:clrMapOvr>
    <a:masterClrMapping/>
  </p:clrMapOvr>
  <p:transition spd="slow"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rriculum - 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1828799"/>
            <a:ext cx="4876800" cy="210312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400" b="0" spc="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0" y="1828800"/>
            <a:ext cx="4876800" cy="210312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400" b="0" spc="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0"/>
            <a:ext cx="10363200" cy="1517904"/>
          </a:xfrm>
        </p:spPr>
        <p:txBody>
          <a:bodyPr tIns="0" anchor="b"/>
          <a:lstStyle>
            <a:lvl1pPr algn="l">
              <a:defRPr sz="4400" b="0" spc="-20" baseline="0"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AC490F67-42A5-F14E-B7F9-37F238A4A5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1828800"/>
            <a:ext cx="4876800" cy="594360"/>
          </a:xfrm>
          <a:solidFill>
            <a:schemeClr val="tx2"/>
          </a:solidFill>
          <a:ln w="6350">
            <a:noFill/>
          </a:ln>
        </p:spPr>
        <p:txBody>
          <a:bodyPr lIns="182880" tIns="164592" rIns="137160" bIns="137160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4893F0B-BD33-6246-85BD-3CCCD1838B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00800" y="1828800"/>
            <a:ext cx="4876800" cy="594360"/>
          </a:xfrm>
          <a:solidFill>
            <a:schemeClr val="tx2"/>
          </a:solidFill>
          <a:ln w="6350">
            <a:noFill/>
          </a:ln>
        </p:spPr>
        <p:txBody>
          <a:bodyPr lIns="182880" tIns="164592" rIns="137160" bIns="137160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C3536-349E-9740-BCF0-2B6F9D1ACE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400" y="4228683"/>
            <a:ext cx="4876800" cy="2103120"/>
          </a:xfrm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400" b="0" spc="0"/>
            </a:lvl1pPr>
            <a:lvl2pPr algn="l">
              <a:spcAft>
                <a:spcPts val="600"/>
              </a:spcAft>
              <a:defRPr sz="1400" spc="0"/>
            </a:lvl2pPr>
            <a:lvl3pPr algn="l">
              <a:spcAft>
                <a:spcPts val="600"/>
              </a:spcAft>
              <a:defRPr sz="1400" spc="0"/>
            </a:lvl3pPr>
            <a:lvl4pPr algn="l">
              <a:spcAft>
                <a:spcPts val="600"/>
              </a:spcAft>
              <a:defRPr sz="1400" spc="0"/>
            </a:lvl4pPr>
            <a:lvl5pPr algn="l"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E34436A-2B90-6249-BF91-B7E8C23A8E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00800" y="4228683"/>
            <a:ext cx="4876800" cy="2103120"/>
          </a:xfrm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400" b="0" spc="0"/>
            </a:lvl1pPr>
            <a:lvl2pPr algn="l">
              <a:spcAft>
                <a:spcPts val="600"/>
              </a:spcAft>
              <a:defRPr sz="1400" spc="0"/>
            </a:lvl2pPr>
            <a:lvl3pPr algn="l">
              <a:spcAft>
                <a:spcPts val="600"/>
              </a:spcAft>
              <a:defRPr sz="1400" spc="0"/>
            </a:lvl3pPr>
            <a:lvl4pPr algn="l">
              <a:spcAft>
                <a:spcPts val="600"/>
              </a:spcAft>
              <a:defRPr sz="1400" spc="0"/>
            </a:lvl4pPr>
            <a:lvl5pPr algn="l"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F2F14E9-ACF6-ED4D-99A4-AA5EFFA1053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4400" y="4225635"/>
            <a:ext cx="4876800" cy="594360"/>
          </a:xfrm>
          <a:solidFill>
            <a:schemeClr val="tx2"/>
          </a:solidFill>
        </p:spPr>
        <p:txBody>
          <a:bodyPr lIns="182880" tIns="164592" rIns="137160" bIns="13716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BEC11C2-4C45-8E4D-A60A-30688C0D68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00800" y="4228683"/>
            <a:ext cx="4876800" cy="594360"/>
          </a:xfrm>
          <a:solidFill>
            <a:schemeClr val="tx2"/>
          </a:solidFill>
        </p:spPr>
        <p:txBody>
          <a:bodyPr lIns="182880" tIns="164592" rIns="137160" bIns="13716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83019969"/>
      </p:ext>
    </p:extLst>
  </p:cSld>
  <p:clrMapOvr>
    <a:masterClrMapping/>
  </p:clrMapOvr>
  <p:transition spd="slow"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- 9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8F69952-DDE8-254A-B98C-29E4A56BCE8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048000" y="4425696"/>
            <a:ext cx="5486400" cy="2212848"/>
          </a:xfr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6000" b="0">
                <a:solidFill>
                  <a:schemeClr val="tx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tx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D4F13E35-87EC-C24D-92D8-FDBC4ECC1A9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534400" y="4427538"/>
            <a:ext cx="36576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54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Edit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7143ECE4-E5E9-9644-9928-0613FBBD485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44000" y="-1"/>
            <a:ext cx="30480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54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Edit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2775517-9FC8-D140-8804-94F2F90E2A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144000" y="2212848"/>
            <a:ext cx="3048000" cy="2212848"/>
          </a:xfrm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5400" b="0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/>
            </a:lvl2pPr>
            <a:lvl3pPr algn="ctr">
              <a:lnSpc>
                <a:spcPct val="90000"/>
              </a:lnSpc>
              <a:spcAft>
                <a:spcPts val="0"/>
              </a:spcAft>
              <a:defRPr sz="1600"/>
            </a:lvl3pPr>
          </a:lstStyle>
          <a:p>
            <a:pPr lvl="0"/>
            <a:r>
              <a:rPr lang="en-US" dirty="0"/>
              <a:t>Edit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386BDE44-D965-9649-B073-BCADB4EABE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0" y="2212848"/>
            <a:ext cx="3657600" cy="2212848"/>
          </a:xfrm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5400" b="0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/>
            </a:lvl2pPr>
            <a:lvl3pPr algn="ctr">
              <a:lnSpc>
                <a:spcPct val="90000"/>
              </a:lnSpc>
              <a:spcAft>
                <a:spcPts val="0"/>
              </a:spcAft>
              <a:defRPr sz="1600"/>
            </a:lvl3pPr>
          </a:lstStyle>
          <a:p>
            <a:pPr lvl="0"/>
            <a:r>
              <a:rPr lang="en-US" dirty="0"/>
              <a:t>Edit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3D5BC5C6-A862-7A4E-B615-47D24DF9DF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4425696"/>
            <a:ext cx="30480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54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DDA8EE8-B029-5B46-81EB-DA7C2FB3D8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57600" y="2212848"/>
            <a:ext cx="54864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60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3C85F00-3917-CF47-B34F-F5BD0E11697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0" y="0"/>
            <a:ext cx="60960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60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0C7C18E-35B3-FC4D-B564-E7ED79437B9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0"/>
            <a:ext cx="3048000" cy="2212848"/>
          </a:xfrm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5400" b="0"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/>
            </a:lvl2pPr>
            <a:lvl3pPr algn="ctr">
              <a:lnSpc>
                <a:spcPct val="90000"/>
              </a:lnSpc>
              <a:spcAft>
                <a:spcPts val="0"/>
              </a:spcAft>
              <a:defRPr sz="1600"/>
            </a:lvl3pPr>
          </a:lstStyle>
          <a:p>
            <a:pPr lvl="0"/>
            <a:r>
              <a:rPr lang="en-US" dirty="0"/>
              <a:t>Edit 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6809512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139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28001" y="1005840"/>
            <a:ext cx="3708400" cy="4709160"/>
          </a:xfrm>
        </p:spPr>
        <p:txBody>
          <a:bodyPr/>
          <a:lstStyle>
            <a:lvl1pPr algn="l">
              <a:defRPr sz="1600" spc="0">
                <a:solidFill>
                  <a:schemeClr val="tx1"/>
                </a:solidFill>
              </a:defRPr>
            </a:lvl1pPr>
            <a:lvl2pPr algn="l">
              <a:defRPr sz="1600" spc="0">
                <a:solidFill>
                  <a:schemeClr val="tx1"/>
                </a:solidFill>
              </a:defRPr>
            </a:lvl2pPr>
            <a:lvl3pPr algn="l">
              <a:defRPr sz="1600" spc="0">
                <a:solidFill>
                  <a:schemeClr val="tx1"/>
                </a:solidFill>
              </a:defRPr>
            </a:lvl3pPr>
            <a:lvl4pPr algn="l">
              <a:defRPr sz="1600" spc="0">
                <a:solidFill>
                  <a:schemeClr val="tx1"/>
                </a:solidFill>
              </a:defRPr>
            </a:lvl4pPr>
            <a:lvl5pPr algn="l">
              <a:defRPr sz="16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0"/>
            <a:ext cx="6278880" cy="345643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02038"/>
            <a:ext cx="6278880" cy="2724912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80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3D4A63-CCD7-CF49-B3D4-76FCDDEE316A}"/>
              </a:ext>
            </a:extLst>
          </p:cNvPr>
          <p:cNvCxnSpPr>
            <a:cxnSpLocks/>
          </p:cNvCxnSpPr>
          <p:nvPr userDrawn="1"/>
        </p:nvCxnSpPr>
        <p:spPr>
          <a:xfrm>
            <a:off x="7616613" y="0"/>
            <a:ext cx="0" cy="68580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424089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2560" userDrawn="1">
          <p15:clr>
            <a:srgbClr val="FBAE40"/>
          </p15:clr>
        </p15:guide>
        <p15:guide id="3" pos="5120" userDrawn="1">
          <p15:clr>
            <a:srgbClr val="FBAE40"/>
          </p15:clr>
        </p15:guide>
        <p15:guide id="4" pos="576" userDrawn="1">
          <p15:clr>
            <a:srgbClr val="FBAE40"/>
          </p15:clr>
        </p15:guide>
        <p15:guide id="5" pos="7104" userDrawn="1">
          <p15:clr>
            <a:srgbClr val="FBAE40"/>
          </p15:clr>
        </p15:guide>
        <p15:guide id="6" orient="horz" pos="2256" userDrawn="1">
          <p15:clr>
            <a:srgbClr val="FBAE40"/>
          </p15:clr>
        </p15:guide>
        <p15:guide id="9" orient="horz" pos="3984" userDrawn="1">
          <p15:clr>
            <a:srgbClr val="FBAE40"/>
          </p15:clr>
        </p15:guide>
        <p15:guide id="10" pos="7456" userDrawn="1">
          <p15:clr>
            <a:srgbClr val="FBAE40"/>
          </p15:clr>
        </p15:guide>
        <p15:guide id="11" pos="22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1517904"/>
          </a:xfrm>
        </p:spPr>
        <p:txBody>
          <a:bodyPr anchor="b"/>
          <a:lstStyle>
            <a:lvl1pPr algn="l">
              <a:lnSpc>
                <a:spcPct val="95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4530095"/>
      </p:ext>
    </p:extLst>
  </p:cSld>
  <p:clrMapOvr>
    <a:masterClrMapping/>
  </p:clrMapOvr>
  <p:transition spd="slow">
    <p:wip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Bas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4347093"/>
      </p:ext>
    </p:extLst>
  </p:cSld>
  <p:clrMapOvr>
    <a:masterClrMapping/>
  </p:clrMapOvr>
  <p:transition spd="slow">
    <p:wip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Sid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2D5C17-222B-B041-B8CC-506EE956DBE0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0F96D7-E1A8-844A-80A0-F03B8FD3FFE9}"/>
              </a:ext>
            </a:extLst>
          </p:cNvPr>
          <p:cNvSpPr/>
          <p:nvPr userDrawn="1"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580093855"/>
      </p:ext>
    </p:extLst>
  </p:cSld>
  <p:clrMapOvr>
    <a:masterClrMapping/>
  </p:clrMapOvr>
  <p:transition spd="slow">
    <p:wipe dir="d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6801E-A536-444C-9AD0-8948F8B87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A015A0-8250-8B4A-B21B-B918A0F5F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56109646"/>
      </p:ext>
    </p:extLst>
  </p:cSld>
  <p:clrMapOvr>
    <a:masterClrMapping/>
  </p:clrMapOvr>
  <p:transition spd="slow">
    <p:wip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- Animated w/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ADE42A-5A79-9F4F-9FA4-033446BDA4A7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691640"/>
            <a:ext cx="10363200" cy="4023360"/>
          </a:xfrm>
        </p:spPr>
        <p:txBody>
          <a:bodyPr anchor="t"/>
          <a:lstStyle>
            <a:lvl1pPr>
              <a:lnSpc>
                <a:spcPct val="9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B40D0F-4C35-E442-860F-5B5388FCF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9387" y="5146045"/>
            <a:ext cx="3048000" cy="67097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FFD8237-B4E3-AB47-A0B5-8261C7ADE253}"/>
              </a:ext>
            </a:extLst>
          </p:cNvPr>
          <p:cNvGrpSpPr/>
          <p:nvPr/>
        </p:nvGrpSpPr>
        <p:grpSpPr>
          <a:xfrm>
            <a:off x="6096000" y="0"/>
            <a:ext cx="0" cy="6858000"/>
            <a:chOff x="4572000" y="0"/>
            <a:chExt cx="0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4936B40-4EE6-F94E-9BF6-AFD0E25481D3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0"/>
              <a:ext cx="0" cy="132663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164EF24-72E2-8E47-B821-F94DA9D444D2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6134100"/>
              <a:ext cx="0" cy="7239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ADE42A-5A79-9F4F-9FA4-033446BDA4A7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4936B40-4EE6-F94E-9BF6-AFD0E25481D3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32663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164EF24-72E2-8E47-B821-F94DA9D444D2}"/>
              </a:ext>
            </a:extLst>
          </p:cNvPr>
          <p:cNvCxnSpPr>
            <a:cxnSpLocks/>
          </p:cNvCxnSpPr>
          <p:nvPr/>
        </p:nvCxnSpPr>
        <p:spPr>
          <a:xfrm>
            <a:off x="6096000" y="6169618"/>
            <a:ext cx="0" cy="7239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509" y="5150350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918886"/>
      </p:ext>
    </p:extLst>
  </p:cSld>
  <p:clrMapOvr>
    <a:masterClrMapping/>
  </p:clrMapOvr>
  <p:transition spd="slow">
    <p:wipe dir="d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- Animated - w/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ADE42A-5A79-9F4F-9FA4-033446BDA4A7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691640"/>
            <a:ext cx="10363200" cy="4023360"/>
          </a:xfrm>
        </p:spPr>
        <p:txBody>
          <a:bodyPr anchor="t"/>
          <a:lstStyle>
            <a:lvl1pPr>
              <a:lnSpc>
                <a:spcPct val="9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FD8237-B4E3-AB47-A0B5-8261C7ADE253}"/>
              </a:ext>
            </a:extLst>
          </p:cNvPr>
          <p:cNvGrpSpPr/>
          <p:nvPr/>
        </p:nvGrpSpPr>
        <p:grpSpPr>
          <a:xfrm>
            <a:off x="6096000" y="0"/>
            <a:ext cx="0" cy="6858000"/>
            <a:chOff x="4572000" y="0"/>
            <a:chExt cx="0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4936B40-4EE6-F94E-9BF6-AFD0E25481D3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0"/>
              <a:ext cx="0" cy="132663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164EF24-72E2-8E47-B821-F94DA9D444D2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6134100"/>
              <a:ext cx="0" cy="7239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ADE42A-5A79-9F4F-9FA4-033446BDA4A7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FFD8237-B4E3-AB47-A0B5-8261C7ADE253}"/>
              </a:ext>
            </a:extLst>
          </p:cNvPr>
          <p:cNvGrpSpPr/>
          <p:nvPr userDrawn="1"/>
        </p:nvGrpSpPr>
        <p:grpSpPr>
          <a:xfrm>
            <a:off x="6096000" y="0"/>
            <a:ext cx="0" cy="6858000"/>
            <a:chOff x="4572000" y="0"/>
            <a:chExt cx="0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4936B40-4EE6-F94E-9BF6-AFD0E25481D3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0"/>
              <a:ext cx="0" cy="132663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164EF24-72E2-8E47-B821-F94DA9D444D2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6134100"/>
              <a:ext cx="0" cy="7239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57001280"/>
      </p:ext>
    </p:extLst>
  </p:cSld>
  <p:clrMapOvr>
    <a:masterClrMapping/>
  </p:clrMapOvr>
  <p:transition spd="slow">
    <p:wip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8D26B0-1CD4-FB41-A78C-F557F7B05A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5139" b="-565"/>
          <a:stretch/>
        </p:blipFill>
        <p:spPr>
          <a:xfrm>
            <a:off x="8006109" y="1124712"/>
            <a:ext cx="4168641" cy="554604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4E431E-825A-294E-B7AD-2D288C1A213F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509" y="3"/>
            <a:ext cx="6868891" cy="3605349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56820B-1C15-F043-9777-053D813A7C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67509" y="3696871"/>
            <a:ext cx="6868891" cy="1169042"/>
          </a:xfrm>
        </p:spPr>
        <p:txBody>
          <a:bodyPr/>
          <a:lstStyle>
            <a:lvl1pPr algn="l">
              <a:defRPr sz="2200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883E360-0D8E-1045-B3EE-D3202095FE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40868" y="1835333"/>
            <a:ext cx="3149600" cy="3030583"/>
          </a:xfrm>
          <a:solidFill>
            <a:schemeClr val="bg1"/>
          </a:solidFill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5E9BD04-78AF-FB4A-A7D6-ED6612D55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009" y="5146045"/>
            <a:ext cx="3048000" cy="67097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8CB17A-54A6-254C-9F79-7FE2B05CBCC5}"/>
              </a:ext>
            </a:extLst>
          </p:cNvPr>
          <p:cNvCxnSpPr>
            <a:cxnSpLocks/>
          </p:cNvCxnSpPr>
          <p:nvPr/>
        </p:nvCxnSpPr>
        <p:spPr>
          <a:xfrm>
            <a:off x="4534887" y="5150350"/>
            <a:ext cx="0" cy="170765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4E431E-825A-294E-B7AD-2D288C1A213F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48CB17A-54A6-254C-9F79-7FE2B05CBCC5}"/>
              </a:ext>
            </a:extLst>
          </p:cNvPr>
          <p:cNvCxnSpPr>
            <a:cxnSpLocks/>
          </p:cNvCxnSpPr>
          <p:nvPr userDrawn="1"/>
        </p:nvCxnSpPr>
        <p:spPr>
          <a:xfrm>
            <a:off x="4534887" y="5150350"/>
            <a:ext cx="0" cy="170765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509" y="5150350"/>
            <a:ext cx="2238509" cy="65320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A8D26B0-1CD4-FB41-A78C-F557F7B05A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5139" b="-565"/>
          <a:stretch/>
        </p:blipFill>
        <p:spPr>
          <a:xfrm>
            <a:off x="8006109" y="-3"/>
            <a:ext cx="4168641" cy="667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78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 dir="d"/>
      </p:transition>
    </mc:Choice>
    <mc:Fallback xmlns="">
      <p:transition spd="slow">
        <p:wipe dir="d"/>
      </p:transition>
    </mc:Fallback>
  </mc:AlternateContent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235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Full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0"/>
            <a:ext cx="5963920" cy="345643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02736"/>
            <a:ext cx="5959061" cy="2724912"/>
          </a:xfrm>
        </p:spPr>
        <p:txBody>
          <a:bodyPr/>
          <a:lstStyle>
            <a:lvl1pPr marL="0" indent="0" algn="l">
              <a:buNone/>
              <a:defRPr sz="1800" spc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28002" y="990600"/>
            <a:ext cx="3714751" cy="4724400"/>
          </a:xfrm>
        </p:spPr>
        <p:txBody>
          <a:bodyPr/>
          <a:lstStyle>
            <a:lvl1pPr algn="l">
              <a:defRPr spc="0">
                <a:solidFill>
                  <a:schemeClr val="bg1"/>
                </a:solidFill>
              </a:defRPr>
            </a:lvl1pPr>
            <a:lvl2pPr algn="l">
              <a:defRPr spc="0">
                <a:solidFill>
                  <a:schemeClr val="bg1"/>
                </a:solidFill>
              </a:defRPr>
            </a:lvl2pPr>
            <a:lvl3pPr algn="l">
              <a:defRPr spc="0">
                <a:solidFill>
                  <a:schemeClr val="bg1"/>
                </a:solidFill>
              </a:defRPr>
            </a:lvl3pPr>
            <a:lvl4pPr algn="l">
              <a:defRPr spc="0">
                <a:solidFill>
                  <a:schemeClr val="bg1"/>
                </a:solidFill>
              </a:defRPr>
            </a:lvl4pPr>
            <a:lvl5pPr algn="l">
              <a:defRPr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D96E04-16AF-724B-8CBD-635DF39EC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33" y="5911644"/>
            <a:ext cx="2438400" cy="5367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02027D-4FBC-6148-86D2-BF4C61EF660E}"/>
              </a:ext>
            </a:extLst>
          </p:cNvPr>
          <p:cNvCxnSpPr>
            <a:cxnSpLocks/>
          </p:cNvCxnSpPr>
          <p:nvPr/>
        </p:nvCxnSpPr>
        <p:spPr>
          <a:xfrm>
            <a:off x="7616613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02027D-4FBC-6148-86D2-BF4C61EF660E}"/>
              </a:ext>
            </a:extLst>
          </p:cNvPr>
          <p:cNvCxnSpPr>
            <a:cxnSpLocks/>
          </p:cNvCxnSpPr>
          <p:nvPr userDrawn="1"/>
        </p:nvCxnSpPr>
        <p:spPr>
          <a:xfrm>
            <a:off x="7616613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296" y="5853432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649050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1920">
          <p15:clr>
            <a:srgbClr val="FBAE40"/>
          </p15:clr>
        </p15:guide>
        <p15:guide id="3" pos="3840">
          <p15:clr>
            <a:srgbClr val="FBAE40"/>
          </p15:clr>
        </p15:guide>
        <p15:guide id="4" pos="432">
          <p15:clr>
            <a:srgbClr val="FBAE40"/>
          </p15:clr>
        </p15:guide>
        <p15:guide id="5" pos="5328">
          <p15:clr>
            <a:srgbClr val="FBAE40"/>
          </p15:clr>
        </p15:guide>
        <p15:guide id="6" orient="horz" pos="2256">
          <p15:clr>
            <a:srgbClr val="FBAE40"/>
          </p15:clr>
        </p15:guide>
        <p15:guide id="7" orient="horz" pos="624">
          <p15:clr>
            <a:srgbClr val="FBAE40"/>
          </p15:clr>
        </p15:guide>
        <p15:guide id="9" orient="horz" pos="3984">
          <p15:clr>
            <a:srgbClr val="FBAE40"/>
          </p15:clr>
        </p15:guide>
        <p15:guide id="10" pos="5592">
          <p15:clr>
            <a:srgbClr val="FBAE40"/>
          </p15:clr>
        </p15:guide>
        <p15:guide id="11" pos="168">
          <p15:clr>
            <a:srgbClr val="FBAE40"/>
          </p15:clr>
        </p15:guide>
        <p15:guide id="12" pos="360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Split Col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BE4281-5740-0A43-A585-9F0DF1530C89}"/>
              </a:ext>
            </a:extLst>
          </p:cNvPr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2F2419-0A6D-B449-B699-13B3994AE2F6}"/>
              </a:ext>
            </a:extLst>
          </p:cNvPr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-2"/>
            <a:ext cx="5963920" cy="345643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02736"/>
            <a:ext cx="5963920" cy="2724912"/>
          </a:xfrm>
        </p:spPr>
        <p:txBody>
          <a:bodyPr/>
          <a:lstStyle>
            <a:lvl1pPr marL="0" indent="0" algn="l">
              <a:buNone/>
              <a:defRPr sz="2000" spc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28002" y="1005840"/>
            <a:ext cx="3714751" cy="4709160"/>
          </a:xfrm>
        </p:spPr>
        <p:txBody>
          <a:bodyPr/>
          <a:lstStyle>
            <a:lvl1pPr algn="l">
              <a:defRPr spc="0"/>
            </a:lvl1pPr>
            <a:lvl2pPr algn="l">
              <a:defRPr spc="0"/>
            </a:lvl2pPr>
            <a:lvl3pPr algn="l">
              <a:defRPr spc="0"/>
            </a:lvl3pPr>
            <a:lvl4pPr algn="l">
              <a:defRPr spc="0"/>
            </a:lvl4pPr>
            <a:lvl5pPr algn="l">
              <a:defRPr spc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FC882F-B4B0-224E-904D-98B0B93D985D}"/>
              </a:ext>
            </a:extLst>
          </p:cNvPr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6AB7F9-1D4A-CF41-A096-A4423E70A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33" y="5911644"/>
            <a:ext cx="2438400" cy="53678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7BE4281-5740-0A43-A585-9F0DF1530C89}"/>
              </a:ext>
            </a:extLst>
          </p:cNvPr>
          <p:cNvSpPr/>
          <p:nvPr userDrawn="1"/>
        </p:nvSpPr>
        <p:spPr>
          <a:xfrm>
            <a:off x="0" y="0"/>
            <a:ext cx="7620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2F2419-0A6D-B449-B699-13B3994AE2F6}"/>
              </a:ext>
            </a:extLst>
          </p:cNvPr>
          <p:cNvSpPr/>
          <p:nvPr userDrawn="1"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FC882F-B4B0-224E-904D-98B0B93D985D}"/>
              </a:ext>
            </a:extLst>
          </p:cNvPr>
          <p:cNvSpPr/>
          <p:nvPr userDrawn="1"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320016"/>
      </p:ext>
    </p:extLst>
  </p:cSld>
  <p:clrMapOvr>
    <a:masterClrMapping/>
  </p:clrMapOvr>
  <p:transition spd="slow">
    <p:wipe dir="d"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1920">
          <p15:clr>
            <a:srgbClr val="FBAE40"/>
          </p15:clr>
        </p15:guide>
        <p15:guide id="3" pos="3840">
          <p15:clr>
            <a:srgbClr val="FBAE40"/>
          </p15:clr>
        </p15:guide>
        <p15:guide id="4" pos="432">
          <p15:clr>
            <a:srgbClr val="FBAE40"/>
          </p15:clr>
        </p15:guide>
        <p15:guide id="5" pos="5328">
          <p15:clr>
            <a:srgbClr val="FBAE40"/>
          </p15:clr>
        </p15:guide>
        <p15:guide id="6" orient="horz" pos="2256">
          <p15:clr>
            <a:srgbClr val="FBAE40"/>
          </p15:clr>
        </p15:guide>
        <p15:guide id="7" orient="horz" pos="624">
          <p15:clr>
            <a:srgbClr val="FBAE40"/>
          </p15:clr>
        </p15:guide>
        <p15:guide id="10" pos="5592">
          <p15:clr>
            <a:srgbClr val="FBAE40"/>
          </p15:clr>
        </p15:guide>
        <p15:guide id="11" pos="168">
          <p15:clr>
            <a:srgbClr val="FBAE40"/>
          </p15:clr>
        </p15:guide>
        <p15:guide id="12" pos="360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Split Col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0"/>
            <a:ext cx="4572001" cy="345643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</a:t>
            </a:r>
            <a:br>
              <a:rPr lang="en-US" dirty="0"/>
            </a:br>
            <a:r>
              <a:rPr lang="en-US" dirty="0"/>
              <a:t>to edit Master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2" y="3602038"/>
            <a:ext cx="4572001" cy="2722562"/>
          </a:xfrm>
        </p:spPr>
        <p:txBody>
          <a:bodyPr/>
          <a:lstStyle>
            <a:lvl1pPr marL="0" indent="0" algn="l">
              <a:buNone/>
              <a:defRPr sz="1800" spc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05601" y="990600"/>
            <a:ext cx="5130800" cy="4724400"/>
          </a:xfrm>
        </p:spPr>
        <p:txBody>
          <a:bodyPr/>
          <a:lstStyle>
            <a:lvl1pPr algn="l">
              <a:defRPr spc="0">
                <a:solidFill>
                  <a:schemeClr val="tx1"/>
                </a:solidFill>
              </a:defRPr>
            </a:lvl1pPr>
            <a:lvl2pPr algn="l">
              <a:defRPr spc="0">
                <a:solidFill>
                  <a:schemeClr val="tx1"/>
                </a:solidFill>
              </a:defRPr>
            </a:lvl2pPr>
            <a:lvl3pPr algn="l">
              <a:defRPr spc="0">
                <a:solidFill>
                  <a:schemeClr val="tx1"/>
                </a:solidFill>
              </a:defRPr>
            </a:lvl3pPr>
            <a:lvl4pPr algn="l">
              <a:defRPr spc="0">
                <a:solidFill>
                  <a:schemeClr val="tx1"/>
                </a:solidFill>
              </a:defRPr>
            </a:lvl4pPr>
            <a:lvl5pPr algn="l">
              <a:defRPr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501168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1920">
          <p15:clr>
            <a:srgbClr val="FBAE40"/>
          </p15:clr>
        </p15:guide>
        <p15:guide id="3" pos="3840">
          <p15:clr>
            <a:srgbClr val="FBAE40"/>
          </p15:clr>
        </p15:guide>
        <p15:guide id="4" pos="432">
          <p15:clr>
            <a:srgbClr val="FBAE40"/>
          </p15:clr>
        </p15:guide>
        <p15:guide id="5" pos="5328">
          <p15:clr>
            <a:srgbClr val="FBAE40"/>
          </p15:clr>
        </p15:guide>
        <p15:guide id="6" orient="horz" pos="2256">
          <p15:clr>
            <a:srgbClr val="FBAE40"/>
          </p15:clr>
        </p15:guide>
        <p15:guide id="7" orient="horz" pos="624">
          <p15:clr>
            <a:srgbClr val="FBAE40"/>
          </p15:clr>
        </p15:guide>
        <p15:guide id="9" orient="horz" pos="3984">
          <p15:clr>
            <a:srgbClr val="FBAE40"/>
          </p15:clr>
        </p15:guide>
        <p15:guide id="10" pos="5592">
          <p15:clr>
            <a:srgbClr val="FBAE40"/>
          </p15:clr>
        </p15:guide>
        <p15:guide id="11" pos="168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-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90600"/>
            <a:ext cx="6603997" cy="827532"/>
          </a:xfrm>
        </p:spPr>
        <p:txBody>
          <a:bodyPr tIns="0" anchor="t"/>
          <a:lstStyle>
            <a:lvl1pPr algn="l">
              <a:defRPr sz="1800" b="1" spc="0" baseline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48099" y="990600"/>
            <a:ext cx="3288303" cy="4740068"/>
          </a:xfrm>
        </p:spPr>
        <p:txBody>
          <a:bodyPr tIns="0"/>
          <a:lstStyle>
            <a:lvl1pPr algn="l">
              <a:defRPr sz="1600" spc="0">
                <a:solidFill>
                  <a:schemeClr val="bg1"/>
                </a:solidFill>
              </a:defRPr>
            </a:lvl1pPr>
            <a:lvl2pPr algn="l">
              <a:defRPr sz="1600" spc="0">
                <a:solidFill>
                  <a:schemeClr val="bg1"/>
                </a:solidFill>
              </a:defRPr>
            </a:lvl2pPr>
            <a:lvl3pPr algn="l">
              <a:defRPr sz="1600" spc="0">
                <a:solidFill>
                  <a:schemeClr val="bg1"/>
                </a:solidFill>
              </a:defRPr>
            </a:lvl3pPr>
            <a:lvl4pPr algn="l">
              <a:defRPr sz="1600" spc="0">
                <a:solidFill>
                  <a:schemeClr val="bg1"/>
                </a:solidFill>
              </a:defRPr>
            </a:lvl4pPr>
            <a:lvl5pPr algn="l">
              <a:defRPr sz="1600"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246F02-0852-F144-9705-6D4DB5A53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37" y="5911644"/>
            <a:ext cx="2438395" cy="53678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D825E-D77A-BC4B-A290-2A9BD3E2CF4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1" y="1828800"/>
            <a:ext cx="6603999" cy="4495800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7893" y="5730668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3120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3" pos="3840">
          <p15:clr>
            <a:srgbClr val="FBAE40"/>
          </p15:clr>
        </p15:guide>
        <p15:guide id="4" pos="432">
          <p15:clr>
            <a:srgbClr val="FBAE40"/>
          </p15:clr>
        </p15:guide>
        <p15:guide id="6" orient="horz" pos="2256">
          <p15:clr>
            <a:srgbClr val="FBAE40"/>
          </p15:clr>
        </p15:guide>
        <p15:guide id="7" orient="horz" pos="624">
          <p15:clr>
            <a:srgbClr val="FBAE40"/>
          </p15:clr>
        </p15:guide>
        <p15:guide id="9" orient="horz" pos="3984">
          <p15:clr>
            <a:srgbClr val="FBAE40"/>
          </p15:clr>
        </p15:guide>
        <p15:guide id="10" pos="5592">
          <p15:clr>
            <a:srgbClr val="FBAE40"/>
          </p15:clr>
        </p15:guide>
        <p15:guide id="11" pos="168">
          <p15:clr>
            <a:srgbClr val="FBAE40"/>
          </p15:clr>
        </p15:guide>
        <p15:guide id="12" pos="3552">
          <p15:clr>
            <a:srgbClr val="FBAE40"/>
          </p15:clr>
        </p15:guide>
        <p15:guide id="13" pos="4032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2" y="990600"/>
            <a:ext cx="6788319" cy="827532"/>
          </a:xfrm>
        </p:spPr>
        <p:txBody>
          <a:bodyPr tIns="0" anchor="t"/>
          <a:lstStyle>
            <a:lvl1pPr algn="l">
              <a:defRPr sz="1800" b="1" spc="0" baseline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48099" y="990600"/>
            <a:ext cx="3288303" cy="4740068"/>
          </a:xfrm>
        </p:spPr>
        <p:txBody>
          <a:bodyPr tIns="0"/>
          <a:lstStyle>
            <a:lvl1pPr algn="l">
              <a:defRPr sz="1600" spc="0">
                <a:solidFill>
                  <a:schemeClr val="bg1"/>
                </a:solidFill>
              </a:defRPr>
            </a:lvl1pPr>
            <a:lvl2pPr algn="l">
              <a:defRPr spc="0">
                <a:solidFill>
                  <a:schemeClr val="bg1"/>
                </a:solidFill>
              </a:defRPr>
            </a:lvl2pPr>
            <a:lvl3pPr algn="l">
              <a:defRPr spc="0">
                <a:solidFill>
                  <a:schemeClr val="bg1"/>
                </a:solidFill>
              </a:defRPr>
            </a:lvl3pPr>
            <a:lvl4pPr algn="l">
              <a:defRPr spc="0">
                <a:solidFill>
                  <a:schemeClr val="bg1"/>
                </a:solidFill>
              </a:defRPr>
            </a:lvl4pPr>
            <a:lvl5pPr algn="l">
              <a:defRPr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246F02-0852-F144-9705-6D4DB5A53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37" y="5911644"/>
            <a:ext cx="2438395" cy="53678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D825E-D77A-BC4B-A290-2A9BD3E2CF4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397" y="1828800"/>
            <a:ext cx="3149603" cy="4495800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8D1FC-0CEB-0245-8F07-CBB6F3C4CBF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57183" y="1828800"/>
            <a:ext cx="3145536" cy="4495800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7893" y="5730668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037580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3648">
          <p15:clr>
            <a:srgbClr val="FBAE40"/>
          </p15:clr>
        </p15:guide>
        <p15:guide id="3" pos="3840">
          <p15:clr>
            <a:srgbClr val="FBAE40"/>
          </p15:clr>
        </p15:guide>
        <p15:guide id="4" pos="432">
          <p15:clr>
            <a:srgbClr val="FBAE40"/>
          </p15:clr>
        </p15:guide>
        <p15:guide id="5" pos="5328">
          <p15:clr>
            <a:srgbClr val="FBAE40"/>
          </p15:clr>
        </p15:guide>
        <p15:guide id="6" orient="horz" pos="2256">
          <p15:clr>
            <a:srgbClr val="FBAE40"/>
          </p15:clr>
        </p15:guide>
        <p15:guide id="7" orient="horz" pos="624">
          <p15:clr>
            <a:srgbClr val="FBAE40"/>
          </p15:clr>
        </p15:guide>
        <p15:guide id="9" orient="horz" pos="3984">
          <p15:clr>
            <a:srgbClr val="FBAE40"/>
          </p15:clr>
        </p15:guide>
        <p15:guide id="10" pos="5592">
          <p15:clr>
            <a:srgbClr val="FBAE40"/>
          </p15:clr>
        </p15:guide>
        <p15:guide id="11" pos="168">
          <p15:clr>
            <a:srgbClr val="FBAE40"/>
          </p15:clr>
        </p15:guide>
        <p15:guide id="12" pos="2136">
          <p15:clr>
            <a:srgbClr val="FBAE40"/>
          </p15:clr>
        </p15:guide>
        <p15:guide id="13" pos="403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-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9915828-8B97-0D41-A0B7-33EA569D7A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" y="0"/>
            <a:ext cx="8127999" cy="6629400"/>
          </a:xfrm>
          <a:ln>
            <a:noFill/>
          </a:ln>
        </p:spPr>
        <p:txBody>
          <a:bodyPr anchor="ctr"/>
          <a:lstStyle/>
          <a:p>
            <a:r>
              <a:rPr lang="en-US"/>
              <a:t>Drag picture to placeholder or click icon to add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48099" y="990603"/>
            <a:ext cx="3288303" cy="4392561"/>
          </a:xfrm>
        </p:spPr>
        <p:txBody>
          <a:bodyPr tIns="0"/>
          <a:lstStyle>
            <a:lvl1pPr algn="l">
              <a:defRPr sz="1600" spc="0">
                <a:solidFill>
                  <a:schemeClr val="bg1"/>
                </a:solidFill>
              </a:defRPr>
            </a:lvl1pPr>
            <a:lvl2pPr algn="l">
              <a:defRPr spc="0">
                <a:solidFill>
                  <a:schemeClr val="bg1"/>
                </a:solidFill>
              </a:defRPr>
            </a:lvl2pPr>
            <a:lvl3pPr algn="l">
              <a:defRPr spc="0">
                <a:solidFill>
                  <a:schemeClr val="bg1"/>
                </a:solidFill>
              </a:defRPr>
            </a:lvl3pPr>
            <a:lvl4pPr algn="l">
              <a:defRPr spc="0">
                <a:solidFill>
                  <a:schemeClr val="bg1"/>
                </a:solidFill>
              </a:defRPr>
            </a:lvl4pPr>
            <a:lvl5pPr algn="l">
              <a:defRPr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246F02-0852-F144-9705-6D4DB5A53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37" y="5911644"/>
            <a:ext cx="2438395" cy="53678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7893" y="5730668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615627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3648">
          <p15:clr>
            <a:srgbClr val="FBAE40"/>
          </p15:clr>
        </p15:guide>
        <p15:guide id="3" pos="3840">
          <p15:clr>
            <a:srgbClr val="FBAE40"/>
          </p15:clr>
        </p15:guide>
        <p15:guide id="4" pos="432">
          <p15:clr>
            <a:srgbClr val="FBAE40"/>
          </p15:clr>
        </p15:guide>
        <p15:guide id="5" pos="5328">
          <p15:clr>
            <a:srgbClr val="FBAE40"/>
          </p15:clr>
        </p15:guide>
        <p15:guide id="7" orient="horz" pos="624">
          <p15:clr>
            <a:srgbClr val="FBAE40"/>
          </p15:clr>
        </p15:guide>
        <p15:guide id="9" orient="horz" pos="3984">
          <p15:clr>
            <a:srgbClr val="FBAE40"/>
          </p15:clr>
        </p15:guide>
        <p15:guide id="10" pos="5592">
          <p15:clr>
            <a:srgbClr val="FBAE40"/>
          </p15:clr>
        </p15:guide>
        <p15:guide id="11" pos="168">
          <p15:clr>
            <a:srgbClr val="FBAE40"/>
          </p15:clr>
        </p15:guide>
        <p15:guide id="12" pos="2136">
          <p15:clr>
            <a:srgbClr val="FBAE40"/>
          </p15:clr>
        </p15:guide>
        <p15:guide id="13" pos="403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ne Column -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90600"/>
            <a:ext cx="6603997" cy="827532"/>
          </a:xfrm>
        </p:spPr>
        <p:txBody>
          <a:bodyPr tIns="0" anchor="t"/>
          <a:lstStyle>
            <a:lvl1pPr algn="l">
              <a:defRPr sz="1800" b="1" spc="0" baseline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48099" y="990600"/>
            <a:ext cx="3288303" cy="4740068"/>
          </a:xfrm>
        </p:spPr>
        <p:txBody>
          <a:bodyPr tIns="0"/>
          <a:lstStyle>
            <a:lvl1pPr algn="l">
              <a:defRPr sz="1600" spc="0">
                <a:solidFill>
                  <a:schemeClr val="bg1"/>
                </a:solidFill>
              </a:defRPr>
            </a:lvl1pPr>
            <a:lvl2pPr algn="l">
              <a:defRPr sz="1600" spc="0">
                <a:solidFill>
                  <a:schemeClr val="bg1"/>
                </a:solidFill>
              </a:defRPr>
            </a:lvl2pPr>
            <a:lvl3pPr algn="l">
              <a:defRPr sz="1600" spc="0">
                <a:solidFill>
                  <a:schemeClr val="bg1"/>
                </a:solidFill>
              </a:defRPr>
            </a:lvl3pPr>
            <a:lvl4pPr algn="l">
              <a:defRPr sz="1600" spc="0">
                <a:solidFill>
                  <a:schemeClr val="bg1"/>
                </a:solidFill>
              </a:defRPr>
            </a:lvl4pPr>
            <a:lvl5pPr algn="l">
              <a:defRPr sz="1600"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246F02-0852-F144-9705-6D4DB5A53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37" y="5911644"/>
            <a:ext cx="2438395" cy="53678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D825E-D77A-BC4B-A290-2A9BD3E2CF4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1" y="1828800"/>
            <a:ext cx="6603999" cy="4495800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76784520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3" pos="3840">
          <p15:clr>
            <a:srgbClr val="FBAE40"/>
          </p15:clr>
        </p15:guide>
        <p15:guide id="4" pos="432">
          <p15:clr>
            <a:srgbClr val="FBAE40"/>
          </p15:clr>
        </p15:guide>
        <p15:guide id="6" orient="horz" pos="2256">
          <p15:clr>
            <a:srgbClr val="FBAE40"/>
          </p15:clr>
        </p15:guide>
        <p15:guide id="7" orient="horz" pos="624">
          <p15:clr>
            <a:srgbClr val="FBAE40"/>
          </p15:clr>
        </p15:guide>
        <p15:guide id="9" orient="horz" pos="3984">
          <p15:clr>
            <a:srgbClr val="FBAE40"/>
          </p15:clr>
        </p15:guide>
        <p15:guide id="10" pos="5592">
          <p15:clr>
            <a:srgbClr val="FBAE40"/>
          </p15:clr>
        </p15:guide>
        <p15:guide id="11" pos="168">
          <p15:clr>
            <a:srgbClr val="FBAE40"/>
          </p15:clr>
        </p15:guide>
        <p15:guide id="12" pos="3552">
          <p15:clr>
            <a:srgbClr val="FBAE40"/>
          </p15:clr>
        </p15:guide>
        <p15:guide id="13" pos="4032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tal Photo - Full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F7DBA3D-71BF-5B49-BDFA-2FB7BB9887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629400"/>
          </a:xfrm>
        </p:spPr>
        <p:txBody>
          <a:bodyPr lIns="0" tIns="0" rIns="0" bIns="0" anchor="ctr"/>
          <a:lstStyle>
            <a:lvl1pPr algn="ctr">
              <a:defRPr sz="1600"/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F1740A-E473-5146-9B3E-A4562D1184D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28000" y="3881438"/>
            <a:ext cx="3149600" cy="2252662"/>
          </a:xfrm>
          <a:solidFill>
            <a:schemeClr val="tx2"/>
          </a:solidFill>
        </p:spPr>
        <p:txBody>
          <a:bodyPr lIns="182880" tIns="182880" rIns="137160" bIns="182880"/>
          <a:lstStyle>
            <a:lvl1pPr algn="l">
              <a:defRPr sz="1600">
                <a:solidFill>
                  <a:schemeClr val="bg1"/>
                </a:solidFill>
              </a:defRPr>
            </a:lvl1pPr>
            <a:lvl2pPr algn="l">
              <a:defRPr sz="1600">
                <a:solidFill>
                  <a:schemeClr val="bg1"/>
                </a:solidFill>
              </a:defRPr>
            </a:lvl2pPr>
            <a:lvl3pPr algn="l">
              <a:defRPr sz="1600">
                <a:solidFill>
                  <a:schemeClr val="bg1"/>
                </a:solidFill>
              </a:defRPr>
            </a:lvl3pPr>
            <a:lvl4pPr algn="l">
              <a:defRPr sz="1600">
                <a:solidFill>
                  <a:schemeClr val="bg1"/>
                </a:solidFill>
              </a:defRPr>
            </a:lvl4pPr>
            <a:lvl5pPr algn="l"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096362"/>
      </p:ext>
    </p:extLst>
  </p:cSld>
  <p:clrMapOvr>
    <a:masterClrMapping/>
  </p:clrMapOvr>
  <p:transition spd="slow">
    <p:wip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tal Photo - Flo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F7DBA3D-71BF-5B49-BDFA-2FB7BB9887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1951" y="276224"/>
            <a:ext cx="11468100" cy="4867276"/>
          </a:xfrm>
        </p:spPr>
        <p:txBody>
          <a:bodyPr anchor="ctr"/>
          <a:lstStyle/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FC1046-3F25-4443-A1BD-47CD75DC0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1" y="5257800"/>
            <a:ext cx="11474451" cy="1066800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522450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168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Color Blank - Bas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94129731"/>
      </p:ext>
    </p:extLst>
  </p:cSld>
  <p:clrMapOvr>
    <a:masterClrMapping/>
  </p:clrMapOvr>
  <p:transition spd="slow">
    <p:wipe/>
  </p:transition>
  <p:hf sldNum="0" hdr="0" ftr="0" dt="0"/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1920">
          <p15:clr>
            <a:srgbClr val="FBAE40"/>
          </p15:clr>
        </p15:guide>
        <p15:guide id="3" pos="3840">
          <p15:clr>
            <a:srgbClr val="FBAE40"/>
          </p15:clr>
        </p15:guide>
        <p15:guide id="4" pos="432">
          <p15:clr>
            <a:srgbClr val="FBAE40"/>
          </p15:clr>
        </p15:guide>
        <p15:guide id="5" pos="5328">
          <p15:clr>
            <a:srgbClr val="FBAE40"/>
          </p15:clr>
        </p15:guide>
        <p15:guide id="6" orient="horz" pos="2160">
          <p15:clr>
            <a:srgbClr val="FBAE40"/>
          </p15:clr>
        </p15:guide>
        <p15:guide id="7" orient="horz" pos="624">
          <p15:clr>
            <a:srgbClr val="FBAE40"/>
          </p15:clr>
        </p15:guide>
        <p15:guide id="9" orient="horz" pos="3984">
          <p15:clr>
            <a:srgbClr val="FBAE40"/>
          </p15:clr>
        </p15:guide>
        <p15:guide id="10" pos="5592">
          <p15:clr>
            <a:srgbClr val="FBAE40"/>
          </p15:clr>
        </p15:guide>
        <p15:guide id="11" pos="168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Color Blank - Sid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D94BBB-607E-B541-8FF0-219DFBAE8A62}"/>
              </a:ext>
            </a:extLst>
          </p:cNvPr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695310858"/>
      </p:ext>
    </p:extLst>
  </p:cSld>
  <p:clrMapOvr>
    <a:masterClrMapping/>
  </p:clrMapOvr>
  <p:transition spd="slow">
    <p:wipe dir="d"/>
  </p:transition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mphasis 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3429000"/>
          </a:xfrm>
        </p:spPr>
        <p:txBody>
          <a:bodyPr anchor="b"/>
          <a:lstStyle>
            <a:lvl1pPr>
              <a:lnSpc>
                <a:spcPct val="9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3602736"/>
            <a:ext cx="10363200" cy="2112264"/>
          </a:xfrm>
        </p:spPr>
        <p:txBody>
          <a:bodyPr/>
          <a:lstStyle>
            <a:lvl1pPr>
              <a:defRPr sz="1800" spc="0"/>
            </a:lvl1pPr>
            <a:lvl2pPr>
              <a:defRPr sz="1600" spc="0"/>
            </a:lvl2pPr>
            <a:lvl3pPr>
              <a:defRPr sz="1600" spc="0"/>
            </a:lvl3pPr>
            <a:lvl4pPr>
              <a:defRPr sz="1600" spc="0"/>
            </a:lvl4pPr>
            <a:lvl5pPr>
              <a:defRPr sz="1600" spc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62010"/>
      </p:ext>
    </p:extLst>
  </p:cSld>
  <p:clrMapOvr>
    <a:masterClrMapping/>
  </p:clrMapOvr>
  <p:transition spd="slow">
    <p:wipe/>
  </p:transition>
  <p:hf sldNum="0"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-Column 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1517904"/>
          </a:xfrm>
        </p:spPr>
        <p:txBody>
          <a:bodyPr anchor="b"/>
          <a:lstStyle>
            <a:lvl1pPr algn="l">
              <a:lnSpc>
                <a:spcPct val="95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10363200" cy="3886200"/>
          </a:xfrm>
        </p:spPr>
        <p:txBody>
          <a:bodyPr/>
          <a:lstStyle>
            <a:lvl1pPr algn="l">
              <a:defRPr sz="1600" spc="0">
                <a:solidFill>
                  <a:schemeClr val="tx1"/>
                </a:solidFill>
              </a:defRPr>
            </a:lvl1pPr>
            <a:lvl2pPr algn="l">
              <a:defRPr sz="1600" spc="0">
                <a:solidFill>
                  <a:schemeClr val="tx1"/>
                </a:solidFill>
              </a:defRPr>
            </a:lvl2pPr>
            <a:lvl3pPr algn="l">
              <a:defRPr sz="1600" spc="0">
                <a:solidFill>
                  <a:schemeClr val="tx1"/>
                </a:solidFill>
              </a:defRPr>
            </a:lvl3pPr>
            <a:lvl4pPr algn="l">
              <a:defRPr sz="1600" spc="0">
                <a:solidFill>
                  <a:schemeClr val="tx1"/>
                </a:solidFill>
              </a:defRPr>
            </a:lvl4pPr>
            <a:lvl5pPr algn="l">
              <a:defRPr sz="16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089962"/>
      </p:ext>
    </p:extLst>
  </p:cSld>
  <p:clrMapOvr>
    <a:masterClrMapping/>
  </p:clrMapOvr>
  <p:transition spd="slow">
    <p:wipe/>
  </p:transition>
  <p:hf sldNum="0"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 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1"/>
            <a:ext cx="10363200" cy="1517904"/>
          </a:xfrm>
        </p:spPr>
        <p:txBody>
          <a:bodyPr anchor="b"/>
          <a:lstStyle>
            <a:lvl1pPr algn="l">
              <a:lnSpc>
                <a:spcPct val="95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1" y="1828800"/>
            <a:ext cx="4876800" cy="3886200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86285" y="1828803"/>
            <a:ext cx="4876800" cy="3886201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E3ADE1-D531-F843-BD5B-CD6AFEDC1F99}"/>
              </a:ext>
            </a:extLst>
          </p:cNvPr>
          <p:cNvCxnSpPr>
            <a:cxnSpLocks/>
          </p:cNvCxnSpPr>
          <p:nvPr/>
        </p:nvCxnSpPr>
        <p:spPr>
          <a:xfrm>
            <a:off x="6077527" y="1828802"/>
            <a:ext cx="0" cy="480060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29805"/>
      </p:ext>
    </p:extLst>
  </p:cSld>
  <p:clrMapOvr>
    <a:masterClrMapping/>
  </p:clrMapOvr>
  <p:transition spd="slow">
    <p:wipe/>
  </p:transition>
  <p:hf sldNum="0"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-Column 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400" y="1828800"/>
            <a:ext cx="3149600" cy="3886200"/>
          </a:xfrm>
        </p:spPr>
        <p:txBody>
          <a:bodyPr/>
          <a:lstStyle>
            <a:lvl1pPr algn="l">
              <a:defRPr sz="1600" spc="0">
                <a:solidFill>
                  <a:schemeClr val="tx1"/>
                </a:solidFill>
              </a:defRPr>
            </a:lvl1pPr>
            <a:lvl2pPr algn="l">
              <a:defRPr sz="1600" spc="0">
                <a:solidFill>
                  <a:schemeClr val="tx1"/>
                </a:solidFill>
              </a:defRPr>
            </a:lvl2pPr>
            <a:lvl3pPr algn="l">
              <a:defRPr sz="1600" spc="0">
                <a:solidFill>
                  <a:schemeClr val="tx1"/>
                </a:solidFill>
              </a:defRPr>
            </a:lvl3pPr>
            <a:lvl4pPr algn="l">
              <a:defRPr sz="1600" spc="0">
                <a:solidFill>
                  <a:schemeClr val="tx1"/>
                </a:solidFill>
              </a:defRPr>
            </a:lvl4pPr>
            <a:lvl5pPr algn="l">
              <a:defRPr sz="16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40157" y="1828800"/>
            <a:ext cx="3145536" cy="3886200"/>
          </a:xfrm>
        </p:spPr>
        <p:txBody>
          <a:bodyPr/>
          <a:lstStyle>
            <a:lvl1pPr algn="l">
              <a:defRPr sz="1600" spc="0">
                <a:solidFill>
                  <a:schemeClr val="tx1"/>
                </a:solidFill>
              </a:defRPr>
            </a:lvl1pPr>
            <a:lvl2pPr algn="l">
              <a:defRPr sz="1600" spc="0">
                <a:solidFill>
                  <a:schemeClr val="tx1"/>
                </a:solidFill>
              </a:defRPr>
            </a:lvl2pPr>
            <a:lvl3pPr algn="l">
              <a:defRPr sz="1600" spc="0">
                <a:solidFill>
                  <a:schemeClr val="tx1"/>
                </a:solidFill>
              </a:defRPr>
            </a:lvl3pPr>
            <a:lvl4pPr algn="l">
              <a:defRPr sz="1600" spc="0">
                <a:solidFill>
                  <a:schemeClr val="tx1"/>
                </a:solidFill>
              </a:defRPr>
            </a:lvl4pPr>
            <a:lvl5pPr algn="l">
              <a:defRPr sz="16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76EF87-A898-9047-A238-5616C735B2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28000" y="1828800"/>
            <a:ext cx="3145536" cy="3886200"/>
          </a:xfrm>
        </p:spPr>
        <p:txBody>
          <a:bodyPr/>
          <a:lstStyle>
            <a:lvl1pPr algn="l">
              <a:defRPr sz="1600" spc="0">
                <a:solidFill>
                  <a:schemeClr val="tx1"/>
                </a:solidFill>
              </a:defRPr>
            </a:lvl1pPr>
            <a:lvl2pPr algn="l">
              <a:defRPr sz="1600" spc="0">
                <a:solidFill>
                  <a:schemeClr val="tx1"/>
                </a:solidFill>
              </a:defRPr>
            </a:lvl2pPr>
            <a:lvl3pPr algn="l">
              <a:defRPr sz="1600" spc="0">
                <a:solidFill>
                  <a:schemeClr val="tx1"/>
                </a:solidFill>
              </a:defRPr>
            </a:lvl3pPr>
            <a:lvl4pPr algn="l">
              <a:defRPr sz="1600" spc="0">
                <a:solidFill>
                  <a:schemeClr val="tx1"/>
                </a:solidFill>
              </a:defRPr>
            </a:lvl4pPr>
            <a:lvl5pPr algn="l">
              <a:defRPr sz="16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990600"/>
            <a:ext cx="10363200" cy="838200"/>
          </a:xfrm>
        </p:spPr>
        <p:txBody>
          <a:bodyPr tIns="0"/>
          <a:lstStyle>
            <a:lvl1pPr algn="l">
              <a:defRPr sz="1800" spc="0" baseline="0"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Three-column format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162008"/>
      </p:ext>
    </p:extLst>
  </p:cSld>
  <p:clrMapOvr>
    <a:masterClrMapping/>
  </p:clrMapOvr>
  <p:transition spd="slow">
    <p:wip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rriculum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1828800"/>
            <a:ext cx="48768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600" spc="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0" y="1828800"/>
            <a:ext cx="48768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600" spc="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0"/>
            <a:ext cx="10363200" cy="1517904"/>
          </a:xfrm>
        </p:spPr>
        <p:txBody>
          <a:bodyPr tIns="0" anchor="b"/>
          <a:lstStyle>
            <a:lvl1pPr algn="l">
              <a:defRPr sz="4400" b="0" spc="-20" baseline="0"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AC490F67-42A5-F14E-B7F9-37F238A4A5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1828800"/>
            <a:ext cx="4876800" cy="594360"/>
          </a:xfrm>
          <a:solidFill>
            <a:schemeClr val="tx2"/>
          </a:solidFill>
          <a:ln w="6350">
            <a:noFill/>
          </a:ln>
        </p:spPr>
        <p:txBody>
          <a:bodyPr lIns="182880" tIns="164592" rIns="137160" bIns="137160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4893F0B-BD33-6246-85BD-3CCCD1838B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00800" y="1828800"/>
            <a:ext cx="4876800" cy="594360"/>
          </a:xfrm>
          <a:solidFill>
            <a:schemeClr val="tx2"/>
          </a:solidFill>
          <a:ln w="6350">
            <a:noFill/>
          </a:ln>
        </p:spPr>
        <p:txBody>
          <a:bodyPr lIns="182880" tIns="164592" rIns="137160" bIns="137160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7820886"/>
      </p:ext>
    </p:extLst>
  </p:cSld>
  <p:clrMapOvr>
    <a:masterClrMapping/>
  </p:clrMapOvr>
  <p:transition spd="slow">
    <p:wip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rriculum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1828800"/>
            <a:ext cx="329184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2272" y="1828800"/>
            <a:ext cx="329184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76EF87-A898-9047-A238-5616C735B2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97952" y="1828800"/>
            <a:ext cx="329184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0"/>
            <a:ext cx="10363200" cy="1517904"/>
          </a:xfrm>
        </p:spPr>
        <p:txBody>
          <a:bodyPr tIns="0" anchor="b"/>
          <a:lstStyle>
            <a:lvl1pPr algn="l">
              <a:defRPr sz="4400" b="0" spc="-20" baseline="0"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2F91536-6CD7-214D-AE76-F527E3E934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1828800"/>
            <a:ext cx="3291840" cy="594360"/>
          </a:xfrm>
          <a:solidFill>
            <a:schemeClr val="tx2"/>
          </a:solidFill>
          <a:ln w="6350"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 spc="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D8FC86E-8BC0-974C-A757-0F22C29E27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2272" y="1828800"/>
            <a:ext cx="3291840" cy="594360"/>
          </a:xfrm>
          <a:solidFill>
            <a:schemeClr val="tx2"/>
          </a:solidFill>
          <a:ln w="6350"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9E8B68C9-BBDD-874F-83CF-39F834126C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997952" y="1828800"/>
            <a:ext cx="3291840" cy="594360"/>
          </a:xfrm>
          <a:solidFill>
            <a:schemeClr val="tx2"/>
          </a:solidFill>
          <a:ln w="6350"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739134"/>
      </p:ext>
    </p:extLst>
  </p:cSld>
  <p:clrMapOvr>
    <a:masterClrMapping/>
  </p:clrMapOvr>
  <p:transition spd="slow">
    <p:wip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rriculum -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6C90A12-2C1B-5448-8BA5-FE9F002B05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47667" y="1828800"/>
            <a:ext cx="24384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/>
            </a:lvl1pPr>
            <a:lvl2pPr algn="l">
              <a:spcAft>
                <a:spcPts val="600"/>
              </a:spcAft>
              <a:defRPr sz="1400"/>
            </a:lvl2pPr>
            <a:lvl3pPr algn="l">
              <a:spcAft>
                <a:spcPts val="600"/>
              </a:spcAft>
              <a:defRPr sz="1400"/>
            </a:lvl3pPr>
            <a:lvl4pPr algn="l">
              <a:spcAft>
                <a:spcPts val="600"/>
              </a:spcAft>
              <a:defRPr sz="1400"/>
            </a:lvl4pPr>
            <a:lvl5pPr algn="l">
              <a:spcAft>
                <a:spcPts val="600"/>
              </a:spcAft>
              <a:defRPr sz="1400"/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1828800"/>
            <a:ext cx="24384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61783" y="1828800"/>
            <a:ext cx="24384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76EF87-A898-9047-A238-5616C735B2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5156" y="1828800"/>
            <a:ext cx="24384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0"/>
            <a:ext cx="10363200" cy="1517904"/>
          </a:xfrm>
        </p:spPr>
        <p:txBody>
          <a:bodyPr tIns="0" anchor="b"/>
          <a:lstStyle>
            <a:lvl1pPr algn="l">
              <a:defRPr sz="4400" b="0" spc="-20" baseline="0"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B9D93D7-D955-1447-97B6-2BEDC90988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51392" y="1828803"/>
            <a:ext cx="2438400" cy="595745"/>
          </a:xfrm>
          <a:solidFill>
            <a:schemeClr val="tx2"/>
          </a:solidFill>
          <a:ln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0"/>
              </a:spcAft>
              <a:defRPr sz="1400"/>
            </a:lvl2pPr>
            <a:lvl3pPr algn="l">
              <a:spcAft>
                <a:spcPts val="0"/>
              </a:spcAft>
              <a:defRPr sz="1400"/>
            </a:lvl3pPr>
            <a:lvl4pPr algn="l">
              <a:spcAft>
                <a:spcPts val="0"/>
              </a:spcAft>
              <a:defRPr sz="1400"/>
            </a:lvl4pPr>
            <a:lvl5pPr algn="l">
              <a:spcAft>
                <a:spcPts val="0"/>
              </a:spcAft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8BEFF0C-A798-5D4F-9055-A2835E58EC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400" y="1828803"/>
            <a:ext cx="2438400" cy="595745"/>
          </a:xfrm>
          <a:solidFill>
            <a:schemeClr val="tx2"/>
          </a:solidFill>
          <a:ln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52783B13-B137-1148-9015-7169E9546B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60064" y="1828803"/>
            <a:ext cx="2438400" cy="595745"/>
          </a:xfrm>
          <a:solidFill>
            <a:schemeClr val="tx2"/>
          </a:solidFill>
          <a:ln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FC5DA66-91A5-724C-8386-1379004775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7920" y="1828803"/>
            <a:ext cx="2438400" cy="595745"/>
          </a:xfrm>
          <a:solidFill>
            <a:schemeClr val="tx2"/>
          </a:solidFill>
          <a:ln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7843296"/>
      </p:ext>
    </p:extLst>
  </p:cSld>
  <p:clrMapOvr>
    <a:masterClrMapping/>
  </p:clrMapOvr>
  <p:transition spd="slow">
    <p:wip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rriculum - 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1828799"/>
            <a:ext cx="4876800" cy="210312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400" b="0" spc="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0" y="1828800"/>
            <a:ext cx="4876800" cy="210312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400" b="0" spc="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0"/>
            <a:ext cx="10363200" cy="1517904"/>
          </a:xfrm>
        </p:spPr>
        <p:txBody>
          <a:bodyPr tIns="0" anchor="b"/>
          <a:lstStyle>
            <a:lvl1pPr algn="l">
              <a:defRPr sz="4400" b="0" spc="-20" baseline="0"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AC490F67-42A5-F14E-B7F9-37F238A4A5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1828800"/>
            <a:ext cx="4876800" cy="594360"/>
          </a:xfrm>
          <a:solidFill>
            <a:schemeClr val="tx2"/>
          </a:solidFill>
          <a:ln w="6350">
            <a:noFill/>
          </a:ln>
        </p:spPr>
        <p:txBody>
          <a:bodyPr lIns="182880" tIns="164592" rIns="137160" bIns="137160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4893F0B-BD33-6246-85BD-3CCCD1838B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00800" y="1828800"/>
            <a:ext cx="4876800" cy="594360"/>
          </a:xfrm>
          <a:solidFill>
            <a:schemeClr val="tx2"/>
          </a:solidFill>
          <a:ln w="6350">
            <a:noFill/>
          </a:ln>
        </p:spPr>
        <p:txBody>
          <a:bodyPr lIns="182880" tIns="164592" rIns="137160" bIns="137160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C3536-349E-9740-BCF0-2B6F9D1ACE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400" y="4228683"/>
            <a:ext cx="4876800" cy="2103120"/>
          </a:xfrm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400" b="0" spc="0"/>
            </a:lvl1pPr>
            <a:lvl2pPr algn="l">
              <a:spcAft>
                <a:spcPts val="600"/>
              </a:spcAft>
              <a:defRPr sz="1400" spc="0"/>
            </a:lvl2pPr>
            <a:lvl3pPr algn="l">
              <a:spcAft>
                <a:spcPts val="600"/>
              </a:spcAft>
              <a:defRPr sz="1400" spc="0"/>
            </a:lvl3pPr>
            <a:lvl4pPr algn="l">
              <a:spcAft>
                <a:spcPts val="600"/>
              </a:spcAft>
              <a:defRPr sz="1400" spc="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E34436A-2B90-6249-BF91-B7E8C23A8E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00800" y="4228683"/>
            <a:ext cx="4876800" cy="2103120"/>
          </a:xfrm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400" b="0" spc="0"/>
            </a:lvl1pPr>
            <a:lvl2pPr algn="l">
              <a:spcAft>
                <a:spcPts val="600"/>
              </a:spcAft>
              <a:defRPr sz="1400" spc="0"/>
            </a:lvl2pPr>
            <a:lvl3pPr algn="l">
              <a:spcAft>
                <a:spcPts val="600"/>
              </a:spcAft>
              <a:defRPr sz="1400" spc="0"/>
            </a:lvl3pPr>
            <a:lvl4pPr algn="l">
              <a:spcAft>
                <a:spcPts val="600"/>
              </a:spcAft>
              <a:defRPr sz="1400" spc="0"/>
            </a:lvl4pPr>
            <a:lvl5pPr algn="l">
              <a:spcAft>
                <a:spcPts val="600"/>
              </a:spcAft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F2F14E9-ACF6-ED4D-99A4-AA5EFFA1053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4400" y="4225635"/>
            <a:ext cx="4876800" cy="594360"/>
          </a:xfrm>
          <a:solidFill>
            <a:schemeClr val="tx2"/>
          </a:solidFill>
        </p:spPr>
        <p:txBody>
          <a:bodyPr lIns="182880" tIns="164592" rIns="137160" bIns="13716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BEC11C2-4C45-8E4D-A60A-30688C0D68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00800" y="4228683"/>
            <a:ext cx="4876800" cy="594360"/>
          </a:xfrm>
          <a:solidFill>
            <a:schemeClr val="tx2"/>
          </a:solidFill>
        </p:spPr>
        <p:txBody>
          <a:bodyPr lIns="182880" tIns="164592" rIns="137160" bIns="13716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1347249"/>
      </p:ext>
    </p:extLst>
  </p:cSld>
  <p:clrMapOvr>
    <a:masterClrMapping/>
  </p:clrMapOvr>
  <p:transition spd="slow">
    <p:wip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- 9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8F69952-DDE8-254A-B98C-29E4A56BCE8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048000" y="4425696"/>
            <a:ext cx="5486400" cy="2212848"/>
          </a:xfr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4000" b="0">
                <a:solidFill>
                  <a:schemeClr val="tx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000">
                <a:solidFill>
                  <a:schemeClr val="tx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400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D4F13E35-87EC-C24D-92D8-FDBC4ECC1A9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534400" y="4427538"/>
            <a:ext cx="36576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32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7143ECE4-E5E9-9644-9928-0613FBBD485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44000" y="-1"/>
            <a:ext cx="30480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28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2775517-9FC8-D140-8804-94F2F90E2A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144000" y="2212848"/>
            <a:ext cx="3048000" cy="2212848"/>
          </a:xfrm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3200" b="0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1800"/>
            </a:lvl2pPr>
            <a:lvl3pPr algn="ctr">
              <a:lnSpc>
                <a:spcPct val="90000"/>
              </a:lnSpc>
              <a:spcAft>
                <a:spcPts val="0"/>
              </a:spcAft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386BDE44-D965-9649-B073-BCADB4EABE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0" y="2212848"/>
            <a:ext cx="3657600" cy="2212848"/>
          </a:xfrm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3200" b="0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000"/>
            </a:lvl2pPr>
            <a:lvl3pPr algn="ctr">
              <a:lnSpc>
                <a:spcPct val="90000"/>
              </a:lnSpc>
              <a:spcAft>
                <a:spcPts val="0"/>
              </a:spcAft>
              <a:defRPr sz="1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3D5BC5C6-A862-7A4E-B615-47D24DF9DF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4425696"/>
            <a:ext cx="30480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28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2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DDA8EE8-B029-5B46-81EB-DA7C2FB3D8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57600" y="2212848"/>
            <a:ext cx="54864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40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0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4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3C85F00-3917-CF47-B34F-F5BD0E11697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0" y="0"/>
            <a:ext cx="60960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40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0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4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0C7C18E-35B3-FC4D-B564-E7ED79437B9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0"/>
            <a:ext cx="3048000" cy="2212848"/>
          </a:xfrm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4800" b="0"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000"/>
            </a:lvl2pPr>
            <a:lvl3pPr algn="ctr">
              <a:lnSpc>
                <a:spcPct val="90000"/>
              </a:lnSpc>
              <a:spcAft>
                <a:spcPts val="0"/>
              </a:spcAft>
              <a:defRPr sz="1400"/>
            </a:lvl3pPr>
          </a:lstStyle>
          <a:p>
            <a:pPr lvl="0"/>
            <a:r>
              <a:rPr lang="en-US" dirty="0"/>
              <a:t>Edit 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21095850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1392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28001" y="1005840"/>
            <a:ext cx="3708400" cy="4709160"/>
          </a:xfrm>
        </p:spPr>
        <p:txBody>
          <a:bodyPr/>
          <a:lstStyle>
            <a:lvl1pPr algn="l">
              <a:defRPr sz="1600" spc="0">
                <a:solidFill>
                  <a:schemeClr val="tx1"/>
                </a:solidFill>
              </a:defRPr>
            </a:lvl1pPr>
            <a:lvl2pPr algn="l">
              <a:defRPr sz="1600" spc="0">
                <a:solidFill>
                  <a:schemeClr val="tx1"/>
                </a:solidFill>
              </a:defRPr>
            </a:lvl2pPr>
            <a:lvl3pPr algn="l">
              <a:defRPr sz="1600" spc="0">
                <a:solidFill>
                  <a:schemeClr val="tx1"/>
                </a:solidFill>
              </a:defRPr>
            </a:lvl3pPr>
            <a:lvl4pPr algn="l">
              <a:defRPr sz="1600" spc="0">
                <a:solidFill>
                  <a:schemeClr val="tx1"/>
                </a:solidFill>
              </a:defRPr>
            </a:lvl4pPr>
            <a:lvl5pPr algn="l">
              <a:defRPr sz="16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0"/>
            <a:ext cx="6278880" cy="345643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02038"/>
            <a:ext cx="6278880" cy="2724912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80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3D4A63-CCD7-CF49-B3D4-76FCDDEE316A}"/>
              </a:ext>
            </a:extLst>
          </p:cNvPr>
          <p:cNvCxnSpPr>
            <a:cxnSpLocks/>
          </p:cNvCxnSpPr>
          <p:nvPr/>
        </p:nvCxnSpPr>
        <p:spPr>
          <a:xfrm>
            <a:off x="7616613" y="0"/>
            <a:ext cx="0" cy="68580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524617"/>
      </p:ext>
    </p:extLst>
  </p:cSld>
  <p:clrMapOvr>
    <a:masterClrMapping/>
  </p:clrMapOvr>
  <p:transition spd="slow">
    <p:wipe/>
  </p:transition>
  <p:hf sldNum="0" hdr="0" ftr="0" dt="0"/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1920">
          <p15:clr>
            <a:srgbClr val="FBAE40"/>
          </p15:clr>
        </p15:guide>
        <p15:guide id="3" pos="3840">
          <p15:clr>
            <a:srgbClr val="FBAE40"/>
          </p15:clr>
        </p15:guide>
        <p15:guide id="4" pos="432">
          <p15:clr>
            <a:srgbClr val="FBAE40"/>
          </p15:clr>
        </p15:guide>
        <p15:guide id="5" pos="5328">
          <p15:clr>
            <a:srgbClr val="FBAE40"/>
          </p15:clr>
        </p15:guide>
        <p15:guide id="6" orient="horz" pos="2256">
          <p15:clr>
            <a:srgbClr val="FBAE40"/>
          </p15:clr>
        </p15:guide>
        <p15:guide id="9" orient="horz" pos="3984">
          <p15:clr>
            <a:srgbClr val="FBAE40"/>
          </p15:clr>
        </p15:guide>
        <p15:guide id="10" pos="5592">
          <p15:clr>
            <a:srgbClr val="FBAE40"/>
          </p15:clr>
        </p15:guide>
        <p15:guide id="11" pos="168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1517904"/>
          </a:xfrm>
        </p:spPr>
        <p:txBody>
          <a:bodyPr anchor="b"/>
          <a:lstStyle>
            <a:lvl1pPr algn="l">
              <a:lnSpc>
                <a:spcPct val="95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63828"/>
      </p:ext>
    </p:extLst>
  </p:cSld>
  <p:clrMapOvr>
    <a:masterClrMapping/>
  </p:clrMapOvr>
  <p:transition spd="slow">
    <p:wipe/>
  </p:transition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Bas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7027465"/>
      </p:ext>
    </p:extLst>
  </p:cSld>
  <p:clrMapOvr>
    <a:masterClrMapping/>
  </p:clrMapOvr>
  <p:transition spd="slow">
    <p:wipe/>
  </p:transition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Sid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2D5C17-222B-B041-B8CC-506EE956DBE0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0F96D7-E1A8-844A-80A0-F03B8FD3FFE9}"/>
              </a:ext>
            </a:extLst>
          </p:cNvPr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902716405"/>
      </p:ext>
    </p:extLst>
  </p:cSld>
  <p:clrMapOvr>
    <a:masterClrMapping/>
  </p:clrMapOvr>
  <p:transition spd="slow">
    <p:wipe dir="d"/>
  </p:transition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tro - Animated w/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ADE42A-5A79-9F4F-9FA4-033446BDA4A7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691640"/>
            <a:ext cx="10363200" cy="4023360"/>
          </a:xfrm>
        </p:spPr>
        <p:txBody>
          <a:bodyPr anchor="t"/>
          <a:lstStyle>
            <a:lvl1pPr>
              <a:lnSpc>
                <a:spcPct val="9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FD8237-B4E3-AB47-A0B5-8261C7ADE253}"/>
              </a:ext>
            </a:extLst>
          </p:cNvPr>
          <p:cNvGrpSpPr/>
          <p:nvPr userDrawn="1"/>
        </p:nvGrpSpPr>
        <p:grpSpPr>
          <a:xfrm>
            <a:off x="6096000" y="0"/>
            <a:ext cx="0" cy="6858000"/>
            <a:chOff x="4572000" y="0"/>
            <a:chExt cx="0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4936B40-4EE6-F94E-9BF6-AFD0E25481D3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0"/>
              <a:ext cx="0" cy="132663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164EF24-72E2-8E47-B821-F94DA9D444D2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6134100"/>
              <a:ext cx="0" cy="7239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0299" y="5401944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830410"/>
      </p:ext>
    </p:extLst>
  </p:cSld>
  <p:clrMapOvr>
    <a:masterClrMapping/>
  </p:clrMapOvr>
  <p:transition spd="slow">
    <p:wipe dir="d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8D26B0-1CD4-FB41-A78C-F557F7B05A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5139" b="-565"/>
          <a:stretch/>
        </p:blipFill>
        <p:spPr>
          <a:xfrm>
            <a:off x="8006109" y="1124712"/>
            <a:ext cx="4168641" cy="554604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4E431E-825A-294E-B7AD-2D288C1A213F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509" y="3"/>
            <a:ext cx="6868891" cy="3605349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56820B-1C15-F043-9777-053D813A7C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67509" y="3696871"/>
            <a:ext cx="6868891" cy="1169042"/>
          </a:xfrm>
        </p:spPr>
        <p:txBody>
          <a:bodyPr/>
          <a:lstStyle>
            <a:lvl1pPr algn="l">
              <a:defRPr sz="2200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883E360-0D8E-1045-B3EE-D3202095FE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40868" y="1835333"/>
            <a:ext cx="3149600" cy="3030583"/>
          </a:xfrm>
          <a:solidFill>
            <a:schemeClr val="bg1"/>
          </a:solidFill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8CB17A-54A6-254C-9F79-7FE2B05CBCC5}"/>
              </a:ext>
            </a:extLst>
          </p:cNvPr>
          <p:cNvCxnSpPr>
            <a:cxnSpLocks/>
          </p:cNvCxnSpPr>
          <p:nvPr userDrawn="1"/>
        </p:nvCxnSpPr>
        <p:spPr>
          <a:xfrm>
            <a:off x="4534887" y="5150350"/>
            <a:ext cx="0" cy="170765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509" y="5236671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947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 dir="d"/>
      </p:transition>
    </mc:Choice>
    <mc:Fallback xmlns="">
      <p:transition spd="slow">
        <p:wipe dir="d"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136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tro - Animated - w/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ADE42A-5A79-9F4F-9FA4-033446BDA4A7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691640"/>
            <a:ext cx="10363200" cy="4023360"/>
          </a:xfrm>
        </p:spPr>
        <p:txBody>
          <a:bodyPr anchor="t"/>
          <a:lstStyle>
            <a:lvl1pPr>
              <a:lnSpc>
                <a:spcPct val="9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FD8237-B4E3-AB47-A0B5-8261C7ADE253}"/>
              </a:ext>
            </a:extLst>
          </p:cNvPr>
          <p:cNvGrpSpPr/>
          <p:nvPr userDrawn="1"/>
        </p:nvGrpSpPr>
        <p:grpSpPr>
          <a:xfrm>
            <a:off x="6096000" y="0"/>
            <a:ext cx="0" cy="6858000"/>
            <a:chOff x="4572000" y="0"/>
            <a:chExt cx="0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4936B40-4EE6-F94E-9BF6-AFD0E25481D3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0"/>
              <a:ext cx="0" cy="132663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164EF24-72E2-8E47-B821-F94DA9D444D2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6134100"/>
              <a:ext cx="0" cy="7239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328473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lumn - Full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0"/>
            <a:ext cx="5963920" cy="345643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02736"/>
            <a:ext cx="5959061" cy="2724912"/>
          </a:xfrm>
        </p:spPr>
        <p:txBody>
          <a:bodyPr/>
          <a:lstStyle>
            <a:lvl1pPr marL="0" indent="0" algn="l">
              <a:buNone/>
              <a:defRPr sz="1800" spc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28002" y="990600"/>
            <a:ext cx="3714751" cy="4724400"/>
          </a:xfrm>
        </p:spPr>
        <p:txBody>
          <a:bodyPr/>
          <a:lstStyle>
            <a:lvl1pPr algn="l">
              <a:defRPr spc="0">
                <a:solidFill>
                  <a:schemeClr val="bg1"/>
                </a:solidFill>
              </a:defRPr>
            </a:lvl1pPr>
            <a:lvl2pPr algn="l">
              <a:defRPr spc="0">
                <a:solidFill>
                  <a:schemeClr val="bg1"/>
                </a:solidFill>
              </a:defRPr>
            </a:lvl2pPr>
            <a:lvl3pPr algn="l">
              <a:defRPr spc="0">
                <a:solidFill>
                  <a:schemeClr val="bg1"/>
                </a:solidFill>
              </a:defRPr>
            </a:lvl3pPr>
            <a:lvl4pPr algn="l">
              <a:defRPr spc="0">
                <a:solidFill>
                  <a:schemeClr val="bg1"/>
                </a:solidFill>
              </a:defRPr>
            </a:lvl4pPr>
            <a:lvl5pPr algn="l">
              <a:defRPr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02027D-4FBC-6148-86D2-BF4C61EF660E}"/>
              </a:ext>
            </a:extLst>
          </p:cNvPr>
          <p:cNvCxnSpPr>
            <a:cxnSpLocks/>
          </p:cNvCxnSpPr>
          <p:nvPr userDrawn="1"/>
        </p:nvCxnSpPr>
        <p:spPr>
          <a:xfrm>
            <a:off x="7616613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7893" y="5871345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11071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560">
          <p15:clr>
            <a:srgbClr val="FBAE40"/>
          </p15:clr>
        </p15:guide>
        <p15:guide id="3" pos="5120">
          <p15:clr>
            <a:srgbClr val="FBAE40"/>
          </p15:clr>
        </p15:guide>
        <p15:guide id="4" pos="576">
          <p15:clr>
            <a:srgbClr val="FBAE40"/>
          </p15:clr>
        </p15:guide>
        <p15:guide id="5" pos="7104">
          <p15:clr>
            <a:srgbClr val="FBAE40"/>
          </p15:clr>
        </p15:guide>
        <p15:guide id="6" orient="horz" pos="2256">
          <p15:clr>
            <a:srgbClr val="FBAE40"/>
          </p15:clr>
        </p15:guide>
        <p15:guide id="7" orient="horz" pos="624">
          <p15:clr>
            <a:srgbClr val="FBAE40"/>
          </p15:clr>
        </p15:guide>
        <p15:guide id="9" orient="horz" pos="3984">
          <p15:clr>
            <a:srgbClr val="FBAE40"/>
          </p15:clr>
        </p15:guide>
        <p15:guide id="10" pos="7456">
          <p15:clr>
            <a:srgbClr val="FBAE40"/>
          </p15:clr>
        </p15:guide>
        <p15:guide id="11" pos="224">
          <p15:clr>
            <a:srgbClr val="FBAE40"/>
          </p15:clr>
        </p15:guide>
        <p15:guide id="12" pos="480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lumn - Split Col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BE4281-5740-0A43-A585-9F0DF1530C89}"/>
              </a:ext>
            </a:extLst>
          </p:cNvPr>
          <p:cNvSpPr/>
          <p:nvPr userDrawn="1"/>
        </p:nvSpPr>
        <p:spPr>
          <a:xfrm>
            <a:off x="0" y="0"/>
            <a:ext cx="7620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2F2419-0A6D-B449-B699-13B3994AE2F6}"/>
              </a:ext>
            </a:extLst>
          </p:cNvPr>
          <p:cNvSpPr/>
          <p:nvPr userDrawn="1"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-2"/>
            <a:ext cx="5963920" cy="345643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02736"/>
            <a:ext cx="5963920" cy="2724912"/>
          </a:xfrm>
        </p:spPr>
        <p:txBody>
          <a:bodyPr/>
          <a:lstStyle>
            <a:lvl1pPr marL="0" indent="0" algn="l">
              <a:buNone/>
              <a:defRPr sz="2000" spc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28002" y="1005840"/>
            <a:ext cx="3714751" cy="4709160"/>
          </a:xfrm>
        </p:spPr>
        <p:txBody>
          <a:bodyPr/>
          <a:lstStyle>
            <a:lvl1pPr algn="l">
              <a:defRPr spc="0"/>
            </a:lvl1pPr>
            <a:lvl2pPr algn="l">
              <a:defRPr spc="0"/>
            </a:lvl2pPr>
            <a:lvl3pPr algn="l">
              <a:defRPr spc="0"/>
            </a:lvl3pPr>
            <a:lvl4pPr algn="l">
              <a:defRPr spc="0"/>
            </a:lvl4pPr>
            <a:lvl5pPr algn="l">
              <a:defRPr spc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FC882F-B4B0-224E-904D-98B0B93D985D}"/>
              </a:ext>
            </a:extLst>
          </p:cNvPr>
          <p:cNvSpPr/>
          <p:nvPr userDrawn="1"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66379"/>
      </p:ext>
    </p:extLst>
  </p:cSld>
  <p:clrMapOvr>
    <a:masterClrMapping/>
  </p:clrMapOvr>
  <p:transition spd="slow">
    <p:wipe dir="d"/>
  </p:transition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560">
          <p15:clr>
            <a:srgbClr val="FBAE40"/>
          </p15:clr>
        </p15:guide>
        <p15:guide id="3" pos="5120">
          <p15:clr>
            <a:srgbClr val="FBAE40"/>
          </p15:clr>
        </p15:guide>
        <p15:guide id="4" pos="576">
          <p15:clr>
            <a:srgbClr val="FBAE40"/>
          </p15:clr>
        </p15:guide>
        <p15:guide id="5" pos="7104">
          <p15:clr>
            <a:srgbClr val="FBAE40"/>
          </p15:clr>
        </p15:guide>
        <p15:guide id="6" orient="horz" pos="2256">
          <p15:clr>
            <a:srgbClr val="FBAE40"/>
          </p15:clr>
        </p15:guide>
        <p15:guide id="7" orient="horz" pos="624">
          <p15:clr>
            <a:srgbClr val="FBAE40"/>
          </p15:clr>
        </p15:guide>
        <p15:guide id="10" pos="7456">
          <p15:clr>
            <a:srgbClr val="FBAE40"/>
          </p15:clr>
        </p15:guide>
        <p15:guide id="11" pos="224">
          <p15:clr>
            <a:srgbClr val="FBAE40"/>
          </p15:clr>
        </p15:guide>
        <p15:guide id="12" pos="480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lumn - Split Col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0"/>
            <a:ext cx="4572001" cy="345643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</a:t>
            </a:r>
            <a:br>
              <a:rPr lang="en-US" dirty="0"/>
            </a:br>
            <a:r>
              <a:rPr lang="en-US" dirty="0"/>
              <a:t>to edit Master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2" y="3602038"/>
            <a:ext cx="4572001" cy="2722562"/>
          </a:xfrm>
        </p:spPr>
        <p:txBody>
          <a:bodyPr/>
          <a:lstStyle>
            <a:lvl1pPr marL="0" indent="0" algn="l">
              <a:buNone/>
              <a:defRPr sz="1800" spc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05601" y="990600"/>
            <a:ext cx="5130800" cy="4724400"/>
          </a:xfrm>
        </p:spPr>
        <p:txBody>
          <a:bodyPr/>
          <a:lstStyle>
            <a:lvl1pPr algn="l">
              <a:defRPr spc="0">
                <a:solidFill>
                  <a:schemeClr val="tx1"/>
                </a:solidFill>
              </a:defRPr>
            </a:lvl1pPr>
            <a:lvl2pPr algn="l">
              <a:defRPr spc="0">
                <a:solidFill>
                  <a:schemeClr val="tx1"/>
                </a:solidFill>
              </a:defRPr>
            </a:lvl2pPr>
            <a:lvl3pPr algn="l">
              <a:defRPr spc="0">
                <a:solidFill>
                  <a:schemeClr val="tx1"/>
                </a:solidFill>
              </a:defRPr>
            </a:lvl3pPr>
            <a:lvl4pPr algn="l">
              <a:defRPr spc="0">
                <a:solidFill>
                  <a:schemeClr val="tx1"/>
                </a:solidFill>
              </a:defRPr>
            </a:lvl4pPr>
            <a:lvl5pPr algn="l">
              <a:defRPr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67649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560">
          <p15:clr>
            <a:srgbClr val="FBAE40"/>
          </p15:clr>
        </p15:guide>
        <p15:guide id="3" pos="5120">
          <p15:clr>
            <a:srgbClr val="FBAE40"/>
          </p15:clr>
        </p15:guide>
        <p15:guide id="4" pos="576">
          <p15:clr>
            <a:srgbClr val="FBAE40"/>
          </p15:clr>
        </p15:guide>
        <p15:guide id="5" pos="7104">
          <p15:clr>
            <a:srgbClr val="FBAE40"/>
          </p15:clr>
        </p15:guide>
        <p15:guide id="6" orient="horz" pos="2256">
          <p15:clr>
            <a:srgbClr val="FBAE40"/>
          </p15:clr>
        </p15:guide>
        <p15:guide id="7" orient="horz" pos="624">
          <p15:clr>
            <a:srgbClr val="FBAE40"/>
          </p15:clr>
        </p15:guide>
        <p15:guide id="9" orient="horz" pos="3984">
          <p15:clr>
            <a:srgbClr val="FBAE40"/>
          </p15:clr>
        </p15:guide>
        <p15:guide id="10" pos="7456">
          <p15:clr>
            <a:srgbClr val="FBAE40"/>
          </p15:clr>
        </p15:guide>
        <p15:guide id="11" pos="224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-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90600"/>
            <a:ext cx="6603997" cy="827532"/>
          </a:xfrm>
        </p:spPr>
        <p:txBody>
          <a:bodyPr tIns="0" anchor="t"/>
          <a:lstStyle>
            <a:lvl1pPr algn="l">
              <a:defRPr sz="1800" b="1" spc="0" baseline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48099" y="990600"/>
            <a:ext cx="3288303" cy="4740068"/>
          </a:xfrm>
        </p:spPr>
        <p:txBody>
          <a:bodyPr tIns="0"/>
          <a:lstStyle>
            <a:lvl1pPr algn="l">
              <a:defRPr sz="1600" spc="0">
                <a:solidFill>
                  <a:schemeClr val="bg1"/>
                </a:solidFill>
              </a:defRPr>
            </a:lvl1pPr>
            <a:lvl2pPr algn="l">
              <a:defRPr sz="1600" spc="0">
                <a:solidFill>
                  <a:schemeClr val="bg1"/>
                </a:solidFill>
              </a:defRPr>
            </a:lvl2pPr>
            <a:lvl3pPr algn="l">
              <a:defRPr sz="1600" spc="0">
                <a:solidFill>
                  <a:schemeClr val="bg1"/>
                </a:solidFill>
              </a:defRPr>
            </a:lvl3pPr>
            <a:lvl4pPr algn="l">
              <a:defRPr sz="1600" spc="0">
                <a:solidFill>
                  <a:schemeClr val="bg1"/>
                </a:solidFill>
              </a:defRPr>
            </a:lvl4pPr>
            <a:lvl5pPr algn="l">
              <a:defRPr sz="1600"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D825E-D77A-BC4B-A290-2A9BD3E2CF4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1" y="1828800"/>
            <a:ext cx="6603999" cy="4495800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7893" y="5871345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78943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3" pos="5120">
          <p15:clr>
            <a:srgbClr val="FBAE40"/>
          </p15:clr>
        </p15:guide>
        <p15:guide id="4" pos="576">
          <p15:clr>
            <a:srgbClr val="FBAE40"/>
          </p15:clr>
        </p15:guide>
        <p15:guide id="6" orient="horz" pos="2256">
          <p15:clr>
            <a:srgbClr val="FBAE40"/>
          </p15:clr>
        </p15:guide>
        <p15:guide id="7" orient="horz" pos="624">
          <p15:clr>
            <a:srgbClr val="FBAE40"/>
          </p15:clr>
        </p15:guide>
        <p15:guide id="9" orient="horz" pos="3984">
          <p15:clr>
            <a:srgbClr val="FBAE40"/>
          </p15:clr>
        </p15:guide>
        <p15:guide id="10" pos="7456">
          <p15:clr>
            <a:srgbClr val="FBAE40"/>
          </p15:clr>
        </p15:guide>
        <p15:guide id="11" pos="224">
          <p15:clr>
            <a:srgbClr val="FBAE40"/>
          </p15:clr>
        </p15:guide>
        <p15:guide id="12" pos="4736">
          <p15:clr>
            <a:srgbClr val="FBAE40"/>
          </p15:clr>
        </p15:guide>
        <p15:guide id="13" pos="5376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lumn -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2" y="990600"/>
            <a:ext cx="6788319" cy="827532"/>
          </a:xfrm>
        </p:spPr>
        <p:txBody>
          <a:bodyPr tIns="0" anchor="t"/>
          <a:lstStyle>
            <a:lvl1pPr algn="l">
              <a:defRPr sz="1800" b="1" spc="0" baseline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48099" y="990600"/>
            <a:ext cx="3288303" cy="4740068"/>
          </a:xfrm>
        </p:spPr>
        <p:txBody>
          <a:bodyPr tIns="0"/>
          <a:lstStyle>
            <a:lvl1pPr algn="l">
              <a:defRPr sz="1600" spc="0">
                <a:solidFill>
                  <a:schemeClr val="bg1"/>
                </a:solidFill>
              </a:defRPr>
            </a:lvl1pPr>
            <a:lvl2pPr algn="l">
              <a:defRPr spc="0">
                <a:solidFill>
                  <a:schemeClr val="bg1"/>
                </a:solidFill>
              </a:defRPr>
            </a:lvl2pPr>
            <a:lvl3pPr algn="l">
              <a:defRPr spc="0">
                <a:solidFill>
                  <a:schemeClr val="bg1"/>
                </a:solidFill>
              </a:defRPr>
            </a:lvl3pPr>
            <a:lvl4pPr algn="l">
              <a:defRPr spc="0">
                <a:solidFill>
                  <a:schemeClr val="bg1"/>
                </a:solidFill>
              </a:defRPr>
            </a:lvl4pPr>
            <a:lvl5pPr algn="l">
              <a:defRPr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D825E-D77A-BC4B-A290-2A9BD3E2CF4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397" y="1828800"/>
            <a:ext cx="3149603" cy="4495800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8D1FC-0CEB-0245-8F07-CBB6F3C4CBF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57183" y="1828800"/>
            <a:ext cx="3145536" cy="4495800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7893" y="5871345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829161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4864">
          <p15:clr>
            <a:srgbClr val="FBAE40"/>
          </p15:clr>
        </p15:guide>
        <p15:guide id="3" pos="5120">
          <p15:clr>
            <a:srgbClr val="FBAE40"/>
          </p15:clr>
        </p15:guide>
        <p15:guide id="4" pos="576">
          <p15:clr>
            <a:srgbClr val="FBAE40"/>
          </p15:clr>
        </p15:guide>
        <p15:guide id="5" pos="7104">
          <p15:clr>
            <a:srgbClr val="FBAE40"/>
          </p15:clr>
        </p15:guide>
        <p15:guide id="6" orient="horz" pos="2256">
          <p15:clr>
            <a:srgbClr val="FBAE40"/>
          </p15:clr>
        </p15:guide>
        <p15:guide id="7" orient="horz" pos="624">
          <p15:clr>
            <a:srgbClr val="FBAE40"/>
          </p15:clr>
        </p15:guide>
        <p15:guide id="9" orient="horz" pos="3984">
          <p15:clr>
            <a:srgbClr val="FBAE40"/>
          </p15:clr>
        </p15:guide>
        <p15:guide id="10" pos="7456">
          <p15:clr>
            <a:srgbClr val="FBAE40"/>
          </p15:clr>
        </p15:guide>
        <p15:guide id="11" pos="224">
          <p15:clr>
            <a:srgbClr val="FBAE40"/>
          </p15:clr>
        </p15:guide>
        <p15:guide id="12" pos="2848">
          <p15:clr>
            <a:srgbClr val="FBAE40"/>
          </p15:clr>
        </p15:guide>
        <p15:guide id="13" pos="5376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-Column 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400" y="1828800"/>
            <a:ext cx="3149600" cy="3886200"/>
          </a:xfrm>
        </p:spPr>
        <p:txBody>
          <a:bodyPr/>
          <a:lstStyle>
            <a:lvl1pPr algn="l">
              <a:defRPr sz="1600" spc="0">
                <a:solidFill>
                  <a:schemeClr val="tx1"/>
                </a:solidFill>
              </a:defRPr>
            </a:lvl1pPr>
            <a:lvl2pPr algn="l">
              <a:defRPr sz="1600" spc="0">
                <a:solidFill>
                  <a:schemeClr val="tx1"/>
                </a:solidFill>
              </a:defRPr>
            </a:lvl2pPr>
            <a:lvl3pPr algn="l">
              <a:defRPr sz="1600" spc="0">
                <a:solidFill>
                  <a:schemeClr val="tx1"/>
                </a:solidFill>
              </a:defRPr>
            </a:lvl3pPr>
            <a:lvl4pPr algn="l">
              <a:defRPr sz="1600" spc="0">
                <a:solidFill>
                  <a:schemeClr val="tx1"/>
                </a:solidFill>
              </a:defRPr>
            </a:lvl4pPr>
            <a:lvl5pPr algn="l">
              <a:defRPr sz="16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40157" y="1828800"/>
            <a:ext cx="3145536" cy="3886200"/>
          </a:xfrm>
        </p:spPr>
        <p:txBody>
          <a:bodyPr/>
          <a:lstStyle>
            <a:lvl1pPr algn="l">
              <a:defRPr sz="1600" spc="0">
                <a:solidFill>
                  <a:schemeClr val="tx1"/>
                </a:solidFill>
              </a:defRPr>
            </a:lvl1pPr>
            <a:lvl2pPr algn="l">
              <a:defRPr sz="1600" spc="0">
                <a:solidFill>
                  <a:schemeClr val="tx1"/>
                </a:solidFill>
              </a:defRPr>
            </a:lvl2pPr>
            <a:lvl3pPr algn="l">
              <a:defRPr sz="1600" spc="0">
                <a:solidFill>
                  <a:schemeClr val="tx1"/>
                </a:solidFill>
              </a:defRPr>
            </a:lvl3pPr>
            <a:lvl4pPr algn="l">
              <a:defRPr sz="1600" spc="0">
                <a:solidFill>
                  <a:schemeClr val="tx1"/>
                </a:solidFill>
              </a:defRPr>
            </a:lvl4pPr>
            <a:lvl5pPr algn="l">
              <a:defRPr sz="16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76EF87-A898-9047-A238-5616C735B2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28000" y="1828800"/>
            <a:ext cx="3145536" cy="3886200"/>
          </a:xfrm>
        </p:spPr>
        <p:txBody>
          <a:bodyPr/>
          <a:lstStyle>
            <a:lvl1pPr algn="l">
              <a:defRPr sz="1600" spc="0">
                <a:solidFill>
                  <a:schemeClr val="tx1"/>
                </a:solidFill>
              </a:defRPr>
            </a:lvl1pPr>
            <a:lvl2pPr algn="l">
              <a:defRPr sz="1600" spc="0">
                <a:solidFill>
                  <a:schemeClr val="tx1"/>
                </a:solidFill>
              </a:defRPr>
            </a:lvl2pPr>
            <a:lvl3pPr algn="l">
              <a:defRPr sz="1600" spc="0">
                <a:solidFill>
                  <a:schemeClr val="tx1"/>
                </a:solidFill>
              </a:defRPr>
            </a:lvl3pPr>
            <a:lvl4pPr algn="l">
              <a:defRPr sz="1600" spc="0">
                <a:solidFill>
                  <a:schemeClr val="tx1"/>
                </a:solidFill>
              </a:defRPr>
            </a:lvl4pPr>
            <a:lvl5pPr algn="l">
              <a:defRPr sz="16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990600"/>
            <a:ext cx="10363200" cy="838200"/>
          </a:xfrm>
        </p:spPr>
        <p:txBody>
          <a:bodyPr tIns="0"/>
          <a:lstStyle>
            <a:lvl1pPr algn="l">
              <a:defRPr sz="1800" spc="0" baseline="0"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Three-column format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359737"/>
      </p:ext>
    </p:extLst>
  </p:cSld>
  <p:clrMapOvr>
    <a:masterClrMapping/>
  </p:clrMapOvr>
  <p:transition spd="slow">
    <p:wip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hoto -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9915828-8B97-0D41-A0B7-33EA569D7A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" y="0"/>
            <a:ext cx="8127999" cy="6629400"/>
          </a:xfrm>
          <a:ln>
            <a:noFill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48099" y="990603"/>
            <a:ext cx="3288303" cy="4392561"/>
          </a:xfrm>
        </p:spPr>
        <p:txBody>
          <a:bodyPr tIns="0"/>
          <a:lstStyle>
            <a:lvl1pPr algn="l">
              <a:defRPr sz="1600" spc="0">
                <a:solidFill>
                  <a:schemeClr val="bg1"/>
                </a:solidFill>
              </a:defRPr>
            </a:lvl1pPr>
            <a:lvl2pPr algn="l">
              <a:defRPr spc="0">
                <a:solidFill>
                  <a:schemeClr val="bg1"/>
                </a:solidFill>
              </a:defRPr>
            </a:lvl2pPr>
            <a:lvl3pPr algn="l">
              <a:defRPr spc="0">
                <a:solidFill>
                  <a:schemeClr val="bg1"/>
                </a:solidFill>
              </a:defRPr>
            </a:lvl3pPr>
            <a:lvl4pPr algn="l">
              <a:defRPr spc="0">
                <a:solidFill>
                  <a:schemeClr val="bg1"/>
                </a:solidFill>
              </a:defRPr>
            </a:lvl4pPr>
            <a:lvl5pPr algn="l">
              <a:defRPr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7893" y="5871345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04015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4864">
          <p15:clr>
            <a:srgbClr val="FBAE40"/>
          </p15:clr>
        </p15:guide>
        <p15:guide id="3" pos="5120">
          <p15:clr>
            <a:srgbClr val="FBAE40"/>
          </p15:clr>
        </p15:guide>
        <p15:guide id="4" pos="576">
          <p15:clr>
            <a:srgbClr val="FBAE40"/>
          </p15:clr>
        </p15:guide>
        <p15:guide id="5" pos="7104">
          <p15:clr>
            <a:srgbClr val="FBAE40"/>
          </p15:clr>
        </p15:guide>
        <p15:guide id="7" orient="horz" pos="624">
          <p15:clr>
            <a:srgbClr val="FBAE40"/>
          </p15:clr>
        </p15:guide>
        <p15:guide id="9" orient="horz" pos="3984">
          <p15:clr>
            <a:srgbClr val="FBAE40"/>
          </p15:clr>
        </p15:guide>
        <p15:guide id="10" pos="7456">
          <p15:clr>
            <a:srgbClr val="FBAE40"/>
          </p15:clr>
        </p15:guide>
        <p15:guide id="11" pos="224">
          <p15:clr>
            <a:srgbClr val="FBAE40"/>
          </p15:clr>
        </p15:guide>
        <p15:guide id="12" pos="2848">
          <p15:clr>
            <a:srgbClr val="FBAE40"/>
          </p15:clr>
        </p15:guide>
        <p15:guide id="13" pos="5376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orizontal Photo - Full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F7DBA3D-71BF-5B49-BDFA-2FB7BB9887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629400"/>
          </a:xfrm>
        </p:spPr>
        <p:txBody>
          <a:bodyPr lIns="0" tIns="0" rIns="0" bIns="0" anchor="ctr"/>
          <a:lstStyle>
            <a:lvl1pPr algn="ctr">
              <a:defRPr sz="1600"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F1740A-E473-5146-9B3E-A4562D1184D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28000" y="3881438"/>
            <a:ext cx="3149600" cy="2252662"/>
          </a:xfrm>
          <a:solidFill>
            <a:schemeClr val="tx2"/>
          </a:solidFill>
        </p:spPr>
        <p:txBody>
          <a:bodyPr lIns="182880" tIns="182880" rIns="137160" bIns="182880"/>
          <a:lstStyle>
            <a:lvl1pPr algn="l">
              <a:defRPr sz="1600">
                <a:solidFill>
                  <a:schemeClr val="bg1"/>
                </a:solidFill>
              </a:defRPr>
            </a:lvl1pPr>
            <a:lvl2pPr algn="l">
              <a:defRPr sz="1600">
                <a:solidFill>
                  <a:schemeClr val="bg1"/>
                </a:solidFill>
              </a:defRPr>
            </a:lvl2pPr>
            <a:lvl3pPr algn="l">
              <a:defRPr sz="1600">
                <a:solidFill>
                  <a:schemeClr val="bg1"/>
                </a:solidFill>
              </a:defRPr>
            </a:lvl3pPr>
            <a:lvl4pPr algn="l">
              <a:defRPr sz="1600">
                <a:solidFill>
                  <a:schemeClr val="bg1"/>
                </a:solidFill>
              </a:defRPr>
            </a:lvl4pPr>
            <a:lvl5pPr algn="l"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5682087"/>
      </p:ext>
    </p:extLst>
  </p:cSld>
  <p:clrMapOvr>
    <a:masterClrMapping/>
  </p:clrMapOvr>
  <p:transition spd="slow">
    <p:wip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orizontal Photo - Flo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F7DBA3D-71BF-5B49-BDFA-2FB7BB9887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1951" y="276224"/>
            <a:ext cx="11468100" cy="4867276"/>
          </a:xfrm>
        </p:spPr>
        <p:txBody>
          <a:bodyPr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FC1046-3F25-4443-A1BD-47CD75DC0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1" y="5257800"/>
            <a:ext cx="11474451" cy="1066800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236476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168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rriculum - 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1828799"/>
            <a:ext cx="4876800" cy="210312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400" b="0" spc="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0" y="1828800"/>
            <a:ext cx="4876800" cy="210312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400" b="0" spc="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0"/>
            <a:ext cx="10363200" cy="1517904"/>
          </a:xfrm>
        </p:spPr>
        <p:txBody>
          <a:bodyPr tIns="0" anchor="b"/>
          <a:lstStyle>
            <a:lvl1pPr algn="l">
              <a:defRPr sz="4400" b="0" spc="-20" baseline="0"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AC490F67-42A5-F14E-B7F9-37F238A4A5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1828800"/>
            <a:ext cx="4876800" cy="594360"/>
          </a:xfrm>
          <a:solidFill>
            <a:schemeClr val="tx2"/>
          </a:solidFill>
          <a:ln w="6350">
            <a:noFill/>
          </a:ln>
        </p:spPr>
        <p:txBody>
          <a:bodyPr lIns="182880" tIns="164592" rIns="137160" bIns="137160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4893F0B-BD33-6246-85BD-3CCCD1838B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00800" y="1828800"/>
            <a:ext cx="4876800" cy="594360"/>
          </a:xfrm>
          <a:solidFill>
            <a:schemeClr val="tx2"/>
          </a:solidFill>
          <a:ln w="6350">
            <a:noFill/>
          </a:ln>
        </p:spPr>
        <p:txBody>
          <a:bodyPr lIns="182880" tIns="164592" rIns="137160" bIns="137160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C3536-349E-9740-BCF0-2B6F9D1ACE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400" y="4228683"/>
            <a:ext cx="4876800" cy="2103120"/>
          </a:xfrm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400" b="0" spc="0"/>
            </a:lvl1pPr>
            <a:lvl2pPr algn="l">
              <a:spcAft>
                <a:spcPts val="600"/>
              </a:spcAft>
              <a:defRPr sz="1400" spc="0"/>
            </a:lvl2pPr>
            <a:lvl3pPr algn="l">
              <a:spcAft>
                <a:spcPts val="600"/>
              </a:spcAft>
              <a:defRPr sz="1400" spc="0"/>
            </a:lvl3pPr>
            <a:lvl4pPr algn="l">
              <a:spcAft>
                <a:spcPts val="600"/>
              </a:spcAft>
              <a:defRPr sz="1400" spc="0"/>
            </a:lvl4pPr>
            <a:lvl5pPr algn="l"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E34436A-2B90-6249-BF91-B7E8C23A8E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00800" y="4228683"/>
            <a:ext cx="4876800" cy="2103120"/>
          </a:xfrm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400" b="0" spc="0"/>
            </a:lvl1pPr>
            <a:lvl2pPr algn="l">
              <a:spcAft>
                <a:spcPts val="600"/>
              </a:spcAft>
              <a:defRPr sz="1400" spc="0"/>
            </a:lvl2pPr>
            <a:lvl3pPr algn="l">
              <a:spcAft>
                <a:spcPts val="600"/>
              </a:spcAft>
              <a:defRPr sz="1400" spc="0"/>
            </a:lvl3pPr>
            <a:lvl4pPr algn="l">
              <a:spcAft>
                <a:spcPts val="600"/>
              </a:spcAft>
              <a:defRPr sz="1400" spc="0"/>
            </a:lvl4pPr>
            <a:lvl5pPr algn="l"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F2F14E9-ACF6-ED4D-99A4-AA5EFFA1053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4400" y="4225635"/>
            <a:ext cx="4876800" cy="594360"/>
          </a:xfrm>
          <a:solidFill>
            <a:schemeClr val="tx2"/>
          </a:solidFill>
        </p:spPr>
        <p:txBody>
          <a:bodyPr lIns="182880" tIns="164592" rIns="137160" bIns="13716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BEC11C2-4C45-8E4D-A60A-30688C0D68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00800" y="4228683"/>
            <a:ext cx="4876800" cy="594360"/>
          </a:xfrm>
          <a:solidFill>
            <a:schemeClr val="tx2"/>
          </a:solidFill>
        </p:spPr>
        <p:txBody>
          <a:bodyPr lIns="182880" tIns="164592" rIns="137160" bIns="13716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48953"/>
      </p:ext>
    </p:extLst>
  </p:cSld>
  <p:clrMapOvr>
    <a:masterClrMapping/>
  </p:clrMapOvr>
  <p:transition spd="slow">
    <p:wip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rriculum -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6C90A12-2C1B-5448-8BA5-FE9F002B05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47667" y="1828800"/>
            <a:ext cx="24384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/>
            </a:lvl1pPr>
            <a:lvl2pPr algn="l">
              <a:spcAft>
                <a:spcPts val="600"/>
              </a:spcAft>
              <a:defRPr sz="1400"/>
            </a:lvl2pPr>
            <a:lvl3pPr algn="l">
              <a:spcAft>
                <a:spcPts val="600"/>
              </a:spcAft>
              <a:defRPr sz="1400"/>
            </a:lvl3pPr>
            <a:lvl4pPr algn="l">
              <a:spcAft>
                <a:spcPts val="600"/>
              </a:spcAft>
              <a:defRPr sz="1400"/>
            </a:lvl4pPr>
            <a:lvl5pPr algn="l">
              <a:spcAft>
                <a:spcPts val="600"/>
              </a:spcAft>
              <a:defRPr sz="1400"/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1828800"/>
            <a:ext cx="24384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61783" y="1828800"/>
            <a:ext cx="24384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76EF87-A898-9047-A238-5616C735B2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5156" y="1828800"/>
            <a:ext cx="24384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0"/>
            <a:ext cx="10363200" cy="1517904"/>
          </a:xfrm>
        </p:spPr>
        <p:txBody>
          <a:bodyPr tIns="0" anchor="b"/>
          <a:lstStyle>
            <a:lvl1pPr algn="l">
              <a:defRPr sz="4400" b="0" spc="-20" baseline="0"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B9D93D7-D955-1447-97B6-2BEDC90988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51392" y="1828803"/>
            <a:ext cx="2438400" cy="595745"/>
          </a:xfrm>
          <a:solidFill>
            <a:schemeClr val="tx2"/>
          </a:solidFill>
          <a:ln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0"/>
              </a:spcAft>
              <a:defRPr sz="1400"/>
            </a:lvl2pPr>
            <a:lvl3pPr algn="l">
              <a:spcAft>
                <a:spcPts val="0"/>
              </a:spcAft>
              <a:defRPr sz="1400"/>
            </a:lvl3pPr>
            <a:lvl4pPr algn="l">
              <a:spcAft>
                <a:spcPts val="0"/>
              </a:spcAft>
              <a:defRPr sz="1400"/>
            </a:lvl4pPr>
            <a:lvl5pPr algn="l">
              <a:spcAft>
                <a:spcPts val="0"/>
              </a:spcAft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8BEFF0C-A798-5D4F-9055-A2835E58EC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400" y="1828803"/>
            <a:ext cx="2438400" cy="595745"/>
          </a:xfrm>
          <a:solidFill>
            <a:schemeClr val="tx2"/>
          </a:solidFill>
          <a:ln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52783B13-B137-1148-9015-7169E9546B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60064" y="1828803"/>
            <a:ext cx="2438400" cy="595745"/>
          </a:xfrm>
          <a:solidFill>
            <a:schemeClr val="tx2"/>
          </a:solidFill>
          <a:ln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FC5DA66-91A5-724C-8386-1379004775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7920" y="1828803"/>
            <a:ext cx="2438400" cy="595745"/>
          </a:xfrm>
          <a:solidFill>
            <a:schemeClr val="tx2"/>
          </a:solidFill>
          <a:ln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563905"/>
      </p:ext>
    </p:extLst>
  </p:cSld>
  <p:clrMapOvr>
    <a:masterClrMapping/>
  </p:clrMapOvr>
  <p:transition spd="slow">
    <p:wip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rriculum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1828800"/>
            <a:ext cx="329184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2272" y="1828800"/>
            <a:ext cx="329184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76EF87-A898-9047-A238-5616C735B2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97952" y="1828800"/>
            <a:ext cx="329184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0"/>
            <a:ext cx="10363200" cy="1517904"/>
          </a:xfrm>
        </p:spPr>
        <p:txBody>
          <a:bodyPr tIns="0" anchor="b"/>
          <a:lstStyle>
            <a:lvl1pPr algn="l">
              <a:defRPr sz="4400" b="0" spc="-20" baseline="0"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2F91536-6CD7-214D-AE76-F527E3E934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1828800"/>
            <a:ext cx="3291840" cy="594360"/>
          </a:xfrm>
          <a:solidFill>
            <a:schemeClr val="tx2"/>
          </a:solidFill>
          <a:ln w="6350"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 spc="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D8FC86E-8BC0-974C-A757-0F22C29E27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2272" y="1828800"/>
            <a:ext cx="3291840" cy="594360"/>
          </a:xfrm>
          <a:solidFill>
            <a:schemeClr val="tx2"/>
          </a:solidFill>
          <a:ln w="6350"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9E8B68C9-BBDD-874F-83CF-39F834126C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997952" y="1828800"/>
            <a:ext cx="3291840" cy="594360"/>
          </a:xfrm>
          <a:solidFill>
            <a:schemeClr val="tx2"/>
          </a:solidFill>
          <a:ln w="6350"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1998435"/>
      </p:ext>
    </p:extLst>
  </p:cSld>
  <p:clrMapOvr>
    <a:masterClrMapping/>
  </p:clrMapOvr>
  <p:transition spd="slow">
    <p:wip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rriculum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1828800"/>
            <a:ext cx="48768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600" spc="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0" y="1828800"/>
            <a:ext cx="48768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600" spc="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0"/>
            <a:ext cx="10363200" cy="1517904"/>
          </a:xfrm>
        </p:spPr>
        <p:txBody>
          <a:bodyPr tIns="0" anchor="b"/>
          <a:lstStyle>
            <a:lvl1pPr algn="l">
              <a:defRPr sz="4400" b="0" spc="-20" baseline="0"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AC490F67-42A5-F14E-B7F9-37F238A4A5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1828800"/>
            <a:ext cx="4876800" cy="594360"/>
          </a:xfrm>
          <a:solidFill>
            <a:schemeClr val="tx2"/>
          </a:solidFill>
          <a:ln w="6350">
            <a:noFill/>
          </a:ln>
        </p:spPr>
        <p:txBody>
          <a:bodyPr lIns="182880" tIns="164592" rIns="137160" bIns="137160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4893F0B-BD33-6246-85BD-3CCCD1838B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00800" y="1828800"/>
            <a:ext cx="4876800" cy="594360"/>
          </a:xfrm>
          <a:solidFill>
            <a:schemeClr val="tx2"/>
          </a:solidFill>
          <a:ln w="6350">
            <a:noFill/>
          </a:ln>
        </p:spPr>
        <p:txBody>
          <a:bodyPr lIns="182880" tIns="164592" rIns="137160" bIns="137160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4085406"/>
      </p:ext>
    </p:extLst>
  </p:cSld>
  <p:clrMapOvr>
    <a:masterClrMapping/>
  </p:clrMapOvr>
  <p:transition spd="slow">
    <p:wip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tistics - 9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8F69952-DDE8-254A-B98C-29E4A56BCE8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048000" y="4425696"/>
            <a:ext cx="5486400" cy="2212848"/>
          </a:xfr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6000" b="0">
                <a:solidFill>
                  <a:schemeClr val="tx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tx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D4F13E35-87EC-C24D-92D8-FDBC4ECC1A9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534400" y="4427538"/>
            <a:ext cx="36576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54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Edit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7143ECE4-E5E9-9644-9928-0613FBBD485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44000" y="-1"/>
            <a:ext cx="30480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54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Edit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2775517-9FC8-D140-8804-94F2F90E2A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144000" y="2212848"/>
            <a:ext cx="3048000" cy="2212848"/>
          </a:xfrm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5400" b="0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/>
            </a:lvl2pPr>
            <a:lvl3pPr algn="ctr">
              <a:lnSpc>
                <a:spcPct val="90000"/>
              </a:lnSpc>
              <a:spcAft>
                <a:spcPts val="0"/>
              </a:spcAft>
              <a:defRPr sz="1600"/>
            </a:lvl3pPr>
          </a:lstStyle>
          <a:p>
            <a:pPr lvl="0"/>
            <a:r>
              <a:rPr lang="en-US" dirty="0"/>
              <a:t>Edit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386BDE44-D965-9649-B073-BCADB4EABE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0" y="2212848"/>
            <a:ext cx="3657600" cy="2212848"/>
          </a:xfrm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5400" b="0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/>
            </a:lvl2pPr>
            <a:lvl3pPr algn="ctr">
              <a:lnSpc>
                <a:spcPct val="90000"/>
              </a:lnSpc>
              <a:spcAft>
                <a:spcPts val="0"/>
              </a:spcAft>
              <a:defRPr sz="1600"/>
            </a:lvl3pPr>
          </a:lstStyle>
          <a:p>
            <a:pPr lvl="0"/>
            <a:r>
              <a:rPr lang="en-US" dirty="0"/>
              <a:t>Edit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3D5BC5C6-A862-7A4E-B615-47D24DF9DF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4425696"/>
            <a:ext cx="30480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54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DDA8EE8-B029-5B46-81EB-DA7C2FB3D8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57600" y="2212848"/>
            <a:ext cx="54864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60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3C85F00-3917-CF47-B34F-F5BD0E11697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0" y="0"/>
            <a:ext cx="60960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60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0C7C18E-35B3-FC4D-B564-E7ED79437B9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0"/>
            <a:ext cx="3048000" cy="2212848"/>
          </a:xfrm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5400" b="0"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/>
            </a:lvl2pPr>
            <a:lvl3pPr algn="ctr">
              <a:lnSpc>
                <a:spcPct val="90000"/>
              </a:lnSpc>
              <a:spcAft>
                <a:spcPts val="0"/>
              </a:spcAft>
              <a:defRPr sz="1600"/>
            </a:lvl3pPr>
          </a:lstStyle>
          <a:p>
            <a:pPr lvl="0"/>
            <a:r>
              <a:rPr lang="en-US" dirty="0"/>
              <a:t>Edit 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32585004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1392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87967-F230-E346-9657-658673D2E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3ABA7D-EECC-6640-BFB6-892051A12A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01717718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5.xml"/><Relationship Id="rId26" Type="http://schemas.openxmlformats.org/officeDocument/2006/relationships/slideLayout" Target="../slideLayouts/slideLayout53.xml"/><Relationship Id="rId39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48.xml"/><Relationship Id="rId34" Type="http://schemas.openxmlformats.org/officeDocument/2006/relationships/slideLayout" Target="../slideLayouts/slideLayout61.xml"/><Relationship Id="rId42" Type="http://schemas.openxmlformats.org/officeDocument/2006/relationships/slideLayout" Target="../slideLayouts/slideLayout69.xml"/><Relationship Id="rId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29" Type="http://schemas.openxmlformats.org/officeDocument/2006/relationships/slideLayout" Target="../slideLayouts/slideLayout56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51.xml"/><Relationship Id="rId32" Type="http://schemas.openxmlformats.org/officeDocument/2006/relationships/slideLayout" Target="../slideLayouts/slideLayout59.xml"/><Relationship Id="rId37" Type="http://schemas.openxmlformats.org/officeDocument/2006/relationships/slideLayout" Target="../slideLayouts/slideLayout64.xml"/><Relationship Id="rId40" Type="http://schemas.openxmlformats.org/officeDocument/2006/relationships/slideLayout" Target="../slideLayouts/slideLayout67.xml"/><Relationship Id="rId45" Type="http://schemas.openxmlformats.org/officeDocument/2006/relationships/slideLayout" Target="../slideLayouts/slideLayout72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23" Type="http://schemas.openxmlformats.org/officeDocument/2006/relationships/slideLayout" Target="../slideLayouts/slideLayout50.xml"/><Relationship Id="rId28" Type="http://schemas.openxmlformats.org/officeDocument/2006/relationships/slideLayout" Target="../slideLayouts/slideLayout55.xml"/><Relationship Id="rId36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46.xml"/><Relationship Id="rId31" Type="http://schemas.openxmlformats.org/officeDocument/2006/relationships/slideLayout" Target="../slideLayouts/slideLayout58.xml"/><Relationship Id="rId44" Type="http://schemas.openxmlformats.org/officeDocument/2006/relationships/slideLayout" Target="../slideLayouts/slideLayout71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49.xml"/><Relationship Id="rId27" Type="http://schemas.openxmlformats.org/officeDocument/2006/relationships/slideLayout" Target="../slideLayouts/slideLayout54.xml"/><Relationship Id="rId30" Type="http://schemas.openxmlformats.org/officeDocument/2006/relationships/slideLayout" Target="../slideLayouts/slideLayout57.xml"/><Relationship Id="rId35" Type="http://schemas.openxmlformats.org/officeDocument/2006/relationships/slideLayout" Target="../slideLayouts/slideLayout62.xml"/><Relationship Id="rId43" Type="http://schemas.openxmlformats.org/officeDocument/2006/relationships/slideLayout" Target="../slideLayouts/slideLayout70.xml"/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5" Type="http://schemas.openxmlformats.org/officeDocument/2006/relationships/slideLayout" Target="../slideLayouts/slideLayout52.xml"/><Relationship Id="rId33" Type="http://schemas.openxmlformats.org/officeDocument/2006/relationships/slideLayout" Target="../slideLayouts/slideLayout60.xml"/><Relationship Id="rId38" Type="http://schemas.openxmlformats.org/officeDocument/2006/relationships/slideLayout" Target="../slideLayouts/slideLayout65.xml"/><Relationship Id="rId46" Type="http://schemas.openxmlformats.org/officeDocument/2006/relationships/theme" Target="../theme/theme2.xml"/><Relationship Id="rId20" Type="http://schemas.openxmlformats.org/officeDocument/2006/relationships/slideLayout" Target="../slideLayouts/slideLayout47.xml"/><Relationship Id="rId41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B0E67F4-E68C-764D-AD46-CD8820DB36CD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151790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828800"/>
            <a:ext cx="10363200" cy="43053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A06208-22DD-E94C-9E51-762921CA64DB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21103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726" r:id="rId2"/>
    <p:sldLayoutId id="2147483719" r:id="rId3"/>
    <p:sldLayoutId id="2147483685" r:id="rId4"/>
    <p:sldLayoutId id="2147483684" r:id="rId5"/>
    <p:sldLayoutId id="2147483722" r:id="rId6"/>
    <p:sldLayoutId id="2147483724" r:id="rId7"/>
    <p:sldLayoutId id="2147483725" r:id="rId8"/>
    <p:sldLayoutId id="2147483732" r:id="rId9"/>
    <p:sldLayoutId id="2147483734" r:id="rId10"/>
    <p:sldLayoutId id="2147483733" r:id="rId11"/>
    <p:sldLayoutId id="2147483723" r:id="rId12"/>
    <p:sldLayoutId id="2147483720" r:id="rId13"/>
    <p:sldLayoutId id="2147483698" r:id="rId14"/>
    <p:sldLayoutId id="2147483686" r:id="rId15"/>
    <p:sldLayoutId id="2147483688" r:id="rId16"/>
    <p:sldLayoutId id="2147483700" r:id="rId17"/>
    <p:sldLayoutId id="2147483729" r:id="rId18"/>
    <p:sldLayoutId id="2147483728" r:id="rId19"/>
    <p:sldLayoutId id="2147483730" r:id="rId20"/>
    <p:sldLayoutId id="2147483731" r:id="rId21"/>
    <p:sldLayoutId id="2147483735" r:id="rId22"/>
    <p:sldLayoutId id="2147483691" r:id="rId23"/>
    <p:sldLayoutId id="2147483689" r:id="rId24"/>
    <p:sldLayoutId id="2147483690" r:id="rId25"/>
    <p:sldLayoutId id="2147483721" r:id="rId26"/>
    <p:sldLayoutId id="2147483794" r:id="rId27"/>
  </p:sldLayoutIdLst>
  <p:transition spd="slow">
    <p:wipe/>
  </p:transition>
  <p:hf sldNum="0" hdr="0" ftr="0" dt="0"/>
  <p:txStyles>
    <p:titleStyle>
      <a:lvl1pPr algn="ctr" defTabSz="914400" rtl="0" eaLnBrk="1" latinLnBrk="0" hangingPunct="1">
        <a:lnSpc>
          <a:spcPct val="95000"/>
        </a:lnSpc>
        <a:spcBef>
          <a:spcPct val="0"/>
        </a:spcBef>
        <a:buNone/>
        <a:defRPr sz="4400" kern="1200">
          <a:solidFill>
            <a:schemeClr val="tx1"/>
          </a:solidFill>
          <a:latin typeface="Georgia" panose="02040502050405020303" pitchFamily="18" charset="0"/>
          <a:ea typeface="MingLiU" panose="02020509000000000000" pitchFamily="49" charset="-120"/>
          <a:cs typeface="+mj-cs"/>
        </a:defRPr>
      </a:lvl1pPr>
    </p:titleStyle>
    <p:bodyStyle>
      <a:lvl1pPr marL="0" indent="0" algn="ctr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defRPr sz="1800" b="1" kern="1200" spc="0" baseline="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1pPr>
      <a:lvl2pPr marL="9525" indent="0" algn="ctr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tabLst/>
        <a:defRPr sz="1600" kern="1200" spc="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2pPr>
      <a:lvl3pPr marL="9525" indent="0" algn="ctr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tabLst/>
        <a:defRPr sz="1600" kern="1200" spc="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3pPr>
      <a:lvl4pPr marL="9525" indent="0" algn="ctr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tabLst/>
        <a:defRPr sz="1600" kern="1200" spc="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4pPr>
      <a:lvl5pPr marL="9525" indent="0" algn="ctr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tabLst/>
        <a:defRPr sz="1600" kern="1200" spc="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0" userDrawn="1">
          <p15:clr>
            <a:srgbClr val="F26B43"/>
          </p15:clr>
        </p15:guide>
        <p15:guide id="2" pos="224" userDrawn="1">
          <p15:clr>
            <a:srgbClr val="F26B43"/>
          </p15:clr>
        </p15:guide>
        <p15:guide id="3" pos="7456" userDrawn="1">
          <p15:clr>
            <a:srgbClr val="F26B43"/>
          </p15:clr>
        </p15:guide>
        <p15:guide id="4" pos="576" userDrawn="1">
          <p15:clr>
            <a:srgbClr val="F26B43"/>
          </p15:clr>
        </p15:guide>
        <p15:guide id="5" pos="7104" userDrawn="1">
          <p15:clr>
            <a:srgbClr val="F26B43"/>
          </p15:clr>
        </p15:guide>
        <p15:guide id="6" pos="5120" userDrawn="1">
          <p15:clr>
            <a:srgbClr val="F26B43"/>
          </p15:clr>
        </p15:guide>
        <p15:guide id="7" orient="horz" pos="552" userDrawn="1">
          <p15:clr>
            <a:srgbClr val="F26B43"/>
          </p15:clr>
        </p15:guide>
        <p15:guide id="10" orient="horz" pos="1152" userDrawn="1">
          <p15:clr>
            <a:srgbClr val="F26B43"/>
          </p15:clr>
        </p15:guide>
        <p15:guide id="11" orient="horz" pos="3600" userDrawn="1">
          <p15:clr>
            <a:srgbClr val="F26B43"/>
          </p15:clr>
        </p15:guide>
        <p15:guide id="13" pos="3840" userDrawn="1">
          <p15:clr>
            <a:srgbClr val="F26B43"/>
          </p15:clr>
        </p15:guide>
        <p15:guide id="14" orient="horz" pos="3864" userDrawn="1">
          <p15:clr>
            <a:srgbClr val="F26B43"/>
          </p15:clr>
        </p15:guide>
        <p15:guide id="15" orient="horz" pos="3984" userDrawn="1">
          <p15:clr>
            <a:srgbClr val="F26B43"/>
          </p15:clr>
        </p15:guide>
        <p15:guide id="16" orient="horz" pos="624" userDrawn="1">
          <p15:clr>
            <a:srgbClr val="F26B43"/>
          </p15:clr>
        </p15:guide>
        <p15:guide id="18" pos="3072" userDrawn="1">
          <p15:clr>
            <a:srgbClr val="F26B43"/>
          </p15:clr>
        </p15:guide>
        <p15:guide id="19" orient="horz" pos="2088" userDrawn="1">
          <p15:clr>
            <a:srgbClr val="F26B43"/>
          </p15:clr>
        </p15:guide>
        <p15:guide id="20" orient="horz" pos="3144" userDrawn="1">
          <p15:clr>
            <a:srgbClr val="F26B43"/>
          </p15:clr>
        </p15:guide>
        <p15:guide id="21" orient="horz" pos="278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B0E67F4-E68C-764D-AD46-CD8820DB36CD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151790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828800"/>
            <a:ext cx="10363200" cy="43053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A06208-22DD-E94C-9E51-762921CA64DB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0E67F4-E68C-764D-AD46-CD8820DB36CD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A06208-22DD-E94C-9E51-762921CA64DB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42536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92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3" r:id="rId19"/>
    <p:sldLayoutId id="2147483784" r:id="rId20"/>
    <p:sldLayoutId id="2147483785" r:id="rId21"/>
    <p:sldLayoutId id="2147483786" r:id="rId22"/>
    <p:sldLayoutId id="2147483787" r:id="rId23"/>
    <p:sldLayoutId id="2147483788" r:id="rId24"/>
    <p:sldLayoutId id="2147483789" r:id="rId25"/>
    <p:sldLayoutId id="2147483790" r:id="rId26"/>
    <p:sldLayoutId id="2147483791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754" r:id="rId34"/>
    <p:sldLayoutId id="2147483755" r:id="rId35"/>
    <p:sldLayoutId id="2147483756" r:id="rId36"/>
    <p:sldLayoutId id="2147483757" r:id="rId37"/>
    <p:sldLayoutId id="2147483758" r:id="rId38"/>
    <p:sldLayoutId id="2147483759" r:id="rId39"/>
    <p:sldLayoutId id="2147483760" r:id="rId40"/>
    <p:sldLayoutId id="2147483761" r:id="rId41"/>
    <p:sldLayoutId id="2147483762" r:id="rId42"/>
    <p:sldLayoutId id="2147483763" r:id="rId43"/>
    <p:sldLayoutId id="2147483764" r:id="rId44"/>
    <p:sldLayoutId id="2147483793" r:id="rId45"/>
  </p:sldLayoutIdLst>
  <p:transition spd="slow">
    <p:wipe/>
  </p:transition>
  <p:hf sldNum="0" hdr="0" ftr="0" dt="0"/>
  <p:txStyles>
    <p:titleStyle>
      <a:lvl1pPr algn="ctr" defTabSz="914400" rtl="0" eaLnBrk="1" latinLnBrk="0" hangingPunct="1">
        <a:lnSpc>
          <a:spcPct val="95000"/>
        </a:lnSpc>
        <a:spcBef>
          <a:spcPct val="0"/>
        </a:spcBef>
        <a:buNone/>
        <a:defRPr sz="4400" kern="1200">
          <a:solidFill>
            <a:schemeClr val="tx1"/>
          </a:solidFill>
          <a:latin typeface="Georgia" panose="02040502050405020303" pitchFamily="18" charset="0"/>
          <a:ea typeface="MingLiU" panose="02020509000000000000" pitchFamily="49" charset="-120"/>
          <a:cs typeface="+mj-cs"/>
        </a:defRPr>
      </a:lvl1pPr>
    </p:titleStyle>
    <p:bodyStyle>
      <a:lvl1pPr marL="0" indent="0" algn="ctr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defRPr sz="1800" b="1" kern="1200" spc="0" baseline="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1pPr>
      <a:lvl2pPr marL="9525" indent="0" algn="ctr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tabLst/>
        <a:defRPr sz="1600" kern="1200" spc="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2pPr>
      <a:lvl3pPr marL="9525" indent="0" algn="ctr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tabLst/>
        <a:defRPr sz="1600" kern="1200" spc="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3pPr>
      <a:lvl4pPr marL="9525" indent="0" algn="ctr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tabLst/>
        <a:defRPr sz="1600" kern="1200" spc="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4pPr>
      <a:lvl5pPr marL="9525" indent="0" algn="ctr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tabLst/>
        <a:defRPr sz="1600" kern="1200" spc="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920">
          <p15:clr>
            <a:srgbClr val="F26B43"/>
          </p15:clr>
        </p15:guide>
        <p15:guide id="2" pos="168">
          <p15:clr>
            <a:srgbClr val="F26B43"/>
          </p15:clr>
        </p15:guide>
        <p15:guide id="3" pos="5592">
          <p15:clr>
            <a:srgbClr val="F26B43"/>
          </p15:clr>
        </p15:guide>
        <p15:guide id="4" pos="432">
          <p15:clr>
            <a:srgbClr val="F26B43"/>
          </p15:clr>
        </p15:guide>
        <p15:guide id="5" pos="5328">
          <p15:clr>
            <a:srgbClr val="F26B43"/>
          </p15:clr>
        </p15:guide>
        <p15:guide id="13" pos="2880">
          <p15:clr>
            <a:srgbClr val="F26B43"/>
          </p15:clr>
        </p15:guide>
        <p15:guide id="18" pos="2304">
          <p15:clr>
            <a:srgbClr val="F26B43"/>
          </p15:clr>
        </p15:guide>
        <p15:guide id="22" pos="2560" userDrawn="1">
          <p15:clr>
            <a:srgbClr val="F26B43"/>
          </p15:clr>
        </p15:guide>
        <p15:guide id="23" pos="224" userDrawn="1">
          <p15:clr>
            <a:srgbClr val="F26B43"/>
          </p15:clr>
        </p15:guide>
        <p15:guide id="24" pos="7456" userDrawn="1">
          <p15:clr>
            <a:srgbClr val="F26B43"/>
          </p15:clr>
        </p15:guide>
        <p15:guide id="25" pos="576" userDrawn="1">
          <p15:clr>
            <a:srgbClr val="F26B43"/>
          </p15:clr>
        </p15:guide>
        <p15:guide id="26" pos="7104" userDrawn="1">
          <p15:clr>
            <a:srgbClr val="F26B43"/>
          </p15:clr>
        </p15:guide>
        <p15:guide id="27" pos="5120" userDrawn="1">
          <p15:clr>
            <a:srgbClr val="F26B43"/>
          </p15:clr>
        </p15:guide>
        <p15:guide id="28" orient="horz" pos="552" userDrawn="1">
          <p15:clr>
            <a:srgbClr val="F26B43"/>
          </p15:clr>
        </p15:guide>
        <p15:guide id="29" orient="horz" pos="1152" userDrawn="1">
          <p15:clr>
            <a:srgbClr val="F26B43"/>
          </p15:clr>
        </p15:guide>
        <p15:guide id="30" orient="horz" pos="3600" userDrawn="1">
          <p15:clr>
            <a:srgbClr val="F26B43"/>
          </p15:clr>
        </p15:guide>
        <p15:guide id="31" pos="3840" userDrawn="1">
          <p15:clr>
            <a:srgbClr val="F26B43"/>
          </p15:clr>
        </p15:guide>
        <p15:guide id="32" orient="horz" pos="3864" userDrawn="1">
          <p15:clr>
            <a:srgbClr val="F26B43"/>
          </p15:clr>
        </p15:guide>
        <p15:guide id="33" orient="horz" pos="3984" userDrawn="1">
          <p15:clr>
            <a:srgbClr val="F26B43"/>
          </p15:clr>
        </p15:guide>
        <p15:guide id="34" orient="horz" pos="624" userDrawn="1">
          <p15:clr>
            <a:srgbClr val="F26B43"/>
          </p15:clr>
        </p15:guide>
        <p15:guide id="35" pos="3072" userDrawn="1">
          <p15:clr>
            <a:srgbClr val="F26B43"/>
          </p15:clr>
        </p15:guide>
        <p15:guide id="36" orient="horz" pos="2088" userDrawn="1">
          <p15:clr>
            <a:srgbClr val="F26B43"/>
          </p15:clr>
        </p15:guide>
        <p15:guide id="37" orient="horz" pos="3144" userDrawn="1">
          <p15:clr>
            <a:srgbClr val="F26B43"/>
          </p15:clr>
        </p15:guide>
        <p15:guide id="38" orient="horz" pos="27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7" Type="http://schemas.openxmlformats.org/officeDocument/2006/relationships/image" Target="../media/image16.png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15.png"/><Relationship Id="rId5" Type="http://schemas.openxmlformats.org/officeDocument/2006/relationships/image" Target="../media/image14.tiff"/><Relationship Id="rId4" Type="http://schemas.openxmlformats.org/officeDocument/2006/relationships/image" Target="../media/image13.tif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7" Type="http://schemas.openxmlformats.org/officeDocument/2006/relationships/image" Target="../media/image16.png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15.png"/><Relationship Id="rId5" Type="http://schemas.openxmlformats.org/officeDocument/2006/relationships/image" Target="../media/image14.tiff"/><Relationship Id="rId4" Type="http://schemas.openxmlformats.org/officeDocument/2006/relationships/image" Target="../media/image13.tif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4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22.jpeg"/><Relationship Id="rId4" Type="http://schemas.openxmlformats.org/officeDocument/2006/relationships/hyperlink" Target="https://www.amazon.com/Righteous-Mind-Divided-Politics-Religion/dp/0307455777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AE4902-5FC6-4744-B3C1-AFAAF63E72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5139" b="-565"/>
          <a:stretch/>
        </p:blipFill>
        <p:spPr>
          <a:xfrm>
            <a:off x="9065519" y="1124712"/>
            <a:ext cx="3126481" cy="55460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775BB-C6E4-F84F-9599-A0B0C9671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691640"/>
            <a:ext cx="10363200" cy="2907656"/>
          </a:xfrm>
        </p:spPr>
        <p:txBody>
          <a:bodyPr/>
          <a:lstStyle/>
          <a:p>
            <a:r>
              <a:rPr lang="en-US" sz="4800" dirty="0"/>
              <a:t>Team Development </a:t>
            </a:r>
            <a:br>
              <a:rPr lang="en-US" sz="4800" dirty="0"/>
            </a:br>
            <a:r>
              <a:rPr lang="en-US" sz="4800" dirty="0"/>
              <a:t>&amp; Assessment</a:t>
            </a:r>
            <a:br>
              <a:rPr lang="en-US" sz="4800" dirty="0"/>
            </a:br>
            <a:br>
              <a:rPr lang="en-US" sz="4800" dirty="0"/>
            </a:br>
            <a:r>
              <a:rPr lang="en-US" sz="3600" dirty="0"/>
              <a:t>Module 3: Leading Decision-Making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303049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B2F5BE-EE48-5D41-B531-8B707A9D04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400" y="3429000"/>
            <a:ext cx="4876800" cy="2606041"/>
          </a:xfrm>
        </p:spPr>
        <p:txBody>
          <a:bodyPr/>
          <a:lstStyle/>
          <a:p>
            <a:r>
              <a:rPr lang="en-US" sz="2000" b="0" dirty="0"/>
              <a:t>A more directive style of leadership that provides structure to the team’s work. A task-focused leader specifies how work should be done.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4E7A6-A1FC-E945-97D2-2C28FE6011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1" y="3429000"/>
            <a:ext cx="4876800" cy="2606041"/>
          </a:xfrm>
        </p:spPr>
        <p:txBody>
          <a:bodyPr/>
          <a:lstStyle/>
          <a:p>
            <a:r>
              <a:rPr lang="en-US" sz="2000" b="0" dirty="0"/>
              <a:t>A more participative style of leadership that focuses principally on relationships among team members and people’s individual needs and perspectives.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A01EC2-0290-C643-8AC2-B8B659DC8D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How would you lead?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3B4176-3993-B849-B49F-B2B784D8BA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1" y="3429000"/>
            <a:ext cx="4876800" cy="594360"/>
          </a:xfrm>
        </p:spPr>
        <p:txBody>
          <a:bodyPr/>
          <a:lstStyle/>
          <a:p>
            <a:r>
              <a:rPr lang="en-US" sz="2000" dirty="0"/>
              <a:t>Task-Focused Leadership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2D5D76-8245-DF42-952C-D9FE2F25EC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00801" y="3429000"/>
            <a:ext cx="4876800" cy="594360"/>
          </a:xfrm>
        </p:spPr>
        <p:txBody>
          <a:bodyPr/>
          <a:lstStyle/>
          <a:p>
            <a:r>
              <a:rPr lang="en-US" sz="2000" dirty="0"/>
              <a:t>Person-Focused Leadership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0612E5-0956-E548-9A19-B40F950B0DCC}"/>
              </a:ext>
            </a:extLst>
          </p:cNvPr>
          <p:cNvSpPr txBox="1"/>
          <p:nvPr/>
        </p:nvSpPr>
        <p:spPr>
          <a:xfrm>
            <a:off x="1031358" y="1862025"/>
            <a:ext cx="102462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Imagine you were charged with leading a team of people high in diversity. Specifically, imagine that </a:t>
            </a:r>
            <a:r>
              <a:rPr lang="en-US" sz="2000"/>
              <a:t>team members </a:t>
            </a:r>
            <a:r>
              <a:rPr lang="en-US" sz="2000" dirty="0"/>
              <a:t>held very different core values. </a:t>
            </a:r>
            <a:br>
              <a:rPr lang="en-US" sz="2000" dirty="0"/>
            </a:br>
            <a:br>
              <a:rPr lang="en-US" sz="2000" dirty="0"/>
            </a:br>
            <a:r>
              <a:rPr lang="en-US" sz="2000" i="1" dirty="0"/>
              <a:t>Which style of leadership do you think would be most beneficial for such a team?</a:t>
            </a:r>
          </a:p>
        </p:txBody>
      </p:sp>
    </p:spTree>
    <p:extLst>
      <p:ext uri="{BB962C8B-B14F-4D97-AF65-F5344CB8AC3E}">
        <p14:creationId xmlns:p14="http://schemas.microsoft.com/office/powerpoint/2010/main" val="591726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9D98FE9-6ED8-9A48-94A6-99C0714A8B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400" dirty="0"/>
              <a:t>Results from a study of national service teams</a:t>
            </a:r>
            <a:endParaRPr lang="en-US" sz="2400" b="0" dirty="0"/>
          </a:p>
          <a:p>
            <a:r>
              <a:rPr lang="en-US" sz="2400" b="0" dirty="0"/>
              <a:t>A task-focused style yields the highest performance for highly diverse teams.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E0C2D8-73F1-DA44-83AF-F639CB65A01E}"/>
              </a:ext>
            </a:extLst>
          </p:cNvPr>
          <p:cNvSpPr txBox="1"/>
          <p:nvPr/>
        </p:nvSpPr>
        <p:spPr>
          <a:xfrm>
            <a:off x="8548099" y="5198498"/>
            <a:ext cx="2813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Klein, Knight et al. (2011)</a:t>
            </a:r>
          </a:p>
        </p:txBody>
      </p:sp>
      <p:pic>
        <p:nvPicPr>
          <p:cNvPr id="10" name="Picture 9" descr="high_values_perf.pdf">
            <a:extLst>
              <a:ext uri="{FF2B5EF4-FFF2-40B4-BE49-F238E27FC236}">
                <a16:creationId xmlns:a16="http://schemas.microsoft.com/office/drawing/2014/main" id="{9009103E-D9E3-1348-A623-A5E5BA73D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000" y="685800"/>
            <a:ext cx="5486400" cy="5486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60A816-670D-FB48-A0F8-8A8CC39CAD79}"/>
              </a:ext>
            </a:extLst>
          </p:cNvPr>
          <p:cNvSpPr txBox="1"/>
          <p:nvPr/>
        </p:nvSpPr>
        <p:spPr>
          <a:xfrm>
            <a:off x="91489" y="2740969"/>
            <a:ext cx="1999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2726943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C6C32-CF06-F949-AC22-DBB7909A0C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400" dirty="0"/>
              <a:t>Results from a study of national service teams</a:t>
            </a:r>
            <a:endParaRPr lang="en-US" sz="24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Task-focused leadership quells team conflict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Person-focused leadership inflames team conflict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DA1465-9383-3A45-8629-627BB6204423}"/>
              </a:ext>
            </a:extLst>
          </p:cNvPr>
          <p:cNvSpPr txBox="1"/>
          <p:nvPr/>
        </p:nvSpPr>
        <p:spPr>
          <a:xfrm>
            <a:off x="197815" y="2498852"/>
            <a:ext cx="2140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Team Conflict</a:t>
            </a:r>
          </a:p>
        </p:txBody>
      </p:sp>
      <p:pic>
        <p:nvPicPr>
          <p:cNvPr id="5" name="Picture 4" descr="high_values_conflict.pdf">
            <a:extLst>
              <a:ext uri="{FF2B5EF4-FFF2-40B4-BE49-F238E27FC236}">
                <a16:creationId xmlns:a16="http://schemas.microsoft.com/office/drawing/2014/main" id="{0304EE18-C650-5B4D-A92A-3B280E1B20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940" y="443683"/>
            <a:ext cx="5486400" cy="5486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AAB9C9-F0AE-6049-B714-1D9EFB546C96}"/>
              </a:ext>
            </a:extLst>
          </p:cNvPr>
          <p:cNvSpPr txBox="1"/>
          <p:nvPr/>
        </p:nvSpPr>
        <p:spPr>
          <a:xfrm>
            <a:off x="8548099" y="5198498"/>
            <a:ext cx="2813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Klein, Knight et al. (2011)</a:t>
            </a:r>
          </a:p>
        </p:txBody>
      </p:sp>
    </p:spTree>
    <p:extLst>
      <p:ext uri="{BB962C8B-B14F-4D97-AF65-F5344CB8AC3E}">
        <p14:creationId xmlns:p14="http://schemas.microsoft.com/office/powerpoint/2010/main" val="425608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C6C32-CF06-F949-AC22-DBB7909A0C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400" dirty="0"/>
              <a:t>Results from a study of national service teams</a:t>
            </a:r>
          </a:p>
          <a:p>
            <a:r>
              <a:rPr lang="en-US" sz="2400" b="0" dirty="0"/>
              <a:t>The pattern reverses if team members have similar values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DA1465-9383-3A45-8629-627BB6204423}"/>
              </a:ext>
            </a:extLst>
          </p:cNvPr>
          <p:cNvSpPr txBox="1"/>
          <p:nvPr/>
        </p:nvSpPr>
        <p:spPr>
          <a:xfrm>
            <a:off x="197815" y="2498852"/>
            <a:ext cx="19367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AB9C9-F0AE-6049-B714-1D9EFB546C96}"/>
              </a:ext>
            </a:extLst>
          </p:cNvPr>
          <p:cNvSpPr txBox="1"/>
          <p:nvPr/>
        </p:nvSpPr>
        <p:spPr>
          <a:xfrm>
            <a:off x="8548099" y="5198498"/>
            <a:ext cx="2813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Klein, Knight et al. (2011)</a:t>
            </a:r>
          </a:p>
        </p:txBody>
      </p:sp>
      <p:pic>
        <p:nvPicPr>
          <p:cNvPr id="8" name="Picture 7" descr="low_values_perf.pdf">
            <a:extLst>
              <a:ext uri="{FF2B5EF4-FFF2-40B4-BE49-F238E27FC236}">
                <a16:creationId xmlns:a16="http://schemas.microsoft.com/office/drawing/2014/main" id="{9E674ABF-28E5-4A42-A418-44202D0DD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740" y="217317"/>
            <a:ext cx="54864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50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C6C32-CF06-F949-AC22-DBB7909A0C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400" dirty="0"/>
              <a:t>Results from a study of national service teams</a:t>
            </a:r>
          </a:p>
          <a:p>
            <a:r>
              <a:rPr lang="en-US" sz="2400" b="0" dirty="0"/>
              <a:t>The pattern reverses if team members have similar values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DA1465-9383-3A45-8629-627BB6204423}"/>
              </a:ext>
            </a:extLst>
          </p:cNvPr>
          <p:cNvSpPr txBox="1"/>
          <p:nvPr/>
        </p:nvSpPr>
        <p:spPr>
          <a:xfrm>
            <a:off x="197815" y="2498852"/>
            <a:ext cx="2140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Team Conflict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AB9C9-F0AE-6049-B714-1D9EFB546C96}"/>
              </a:ext>
            </a:extLst>
          </p:cNvPr>
          <p:cNvSpPr txBox="1"/>
          <p:nvPr/>
        </p:nvSpPr>
        <p:spPr>
          <a:xfrm>
            <a:off x="8548099" y="5198498"/>
            <a:ext cx="2813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Klein, Knight et al. (2011)</a:t>
            </a:r>
          </a:p>
        </p:txBody>
      </p:sp>
      <p:pic>
        <p:nvPicPr>
          <p:cNvPr id="8" name="Picture 7" descr="low_values_conflict.pdf">
            <a:extLst>
              <a:ext uri="{FF2B5EF4-FFF2-40B4-BE49-F238E27FC236}">
                <a16:creationId xmlns:a16="http://schemas.microsoft.com/office/drawing/2014/main" id="{998DE237-648A-C348-98D1-A3BB31DEC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849" y="1009940"/>
            <a:ext cx="54864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470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6B6CB-E2B7-8141-9CCA-B3D0ED7871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 dirty="0"/>
              <a:t>Of course, though, these styles are not mutually exclusive</a:t>
            </a:r>
            <a:endParaRPr lang="en-US" sz="2000" b="0" dirty="0"/>
          </a:p>
          <a:p>
            <a:r>
              <a:rPr lang="en-US" sz="2000" b="0" dirty="0"/>
              <a:t>Consider how task-focused and person-focused leadership styles can intersect</a:t>
            </a:r>
            <a:endParaRPr lang="en-US" sz="20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562F181-D31E-4942-8952-61F5F2E88DEC}"/>
              </a:ext>
            </a:extLst>
          </p:cNvPr>
          <p:cNvCxnSpPr/>
          <p:nvPr/>
        </p:nvCxnSpPr>
        <p:spPr>
          <a:xfrm>
            <a:off x="2025842" y="5102066"/>
            <a:ext cx="5553808" cy="0"/>
          </a:xfrm>
          <a:prstGeom prst="line">
            <a:avLst/>
          </a:prstGeom>
          <a:noFill/>
          <a:ln w="57150" cap="flat" cmpd="sng" algn="ctr">
            <a:solidFill>
              <a:srgbClr val="C0504D">
                <a:lumMod val="50000"/>
              </a:srgbClr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2D4DC8C-6AE8-D940-985D-5260DD47B513}"/>
              </a:ext>
            </a:extLst>
          </p:cNvPr>
          <p:cNvSpPr txBox="1"/>
          <p:nvPr/>
        </p:nvSpPr>
        <p:spPr>
          <a:xfrm>
            <a:off x="2680365" y="5257339"/>
            <a:ext cx="4835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1600" i="1" dirty="0">
                <a:solidFill>
                  <a:prstClr val="black"/>
                </a:solidFill>
                <a:latin typeface="Calibri"/>
              </a:rPr>
              <a:t>Low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6E6B23-0411-5340-B47D-44F6464C9408}"/>
              </a:ext>
            </a:extLst>
          </p:cNvPr>
          <p:cNvSpPr txBox="1"/>
          <p:nvPr/>
        </p:nvSpPr>
        <p:spPr>
          <a:xfrm>
            <a:off x="6522314" y="5257339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1600" i="1" dirty="0">
                <a:solidFill>
                  <a:prstClr val="black"/>
                </a:solidFill>
                <a:latin typeface="Calibri"/>
              </a:rPr>
              <a:t>High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7E3417C-F1C6-0248-948C-B0CB09037E7A}"/>
              </a:ext>
            </a:extLst>
          </p:cNvPr>
          <p:cNvCxnSpPr/>
          <p:nvPr/>
        </p:nvCxnSpPr>
        <p:spPr>
          <a:xfrm flipV="1">
            <a:off x="1883698" y="1218780"/>
            <a:ext cx="0" cy="3946298"/>
          </a:xfrm>
          <a:prstGeom prst="line">
            <a:avLst/>
          </a:prstGeom>
          <a:noFill/>
          <a:ln w="57150" cap="flat" cmpd="sng" algn="ctr">
            <a:solidFill>
              <a:srgbClr val="C0504D">
                <a:lumMod val="50000"/>
              </a:srgbClr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90260DF-C21C-B941-AEB7-18E03183633A}"/>
              </a:ext>
            </a:extLst>
          </p:cNvPr>
          <p:cNvSpPr txBox="1"/>
          <p:nvPr/>
        </p:nvSpPr>
        <p:spPr>
          <a:xfrm>
            <a:off x="0" y="2608551"/>
            <a:ext cx="17415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600" dirty="0">
                <a:solidFill>
                  <a:prstClr val="black"/>
                </a:solidFill>
                <a:latin typeface="Calibri"/>
              </a:rPr>
              <a:t>Structuring, Assertive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677D32-4A3F-E843-B62C-A6A056E271B0}"/>
              </a:ext>
            </a:extLst>
          </p:cNvPr>
          <p:cNvSpPr txBox="1"/>
          <p:nvPr/>
        </p:nvSpPr>
        <p:spPr>
          <a:xfrm>
            <a:off x="877529" y="1620929"/>
            <a:ext cx="619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1600" i="1" dirty="0">
                <a:solidFill>
                  <a:prstClr val="black"/>
                </a:solidFill>
                <a:latin typeface="Calibri"/>
              </a:rPr>
              <a:t>High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B63253-929A-D54B-A2D2-D6F1F7869F7D}"/>
              </a:ext>
            </a:extLst>
          </p:cNvPr>
          <p:cNvSpPr txBox="1"/>
          <p:nvPr/>
        </p:nvSpPr>
        <p:spPr>
          <a:xfrm>
            <a:off x="1155276" y="4420695"/>
            <a:ext cx="5451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1600" i="1" dirty="0">
                <a:solidFill>
                  <a:prstClr val="black"/>
                </a:solidFill>
                <a:latin typeface="Calibri"/>
              </a:rPr>
              <a:t>Low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3831A8-9850-1045-BD2E-C548142B20D4}"/>
              </a:ext>
            </a:extLst>
          </p:cNvPr>
          <p:cNvSpPr txBox="1"/>
          <p:nvPr/>
        </p:nvSpPr>
        <p:spPr>
          <a:xfrm>
            <a:off x="217713" y="2349390"/>
            <a:ext cx="1442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Task-Focused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D33D18-EA15-604E-8BF0-773F8740EBE3}"/>
              </a:ext>
            </a:extLst>
          </p:cNvPr>
          <p:cNvSpPr txBox="1"/>
          <p:nvPr/>
        </p:nvSpPr>
        <p:spPr>
          <a:xfrm>
            <a:off x="3134673" y="5507739"/>
            <a:ext cx="33876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600" dirty="0">
                <a:solidFill>
                  <a:prstClr val="black"/>
                </a:solidFill>
                <a:latin typeface="Calibri"/>
              </a:rPr>
              <a:t>Inclusive, Collaborative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0EE919-E1B9-F84E-A416-849A2B3439AA}"/>
              </a:ext>
            </a:extLst>
          </p:cNvPr>
          <p:cNvSpPr txBox="1"/>
          <p:nvPr/>
        </p:nvSpPr>
        <p:spPr>
          <a:xfrm>
            <a:off x="3822607" y="5259463"/>
            <a:ext cx="2089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Person-Focused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FF4A57-7BF3-1E43-BEEA-AC2468D81CB3}"/>
              </a:ext>
            </a:extLst>
          </p:cNvPr>
          <p:cNvSpPr/>
          <p:nvPr/>
        </p:nvSpPr>
        <p:spPr>
          <a:xfrm>
            <a:off x="2131322" y="1218780"/>
            <a:ext cx="2133600" cy="1499942"/>
          </a:xfrm>
          <a:prstGeom prst="rect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56656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Directive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56656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56656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Provide specific instructions and closely monitor performance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67F3C9B-87E5-AB4B-B2AD-F6E63886BD42}"/>
              </a:ext>
            </a:extLst>
          </p:cNvPr>
          <p:cNvSpPr/>
          <p:nvPr/>
        </p:nvSpPr>
        <p:spPr>
          <a:xfrm>
            <a:off x="2131322" y="3429000"/>
            <a:ext cx="2133600" cy="1499942"/>
          </a:xfrm>
          <a:prstGeom prst="rect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56656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Empowering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56656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56656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Turn over responsibility for process and decisions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1D8F65B-2C54-F641-BC17-2C332BB511A2}"/>
              </a:ext>
            </a:extLst>
          </p:cNvPr>
          <p:cNvSpPr/>
          <p:nvPr/>
        </p:nvSpPr>
        <p:spPr>
          <a:xfrm>
            <a:off x="5730589" y="1218780"/>
            <a:ext cx="2133600" cy="1499942"/>
          </a:xfrm>
          <a:prstGeom prst="rect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56656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Coaching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56656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56656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Establish process, routines, and norms; a voice is not a vote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99C224-4A15-304F-B4C6-03C482CE6FEF}"/>
              </a:ext>
            </a:extLst>
          </p:cNvPr>
          <p:cNvSpPr/>
          <p:nvPr/>
        </p:nvSpPr>
        <p:spPr>
          <a:xfrm>
            <a:off x="5730589" y="3429000"/>
            <a:ext cx="2133600" cy="1499942"/>
          </a:xfrm>
          <a:prstGeom prst="rect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56656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Participative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56656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56656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Share ideas, facilitate joint decision-making among members</a:t>
            </a:r>
          </a:p>
        </p:txBody>
      </p:sp>
    </p:spTree>
    <p:extLst>
      <p:ext uri="{BB962C8B-B14F-4D97-AF65-F5344CB8AC3E}">
        <p14:creationId xmlns:p14="http://schemas.microsoft.com/office/powerpoint/2010/main" val="3696767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6B6CB-E2B7-8141-9CCA-B3D0ED7871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 dirty="0"/>
              <a:t>The most effective leaders are adaptive, modulating these styles in response to the situation they face</a:t>
            </a:r>
            <a:endParaRPr lang="en-US" sz="2000" b="0" dirty="0"/>
          </a:p>
          <a:p>
            <a:r>
              <a:rPr lang="en-US" sz="2000" b="0" dirty="0"/>
              <a:t>Consider how task-focused and person-focused leadership styles can intersect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562F181-D31E-4942-8952-61F5F2E88DEC}"/>
              </a:ext>
            </a:extLst>
          </p:cNvPr>
          <p:cNvCxnSpPr/>
          <p:nvPr/>
        </p:nvCxnSpPr>
        <p:spPr>
          <a:xfrm>
            <a:off x="2025842" y="5102066"/>
            <a:ext cx="5553808" cy="0"/>
          </a:xfrm>
          <a:prstGeom prst="line">
            <a:avLst/>
          </a:prstGeom>
          <a:noFill/>
          <a:ln w="57150" cap="flat" cmpd="sng" algn="ctr">
            <a:solidFill>
              <a:srgbClr val="C0504D">
                <a:lumMod val="50000"/>
              </a:srgbClr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2D4DC8C-6AE8-D940-985D-5260DD47B513}"/>
              </a:ext>
            </a:extLst>
          </p:cNvPr>
          <p:cNvSpPr txBox="1"/>
          <p:nvPr/>
        </p:nvSpPr>
        <p:spPr>
          <a:xfrm>
            <a:off x="2680365" y="5257339"/>
            <a:ext cx="4835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1600" i="1" dirty="0">
                <a:solidFill>
                  <a:prstClr val="black"/>
                </a:solidFill>
                <a:latin typeface="Calibri"/>
              </a:rPr>
              <a:t>Low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6E6B23-0411-5340-B47D-44F6464C9408}"/>
              </a:ext>
            </a:extLst>
          </p:cNvPr>
          <p:cNvSpPr txBox="1"/>
          <p:nvPr/>
        </p:nvSpPr>
        <p:spPr>
          <a:xfrm>
            <a:off x="6522314" y="5257339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1600" i="1" dirty="0">
                <a:solidFill>
                  <a:prstClr val="black"/>
                </a:solidFill>
                <a:latin typeface="Calibri"/>
              </a:rPr>
              <a:t>High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7E3417C-F1C6-0248-948C-B0CB09037E7A}"/>
              </a:ext>
            </a:extLst>
          </p:cNvPr>
          <p:cNvCxnSpPr/>
          <p:nvPr/>
        </p:nvCxnSpPr>
        <p:spPr>
          <a:xfrm flipV="1">
            <a:off x="1883698" y="1218780"/>
            <a:ext cx="0" cy="3946298"/>
          </a:xfrm>
          <a:prstGeom prst="line">
            <a:avLst/>
          </a:prstGeom>
          <a:noFill/>
          <a:ln w="57150" cap="flat" cmpd="sng" algn="ctr">
            <a:solidFill>
              <a:srgbClr val="C0504D">
                <a:lumMod val="50000"/>
              </a:srgbClr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90260DF-C21C-B941-AEB7-18E03183633A}"/>
              </a:ext>
            </a:extLst>
          </p:cNvPr>
          <p:cNvSpPr txBox="1"/>
          <p:nvPr/>
        </p:nvSpPr>
        <p:spPr>
          <a:xfrm>
            <a:off x="0" y="2608551"/>
            <a:ext cx="17415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600" dirty="0">
                <a:solidFill>
                  <a:prstClr val="black"/>
                </a:solidFill>
                <a:latin typeface="Calibri"/>
              </a:rPr>
              <a:t>Structuring, Assertive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677D32-4A3F-E843-B62C-A6A056E271B0}"/>
              </a:ext>
            </a:extLst>
          </p:cNvPr>
          <p:cNvSpPr txBox="1"/>
          <p:nvPr/>
        </p:nvSpPr>
        <p:spPr>
          <a:xfrm>
            <a:off x="877529" y="1620929"/>
            <a:ext cx="619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1600" i="1" dirty="0">
                <a:solidFill>
                  <a:prstClr val="black"/>
                </a:solidFill>
                <a:latin typeface="Calibri"/>
              </a:rPr>
              <a:t>High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B63253-929A-D54B-A2D2-D6F1F7869F7D}"/>
              </a:ext>
            </a:extLst>
          </p:cNvPr>
          <p:cNvSpPr txBox="1"/>
          <p:nvPr/>
        </p:nvSpPr>
        <p:spPr>
          <a:xfrm>
            <a:off x="1155276" y="4420695"/>
            <a:ext cx="5451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1600" i="1" dirty="0">
                <a:solidFill>
                  <a:prstClr val="black"/>
                </a:solidFill>
                <a:latin typeface="Calibri"/>
              </a:rPr>
              <a:t>Low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3831A8-9850-1045-BD2E-C548142B20D4}"/>
              </a:ext>
            </a:extLst>
          </p:cNvPr>
          <p:cNvSpPr txBox="1"/>
          <p:nvPr/>
        </p:nvSpPr>
        <p:spPr>
          <a:xfrm>
            <a:off x="217713" y="2349390"/>
            <a:ext cx="1442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Task-Focused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D33D18-EA15-604E-8BF0-773F8740EBE3}"/>
              </a:ext>
            </a:extLst>
          </p:cNvPr>
          <p:cNvSpPr txBox="1"/>
          <p:nvPr/>
        </p:nvSpPr>
        <p:spPr>
          <a:xfrm>
            <a:off x="3134673" y="5507739"/>
            <a:ext cx="33876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600" dirty="0">
                <a:solidFill>
                  <a:prstClr val="black"/>
                </a:solidFill>
                <a:latin typeface="Calibri"/>
              </a:rPr>
              <a:t>Inclusive, Collaborative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0EE919-E1B9-F84E-A416-849A2B3439AA}"/>
              </a:ext>
            </a:extLst>
          </p:cNvPr>
          <p:cNvSpPr txBox="1"/>
          <p:nvPr/>
        </p:nvSpPr>
        <p:spPr>
          <a:xfrm>
            <a:off x="3822607" y="5259463"/>
            <a:ext cx="2089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b="1" dirty="0">
                <a:solidFill>
                  <a:prstClr val="black"/>
                </a:solidFill>
                <a:latin typeface="Calibri"/>
              </a:rPr>
              <a:t>Person-Focused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FF4A57-7BF3-1E43-BEEA-AC2468D81CB3}"/>
              </a:ext>
            </a:extLst>
          </p:cNvPr>
          <p:cNvSpPr/>
          <p:nvPr/>
        </p:nvSpPr>
        <p:spPr>
          <a:xfrm>
            <a:off x="2131322" y="1218780"/>
            <a:ext cx="2133600" cy="1499942"/>
          </a:xfrm>
          <a:prstGeom prst="rect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56656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Directive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56656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Inexperienced and unfamiliar team, experienced leader, time pressure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67F3C9B-87E5-AB4B-B2AD-F6E63886BD42}"/>
              </a:ext>
            </a:extLst>
          </p:cNvPr>
          <p:cNvSpPr/>
          <p:nvPr/>
        </p:nvSpPr>
        <p:spPr>
          <a:xfrm>
            <a:off x="2131322" y="3429000"/>
            <a:ext cx="2133600" cy="1499942"/>
          </a:xfrm>
          <a:prstGeom prst="rect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56656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Empowering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56656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Experienced team, history of effective collaboration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1D8F65B-2C54-F641-BC17-2C332BB511A2}"/>
              </a:ext>
            </a:extLst>
          </p:cNvPr>
          <p:cNvSpPr/>
          <p:nvPr/>
        </p:nvSpPr>
        <p:spPr>
          <a:xfrm>
            <a:off x="5730589" y="1218780"/>
            <a:ext cx="2133600" cy="1499942"/>
          </a:xfrm>
          <a:prstGeom prst="rect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56656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Coaching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56656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Experienced members, complex task, varied external stakeholders, politically charged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99C224-4A15-304F-B4C6-03C482CE6FEF}"/>
              </a:ext>
            </a:extLst>
          </p:cNvPr>
          <p:cNvSpPr/>
          <p:nvPr/>
        </p:nvSpPr>
        <p:spPr>
          <a:xfrm>
            <a:off x="5730589" y="3429000"/>
            <a:ext cx="2133600" cy="1499942"/>
          </a:xfrm>
          <a:prstGeom prst="rect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56656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Participative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56656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Experienced team, low pressure, value of exploratory learning</a:t>
            </a:r>
          </a:p>
        </p:txBody>
      </p:sp>
    </p:spTree>
    <p:extLst>
      <p:ext uri="{BB962C8B-B14F-4D97-AF65-F5344CB8AC3E}">
        <p14:creationId xmlns:p14="http://schemas.microsoft.com/office/powerpoint/2010/main" val="4288237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BD4012-3A1F-CB44-9941-00EADE2B6C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400" dirty="0"/>
              <a:t>Today’s Objectives</a:t>
            </a:r>
            <a:endParaRPr lang="en-US" sz="24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Apply team launch framework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Learn common pitfalls in team decision-making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Learn an orientation for optimizing team decision-making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0194DAC5-8D68-DAEC-4AED-BAC956CCECB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9075" r="907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914787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72AF4D7-8D4E-F845-88F8-8B599A772180}"/>
              </a:ext>
            </a:extLst>
          </p:cNvPr>
          <p:cNvGrpSpPr/>
          <p:nvPr/>
        </p:nvGrpSpPr>
        <p:grpSpPr>
          <a:xfrm>
            <a:off x="8827361" y="2432145"/>
            <a:ext cx="2743200" cy="2173145"/>
            <a:chOff x="8839200" y="2604808"/>
            <a:chExt cx="2743200" cy="217314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B130070-DA03-7146-9DB6-EBFB1E53238A}"/>
                </a:ext>
              </a:extLst>
            </p:cNvPr>
            <p:cNvSpPr/>
            <p:nvPr/>
          </p:nvSpPr>
          <p:spPr bwMode="auto">
            <a:xfrm>
              <a:off x="8839200" y="2604808"/>
              <a:ext cx="2743200" cy="2173145"/>
            </a:xfrm>
            <a:prstGeom prst="ellipse">
              <a:avLst/>
            </a:prstGeom>
            <a:noFill/>
            <a:ln w="25400" cap="flat" cmpd="sng" algn="ctr">
              <a:solidFill>
                <a:srgbClr val="A5141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100" dirty="0">
                  <a:latin typeface="Playfair Display" pitchFamily="2" charset="77"/>
                  <a:ea typeface="ヒラギノ角ゴ Pro W3" pitchFamily="96" charset="-128"/>
                  <a:cs typeface="Arial" charset="0"/>
                  <a:sym typeface="Gill Sans" pitchFamily="96" charset="0"/>
                </a:rPr>
                <a:t>Team Effectiveness</a:t>
              </a: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247CA02-BFFF-8943-9CBA-7F5174D3A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99431" y="3631843"/>
              <a:ext cx="685800" cy="6858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2C1B67C-0D7C-3B41-A1E6-0F0AFE439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13631" y="3631843"/>
              <a:ext cx="685800" cy="6858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2542181-E3EE-9F4A-8E65-071AFC7F9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85231" y="3631843"/>
              <a:ext cx="685800" cy="685800"/>
            </a:xfrm>
            <a:prstGeom prst="rect">
              <a:avLst/>
            </a:prstGeom>
          </p:spPr>
        </p:pic>
      </p:grpSp>
      <p:sp>
        <p:nvSpPr>
          <p:cNvPr id="9" name="Right Arrow 8">
            <a:extLst>
              <a:ext uri="{FF2B5EF4-FFF2-40B4-BE49-F238E27FC236}">
                <a16:creationId xmlns:a16="http://schemas.microsoft.com/office/drawing/2014/main" id="{C81CC368-8382-B04F-ABE8-849526E705DD}"/>
              </a:ext>
            </a:extLst>
          </p:cNvPr>
          <p:cNvSpPr/>
          <p:nvPr/>
        </p:nvSpPr>
        <p:spPr>
          <a:xfrm>
            <a:off x="2573356" y="2923494"/>
            <a:ext cx="1919422" cy="1144655"/>
          </a:xfrm>
          <a:prstGeom prst="rightArrow">
            <a:avLst/>
          </a:prstGeom>
          <a:solidFill>
            <a:srgbClr val="A51417"/>
          </a:solidFill>
          <a:ln>
            <a:solidFill>
              <a:srgbClr val="A51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/>
              <a:t>Team Launch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5C3A87-B0C3-024F-BE4A-18FDB00AEBBE}"/>
              </a:ext>
            </a:extLst>
          </p:cNvPr>
          <p:cNvGrpSpPr/>
          <p:nvPr/>
        </p:nvGrpSpPr>
        <p:grpSpPr>
          <a:xfrm>
            <a:off x="621439" y="2581422"/>
            <a:ext cx="1828800" cy="1828800"/>
            <a:chOff x="274603" y="4226713"/>
            <a:chExt cx="1828800" cy="18288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2C4F414-0635-4344-A9C3-8FDCAAB44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6103" y="5259352"/>
              <a:ext cx="685800" cy="685800"/>
            </a:xfrm>
            <a:prstGeom prst="rect">
              <a:avLst/>
            </a:prstGeom>
          </p:spPr>
        </p:pic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FB6CE2F-7108-0B46-8F60-64B1BAE28EF4}"/>
                </a:ext>
              </a:extLst>
            </p:cNvPr>
            <p:cNvSpPr/>
            <p:nvPr/>
          </p:nvSpPr>
          <p:spPr bwMode="auto">
            <a:xfrm>
              <a:off x="274603" y="4226713"/>
              <a:ext cx="1828800" cy="1828800"/>
            </a:xfrm>
            <a:prstGeom prst="ellipse">
              <a:avLst/>
            </a:prstGeom>
            <a:noFill/>
            <a:ln w="25400" cap="flat" cmpd="sng" algn="ctr">
              <a:solidFill>
                <a:srgbClr val="A5141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100" dirty="0">
                  <a:latin typeface="Playfair Display" pitchFamily="2" charset="77"/>
                  <a:ea typeface="ヒラギノ角ゴ Pro W3" pitchFamily="96" charset="-128"/>
                  <a:cs typeface="Arial" charset="0"/>
                  <a:sym typeface="Gill Sans" pitchFamily="96" charset="0"/>
                </a:rPr>
                <a:t>Team Design</a:t>
              </a: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</p:txBody>
        </p:sp>
      </p:grp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859299F-5465-9645-9195-238A536603B3}"/>
              </a:ext>
            </a:extLst>
          </p:cNvPr>
          <p:cNvSpPr/>
          <p:nvPr/>
        </p:nvSpPr>
        <p:spPr>
          <a:xfrm>
            <a:off x="4542161" y="2455041"/>
            <a:ext cx="3210211" cy="2127352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535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endParaRPr lang="en-US" sz="2100" dirty="0">
              <a:solidFill>
                <a:srgbClr val="69787B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5A4ECB-6BAA-0546-842C-5B1D31F075D2}"/>
              </a:ext>
            </a:extLst>
          </p:cNvPr>
          <p:cNvSpPr/>
          <p:nvPr/>
        </p:nvSpPr>
        <p:spPr>
          <a:xfrm>
            <a:off x="4542162" y="2455041"/>
            <a:ext cx="321021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/>
              <a:t>Team Processes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FB64A1B-44AA-6C43-B671-E786C3875C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264" y="3657501"/>
            <a:ext cx="685800" cy="685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3DD793E-7A65-B649-90AD-7B6976940A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264" y="2961487"/>
            <a:ext cx="685800" cy="6858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137342A-CC80-E749-8FDB-36724CB9585F}"/>
              </a:ext>
            </a:extLst>
          </p:cNvPr>
          <p:cNvSpPr/>
          <p:nvPr/>
        </p:nvSpPr>
        <p:spPr>
          <a:xfrm>
            <a:off x="5464063" y="3096638"/>
            <a:ext cx="221308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00" dirty="0"/>
              <a:t>Cognitive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7AB3B0-8C69-844F-8F42-A91AD85D0A0C}"/>
              </a:ext>
            </a:extLst>
          </p:cNvPr>
          <p:cNvSpPr/>
          <p:nvPr/>
        </p:nvSpPr>
        <p:spPr>
          <a:xfrm>
            <a:off x="5464063" y="3797584"/>
            <a:ext cx="221308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00" dirty="0"/>
              <a:t>Socio-emotional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AB9F7B7A-EEC8-7F42-99C1-E7F7177D7F4A}"/>
              </a:ext>
            </a:extLst>
          </p:cNvPr>
          <p:cNvSpPr/>
          <p:nvPr/>
        </p:nvSpPr>
        <p:spPr>
          <a:xfrm>
            <a:off x="7794882" y="3255356"/>
            <a:ext cx="973052" cy="526722"/>
          </a:xfrm>
          <a:prstGeom prst="rightArrow">
            <a:avLst/>
          </a:prstGeom>
          <a:solidFill>
            <a:srgbClr val="A51417"/>
          </a:solidFill>
          <a:ln>
            <a:solidFill>
              <a:srgbClr val="A51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0886AB8C-5D34-934F-9498-5A1DF9530770}"/>
              </a:ext>
            </a:extLst>
          </p:cNvPr>
          <p:cNvCxnSpPr>
            <a:stCxn id="5" idx="4"/>
            <a:endCxn id="12" idx="4"/>
          </p:cNvCxnSpPr>
          <p:nvPr/>
        </p:nvCxnSpPr>
        <p:spPr>
          <a:xfrm rot="5400000" flipH="1">
            <a:off x="5769866" y="176195"/>
            <a:ext cx="195068" cy="8663122"/>
          </a:xfrm>
          <a:prstGeom prst="curvedConnector3">
            <a:avLst>
              <a:gd name="adj1" fmla="val -577867"/>
            </a:avLst>
          </a:prstGeom>
          <a:ln w="50800">
            <a:solidFill>
              <a:schemeClr val="bg1">
                <a:lumMod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B8AF6853-F0A8-E24A-B6F1-FE6512F94841}"/>
              </a:ext>
            </a:extLst>
          </p:cNvPr>
          <p:cNvCxnSpPr>
            <a:stCxn id="5" idx="0"/>
            <a:endCxn id="13" idx="0"/>
          </p:cNvCxnSpPr>
          <p:nvPr/>
        </p:nvCxnSpPr>
        <p:spPr>
          <a:xfrm rot="16200000" flipH="1" flipV="1">
            <a:off x="8161666" y="417746"/>
            <a:ext cx="22896" cy="4051694"/>
          </a:xfrm>
          <a:prstGeom prst="curvedConnector3">
            <a:avLst>
              <a:gd name="adj1" fmla="val -3614994"/>
            </a:avLst>
          </a:prstGeom>
          <a:ln w="50800">
            <a:solidFill>
              <a:schemeClr val="bg1">
                <a:lumMod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8F363E0-CB85-094D-82B8-98BADF160EE0}"/>
              </a:ext>
            </a:extLst>
          </p:cNvPr>
          <p:cNvSpPr/>
          <p:nvPr/>
        </p:nvSpPr>
        <p:spPr>
          <a:xfrm>
            <a:off x="6568009" y="1187939"/>
            <a:ext cx="321021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/>
              <a:t>Team Learning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6ED6BC-1E00-A248-A8A0-66B7C0999462}"/>
              </a:ext>
            </a:extLst>
          </p:cNvPr>
          <p:cNvSpPr/>
          <p:nvPr/>
        </p:nvSpPr>
        <p:spPr>
          <a:xfrm>
            <a:off x="4466938" y="5254563"/>
            <a:ext cx="321021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/>
              <a:t>Team Learning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5EE056-F2A5-B64E-BC4E-5D0D70C2484A}"/>
              </a:ext>
            </a:extLst>
          </p:cNvPr>
          <p:cNvSpPr txBox="1"/>
          <p:nvPr/>
        </p:nvSpPr>
        <p:spPr>
          <a:xfrm>
            <a:off x="621439" y="337457"/>
            <a:ext cx="63321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Our Overarching Framework</a:t>
            </a:r>
          </a:p>
        </p:txBody>
      </p:sp>
    </p:spTree>
    <p:extLst>
      <p:ext uri="{BB962C8B-B14F-4D97-AF65-F5344CB8AC3E}">
        <p14:creationId xmlns:p14="http://schemas.microsoft.com/office/powerpoint/2010/main" val="2854706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EA4BA7-3C44-438C-0B5C-82E1EA49CDFA}"/>
              </a:ext>
            </a:extLst>
          </p:cNvPr>
          <p:cNvSpPr/>
          <p:nvPr/>
        </p:nvSpPr>
        <p:spPr>
          <a:xfrm>
            <a:off x="1346993" y="1012823"/>
            <a:ext cx="4553744" cy="16002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 I understand this team’s principle objectives and purpose?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 I know the primary stakeholders for this team’s work?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Can I clearly specify why this team is being put together?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EC24CAB-4C37-0096-B9CC-1CECA4853FBD}"/>
              </a:ext>
            </a:extLst>
          </p:cNvPr>
          <p:cNvSpPr/>
          <p:nvPr/>
        </p:nvSpPr>
        <p:spPr>
          <a:xfrm>
            <a:off x="247650" y="928685"/>
            <a:ext cx="1538288" cy="17684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Why?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126215-74AD-381C-6817-44428E73310E}"/>
              </a:ext>
            </a:extLst>
          </p:cNvPr>
          <p:cNvSpPr/>
          <p:nvPr/>
        </p:nvSpPr>
        <p:spPr>
          <a:xfrm>
            <a:off x="1346993" y="2851148"/>
            <a:ext cx="4553744" cy="16002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 I understand the skills and perspectives needed for the team to succeed?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Have I identified who has the requisite skills for taskwork and teamwork?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 prospective members have the time to devote to the team?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B710CA8-C089-3899-DA65-7DD18E12453B}"/>
              </a:ext>
            </a:extLst>
          </p:cNvPr>
          <p:cNvSpPr/>
          <p:nvPr/>
        </p:nvSpPr>
        <p:spPr>
          <a:xfrm>
            <a:off x="247650" y="2767010"/>
            <a:ext cx="1538288" cy="17684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Who?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2E6DBC-A51E-0938-A99B-9F6B7AE7AFDB}"/>
              </a:ext>
            </a:extLst>
          </p:cNvPr>
          <p:cNvSpPr/>
          <p:nvPr/>
        </p:nvSpPr>
        <p:spPr>
          <a:xfrm>
            <a:off x="1346993" y="4703760"/>
            <a:ext cx="4553744" cy="16002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 I know what role(s) each team member will be asked to play on this team?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Can I articulate the responsibilities and commitments associated with each role?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Am I clear on the role that I will play as project leader? 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3B6D9BD-711F-9C1C-48FA-DB7E865F6212}"/>
              </a:ext>
            </a:extLst>
          </p:cNvPr>
          <p:cNvSpPr/>
          <p:nvPr/>
        </p:nvSpPr>
        <p:spPr>
          <a:xfrm>
            <a:off x="247650" y="4619622"/>
            <a:ext cx="1538288" cy="17684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DD5D67-4DBF-3F06-E190-1B1D03AB9F3F}"/>
              </a:ext>
            </a:extLst>
          </p:cNvPr>
          <p:cNvSpPr/>
          <p:nvPr/>
        </p:nvSpPr>
        <p:spPr>
          <a:xfrm>
            <a:off x="7390606" y="1012823"/>
            <a:ext cx="4553743" cy="16002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 I know when key stakeholders expect the team’s ultimate deliverable?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Can I specify critical milestones that can help pace the project?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Have I designed a clear initial timeline for the team’s work? 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5C0E255-F382-5869-4A52-9444693E527A}"/>
              </a:ext>
            </a:extLst>
          </p:cNvPr>
          <p:cNvSpPr/>
          <p:nvPr/>
        </p:nvSpPr>
        <p:spPr>
          <a:xfrm>
            <a:off x="6291264" y="928685"/>
            <a:ext cx="1538288" cy="17684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When?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449A65-F577-F8B5-D6AC-0C890DDA7402}"/>
              </a:ext>
            </a:extLst>
          </p:cNvPr>
          <p:cNvSpPr/>
          <p:nvPr/>
        </p:nvSpPr>
        <p:spPr>
          <a:xfrm>
            <a:off x="7390606" y="2851148"/>
            <a:ext cx="4553743" cy="16002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 I know where team members will collaborate with one another—in person and/or virtually?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Can I identify places where team members can build relationships with each other?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78D9C65-1D12-7B92-FABB-C1E76194B28D}"/>
              </a:ext>
            </a:extLst>
          </p:cNvPr>
          <p:cNvSpPr/>
          <p:nvPr/>
        </p:nvSpPr>
        <p:spPr>
          <a:xfrm>
            <a:off x="6291264" y="2767010"/>
            <a:ext cx="1538288" cy="17684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Where?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707903-3335-8CB4-A9A3-189FC0935E51}"/>
              </a:ext>
            </a:extLst>
          </p:cNvPr>
          <p:cNvSpPr txBox="1"/>
          <p:nvPr/>
        </p:nvSpPr>
        <p:spPr>
          <a:xfrm>
            <a:off x="247650" y="74542"/>
            <a:ext cx="63914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Checklist for Leading Team Design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1157653-7F89-CB17-7AB4-558868467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" y="680270"/>
            <a:ext cx="1216660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178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EA4BA7-3C44-438C-0B5C-82E1EA49CDFA}"/>
              </a:ext>
            </a:extLst>
          </p:cNvPr>
          <p:cNvSpPr/>
          <p:nvPr/>
        </p:nvSpPr>
        <p:spPr>
          <a:xfrm>
            <a:off x="1275556" y="1419061"/>
            <a:ext cx="4553744" cy="105600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Discuss the purpose and objectives of the team, including key stakeholders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Agree upon collective goals and the goals of individual team members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DD5D67-4DBF-3F06-E190-1B1D03AB9F3F}"/>
              </a:ext>
            </a:extLst>
          </p:cNvPr>
          <p:cNvSpPr/>
          <p:nvPr/>
        </p:nvSpPr>
        <p:spPr>
          <a:xfrm>
            <a:off x="7390606" y="1449800"/>
            <a:ext cx="4553743" cy="16002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 team members have a shared understanding of the team’s main objectives?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 team members understand what one another hopes to gain from the experience?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449A65-F577-F8B5-D6AC-0C890DDA7402}"/>
              </a:ext>
            </a:extLst>
          </p:cNvPr>
          <p:cNvSpPr/>
          <p:nvPr/>
        </p:nvSpPr>
        <p:spPr>
          <a:xfrm>
            <a:off x="7390606" y="3174758"/>
            <a:ext cx="4553743" cy="16002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 team members have a shared understanding of the team’s resources?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Are team members aware of one another’s strengths and weaknesses?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707903-3335-8CB4-A9A3-189FC0935E51}"/>
              </a:ext>
            </a:extLst>
          </p:cNvPr>
          <p:cNvSpPr txBox="1"/>
          <p:nvPr/>
        </p:nvSpPr>
        <p:spPr>
          <a:xfrm>
            <a:off x="247650" y="74542"/>
            <a:ext cx="64908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Checklist for Leading Team Launch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1157653-7F89-CB17-7AB4-558868467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" y="680270"/>
            <a:ext cx="12166600" cy="4571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7A31808-0739-D749-D75B-6E88BA707F44}"/>
              </a:ext>
            </a:extLst>
          </p:cNvPr>
          <p:cNvSpPr/>
          <p:nvPr/>
        </p:nvSpPr>
        <p:spPr>
          <a:xfrm>
            <a:off x="1275556" y="2693903"/>
            <a:ext cx="4553744" cy="105600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Discuss and document the team’s strengths and weaknesses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Consider team members’ skills, perspectives, and past work history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89B4BD-8148-7BD0-8D8A-CBB1AC82545B}"/>
              </a:ext>
            </a:extLst>
          </p:cNvPr>
          <p:cNvSpPr/>
          <p:nvPr/>
        </p:nvSpPr>
        <p:spPr>
          <a:xfrm>
            <a:off x="1275556" y="4067093"/>
            <a:ext cx="4553744" cy="105600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Discuss methods for communication and collaboration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Agree upon team members’ roles and the “rules of engagement”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5280DB-7441-D7AD-2594-1889AC464073}"/>
              </a:ext>
            </a:extLst>
          </p:cNvPr>
          <p:cNvSpPr/>
          <p:nvPr/>
        </p:nvSpPr>
        <p:spPr>
          <a:xfrm>
            <a:off x="1275556" y="5440283"/>
            <a:ext cx="4553744" cy="105600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Discuss the initial task strategy for the focal project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Agree upon important milestones and the immediate next steps</a:t>
            </a: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D8B99F73-3E06-9EE5-83AE-DC293A3B4757}"/>
              </a:ext>
            </a:extLst>
          </p:cNvPr>
          <p:cNvSpPr/>
          <p:nvPr/>
        </p:nvSpPr>
        <p:spPr>
          <a:xfrm>
            <a:off x="768349" y="1432032"/>
            <a:ext cx="1014414" cy="103334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4404DFA-D3A9-EEC8-A3DE-E70D10FC3D1D}"/>
              </a:ext>
            </a:extLst>
          </p:cNvPr>
          <p:cNvSpPr/>
          <p:nvPr/>
        </p:nvSpPr>
        <p:spPr>
          <a:xfrm>
            <a:off x="7390606" y="4896091"/>
            <a:ext cx="4553743" cy="16002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 team members have a shared understanding of the initial strategy, including critical milestones?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Have team members agreed upon how to communicate and collaborate?</a:t>
            </a:r>
          </a:p>
        </p:txBody>
      </p:sp>
      <p:sp>
        <p:nvSpPr>
          <p:cNvPr id="31" name="Diamond 30">
            <a:extLst>
              <a:ext uri="{FF2B5EF4-FFF2-40B4-BE49-F238E27FC236}">
                <a16:creationId xmlns:a16="http://schemas.microsoft.com/office/drawing/2014/main" id="{B018E44B-1191-AA1A-3FAA-299C9E9E7703}"/>
              </a:ext>
            </a:extLst>
          </p:cNvPr>
          <p:cNvSpPr/>
          <p:nvPr/>
        </p:nvSpPr>
        <p:spPr>
          <a:xfrm>
            <a:off x="768349" y="2701411"/>
            <a:ext cx="1014414" cy="103334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F7E77FFD-4FBF-16BA-E923-141FBD435DD9}"/>
              </a:ext>
            </a:extLst>
          </p:cNvPr>
          <p:cNvSpPr/>
          <p:nvPr/>
        </p:nvSpPr>
        <p:spPr>
          <a:xfrm>
            <a:off x="768349" y="4067093"/>
            <a:ext cx="1014414" cy="103334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833575DF-BEE0-EFC4-8A7F-63F294D376C1}"/>
              </a:ext>
            </a:extLst>
          </p:cNvPr>
          <p:cNvSpPr/>
          <p:nvPr/>
        </p:nvSpPr>
        <p:spPr>
          <a:xfrm>
            <a:off x="768349" y="5455435"/>
            <a:ext cx="1014414" cy="103334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4EB589C-A480-0FD7-E928-54A176A34C54}"/>
              </a:ext>
            </a:extLst>
          </p:cNvPr>
          <p:cNvSpPr/>
          <p:nvPr/>
        </p:nvSpPr>
        <p:spPr>
          <a:xfrm>
            <a:off x="6362702" y="1564100"/>
            <a:ext cx="1371600" cy="1371600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B507427-DA87-0430-9B8F-6763B1CE8E14}"/>
              </a:ext>
            </a:extLst>
          </p:cNvPr>
          <p:cNvSpPr/>
          <p:nvPr/>
        </p:nvSpPr>
        <p:spPr>
          <a:xfrm>
            <a:off x="6362702" y="3289058"/>
            <a:ext cx="1371600" cy="1371600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AF53B0F-1920-136D-B5BE-3A3FA94B2E50}"/>
              </a:ext>
            </a:extLst>
          </p:cNvPr>
          <p:cNvSpPr/>
          <p:nvPr/>
        </p:nvSpPr>
        <p:spPr>
          <a:xfrm>
            <a:off x="6362702" y="5014016"/>
            <a:ext cx="1371600" cy="1371600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3758A3-4E84-23CF-BC56-99F99515E0EF}"/>
              </a:ext>
            </a:extLst>
          </p:cNvPr>
          <p:cNvSpPr txBox="1"/>
          <p:nvPr/>
        </p:nvSpPr>
        <p:spPr>
          <a:xfrm>
            <a:off x="247650" y="868865"/>
            <a:ext cx="52982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Four Steps to Develop a Team Charter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40A2629-AFE4-E8FD-0757-D604F4C42A2E}"/>
              </a:ext>
            </a:extLst>
          </p:cNvPr>
          <p:cNvSpPr txBox="1"/>
          <p:nvPr/>
        </p:nvSpPr>
        <p:spPr>
          <a:xfrm>
            <a:off x="5829300" y="865609"/>
            <a:ext cx="6300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Confirm You Have Answered These Questions</a:t>
            </a:r>
          </a:p>
        </p:txBody>
      </p:sp>
    </p:spTree>
    <p:extLst>
      <p:ext uri="{BB962C8B-B14F-4D97-AF65-F5344CB8AC3E}">
        <p14:creationId xmlns:p14="http://schemas.microsoft.com/office/powerpoint/2010/main" val="692167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E227F-8B5B-AB45-9D1C-D16D090CFE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What critical milestones do you see throughout your team’s work together?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 use critical milestones to obtain feedback on your team’s work?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What project planning approach do you intend to follow?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your team ensure it is on track to meet its deadlines?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CEA19-8455-7749-93E6-DAFD8227F2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What collective goals does your team agree to pursue during your work together?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What does each person in your team hope to achieve in your work together this summer?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 know if your team is achieving its goals?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ECDCB4-15D6-8A4F-B313-1968D9264D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In which areas does your team have deep expertise?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does cultural and personality diversity present on your team?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Based on your current understanding of the work you’ll face, in which areas does your team lack expertise?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What commitments and responsibilities do team members have?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50C571-6F1C-3B45-AF88-973DFAFB6E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 communicate with each other?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 share important resources?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frequently will you meet as a team?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responsive do you expect one another to be?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 decide who is responsible for what?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3136403-3F92-604E-AFC8-5B58D22566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Developing Your Team Charter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9FF61E-34AE-2B43-BD55-12276D6576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Developing an Initial Task Strategy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EEFCCA-CA6E-1145-B8A9-045CFFB9FF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Developing Shared Goals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9FAB9C4-D997-7B41-9AFA-74591519E6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Understanding Your Team’s Human Capital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E586BF-B028-9846-9E7D-FC5F701BF0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Agreeing on the “Rules of Engagement”</a:t>
            </a:r>
          </a:p>
        </p:txBody>
      </p:sp>
    </p:spTree>
    <p:extLst>
      <p:ext uri="{BB962C8B-B14F-4D97-AF65-F5344CB8AC3E}">
        <p14:creationId xmlns:p14="http://schemas.microsoft.com/office/powerpoint/2010/main" val="3386355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E227F-8B5B-AB45-9D1C-D16D090CFE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What critical milestones do you see throughout your team’s work together?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 use critical milestones to obtain feedback on your team’s work?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What project planning approach do you intend to follow?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your team ensure it is on track to meet its deadlines?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CEA19-8455-7749-93E6-DAFD8227F2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What collective goals does your team agree to pursue during your work together?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What does each person in your team hope to achieve in your work together this summer?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 know if your team is achieving its goals?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ECDCB4-15D6-8A4F-B313-1968D9264D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In which areas does your team have deep expertise?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does cultural and personality diversity present on your team?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Based on your current understanding of the work you’ll face, in which areas does your team lack expertise?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What commitments and responsibilities do team members have?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50C571-6F1C-3B45-AF88-973DFAFB6E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 communicate with each other?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 share important resources?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frequently will you meet as a team?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responsive do you expect one another to be?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 decide who is responsible for what?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3136403-3F92-604E-AFC8-5B58D22566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Part 1. Developing Shared Goals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9FF61E-34AE-2B43-BD55-12276D6576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Developing an Initial Task Strategy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EEFCCA-CA6E-1145-B8A9-045CFFB9FF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Developing Shared Goals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9FAB9C4-D997-7B41-9AFA-74591519E6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Understanding Your Team’s Human Capital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E586BF-B028-9846-9E7D-FC5F701BF0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Agreeing on the “Rules of Engagement”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B5ED36-1805-DD5B-0ED3-6A0963EB9A73}"/>
              </a:ext>
            </a:extLst>
          </p:cNvPr>
          <p:cNvSpPr/>
          <p:nvPr/>
        </p:nvSpPr>
        <p:spPr>
          <a:xfrm>
            <a:off x="789709" y="1729242"/>
            <a:ext cx="2673299" cy="4519158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3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E227F-8B5B-AB45-9D1C-D16D090CFE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What critical milestones do you see throughout your team’s work together?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 use critical milestones to obtain feedback on your team’s work?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What project planning approach do you intend to follow?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your team ensure it is on track to meet its deadlines?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CEA19-8455-7749-93E6-DAFD8227F2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What collective goals does your team agree to pursue during your work together?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What does each person in your team hope to achieve in your work together this summer?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 know if your team is achieving its goals?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ECDCB4-15D6-8A4F-B313-1968D9264D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In which areas does your team have deep expertise?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does cultural and personality diversity present on your team?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Based on your current understanding of the work you’ll face, in which areas does your team lack expertise?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What commitments and responsibilities do team members have?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50C571-6F1C-3B45-AF88-973DFAFB6E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 communicate with each other?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 share important resources?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frequently will you meet as a team?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responsive do you expect one another to be?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 decide who is responsible for what?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3136403-3F92-604E-AFC8-5B58D22566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Part 2: Understanding Human Capital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9FF61E-34AE-2B43-BD55-12276D6576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Developing an Initial Task Strategy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EEFCCA-CA6E-1145-B8A9-045CFFB9FF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Developing Shared Goals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9FAB9C4-D997-7B41-9AFA-74591519E6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Understanding Your Team’s Human Capital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E586BF-B028-9846-9E7D-FC5F701BF0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Agreeing on the “Rules of Engagement”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9648BF-EC4B-981F-0146-D4D0EA5E09F4}"/>
              </a:ext>
            </a:extLst>
          </p:cNvPr>
          <p:cNvSpPr/>
          <p:nvPr/>
        </p:nvSpPr>
        <p:spPr>
          <a:xfrm>
            <a:off x="3442614" y="1721871"/>
            <a:ext cx="2673299" cy="4519158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867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E227F-8B5B-AB45-9D1C-D16D090CFE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What critical milestones do you see throughout your team’s work together?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 use critical milestones to obtain feedback on your team’s work?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What project planning approach do you intend to follow?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your team ensure it is on track to meet its deadlines?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CEA19-8455-7749-93E6-DAFD8227F2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What collective goals does your team agree to pursue during your work together?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What does each person in your team hope to achieve in your work together this summer?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 know if your team is achieving its goals?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ECDCB4-15D6-8A4F-B313-1968D9264D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In which areas does your team have deep expertise?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does cultural and personality diversity present on your team?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Based on your current understanding of the work you’ll face, in which areas does your team lack expertise?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What commitments and responsibilities do team members have?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50C571-6F1C-3B45-AF88-973DFAFB6E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 communicate with each other?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 share important resources?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frequently will you meet as a team?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responsive do you expect one another to be?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 decide who is responsible for what?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3136403-3F92-604E-AFC8-5B58D22566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4000" dirty="0"/>
              <a:t>Part 3: Agreeing on “Rules of Engagement”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9FF61E-34AE-2B43-BD55-12276D6576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Developing an Initial Task Strategy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EEFCCA-CA6E-1145-B8A9-045CFFB9FF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Developing Shared Goals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9FAB9C4-D997-7B41-9AFA-74591519E6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Understanding Your Team’s Human Capital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E586BF-B028-9846-9E7D-FC5F701BF0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Agreeing on the “Rules of Engagement”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2EA5DA-C6CF-098A-1F0F-A2FABA867B77}"/>
              </a:ext>
            </a:extLst>
          </p:cNvPr>
          <p:cNvSpPr/>
          <p:nvPr/>
        </p:nvSpPr>
        <p:spPr>
          <a:xfrm>
            <a:off x="6097706" y="1721871"/>
            <a:ext cx="2673299" cy="4519158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008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E227F-8B5B-AB45-9D1C-D16D090CFE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What critical milestones do you see throughout your team’s work together?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 use critical milestones to obtain feedback on your team’s work?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What project planning approach do you intend to follow?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your team ensure it is on track to meet its deadlines?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CEA19-8455-7749-93E6-DAFD8227F2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What collective goals does your team agree to pursue during your work together?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What does each person in your team hope to achieve in your work together this summer?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 know if your team is achieving its goals?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ECDCB4-15D6-8A4F-B313-1968D9264D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In which areas does your team have deep expertise?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does cultural and personality diversity present on your team?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Based on your current understanding of the work you’ll face, in which areas does your team lack expertise?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What commitments and responsibilities do team members have?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50C571-6F1C-3B45-AF88-973DFAFB6E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 communicate with each other?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 share important resources?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frequently will you meet as a team?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responsive do you expect one another to be?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How will you decide who is responsible for what?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3136403-3F92-604E-AFC8-5B58D22566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Part 4: Developing an Initial Task Strategy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9FF61E-34AE-2B43-BD55-12276D6576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Developing an Initial Task Strategy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EEFCCA-CA6E-1145-B8A9-045CFFB9FF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Developing Shared Goals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9FAB9C4-D997-7B41-9AFA-74591519E6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Understanding Your Team’s Human Capital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E586BF-B028-9846-9E7D-FC5F701BF0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Agreeing on the “Rules of Engagement”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EC62BC-8707-1DC1-03BC-1F7977AED549}"/>
              </a:ext>
            </a:extLst>
          </p:cNvPr>
          <p:cNvSpPr/>
          <p:nvPr/>
        </p:nvSpPr>
        <p:spPr>
          <a:xfrm>
            <a:off x="8730217" y="1721871"/>
            <a:ext cx="2673299" cy="4519158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40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72AF4D7-8D4E-F845-88F8-8B599A772180}"/>
              </a:ext>
            </a:extLst>
          </p:cNvPr>
          <p:cNvGrpSpPr/>
          <p:nvPr/>
        </p:nvGrpSpPr>
        <p:grpSpPr>
          <a:xfrm>
            <a:off x="8827361" y="2432145"/>
            <a:ext cx="2743200" cy="2173145"/>
            <a:chOff x="8839200" y="2604808"/>
            <a:chExt cx="2743200" cy="217314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B130070-DA03-7146-9DB6-EBFB1E53238A}"/>
                </a:ext>
              </a:extLst>
            </p:cNvPr>
            <p:cNvSpPr/>
            <p:nvPr/>
          </p:nvSpPr>
          <p:spPr bwMode="auto">
            <a:xfrm>
              <a:off x="8839200" y="2604808"/>
              <a:ext cx="2743200" cy="2173145"/>
            </a:xfrm>
            <a:prstGeom prst="ellipse">
              <a:avLst/>
            </a:prstGeom>
            <a:noFill/>
            <a:ln w="25400" cap="flat" cmpd="sng" algn="ctr">
              <a:solidFill>
                <a:srgbClr val="A5141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100" dirty="0">
                  <a:latin typeface="Playfair Display" pitchFamily="2" charset="77"/>
                  <a:ea typeface="ヒラギノ角ゴ Pro W3" pitchFamily="96" charset="-128"/>
                  <a:cs typeface="Arial" charset="0"/>
                  <a:sym typeface="Gill Sans" pitchFamily="96" charset="0"/>
                </a:rPr>
                <a:t>Team Effectiveness</a:t>
              </a: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247CA02-BFFF-8943-9CBA-7F5174D3A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99431" y="3631843"/>
              <a:ext cx="685800" cy="6858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2C1B67C-0D7C-3B41-A1E6-0F0AFE439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13631" y="3631843"/>
              <a:ext cx="685800" cy="6858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2542181-E3EE-9F4A-8E65-071AFC7F9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85231" y="3631843"/>
              <a:ext cx="685800" cy="685800"/>
            </a:xfrm>
            <a:prstGeom prst="rect">
              <a:avLst/>
            </a:prstGeom>
          </p:spPr>
        </p:pic>
      </p:grpSp>
      <p:sp>
        <p:nvSpPr>
          <p:cNvPr id="9" name="Right Arrow 8">
            <a:extLst>
              <a:ext uri="{FF2B5EF4-FFF2-40B4-BE49-F238E27FC236}">
                <a16:creationId xmlns:a16="http://schemas.microsoft.com/office/drawing/2014/main" id="{C81CC368-8382-B04F-ABE8-849526E705DD}"/>
              </a:ext>
            </a:extLst>
          </p:cNvPr>
          <p:cNvSpPr/>
          <p:nvPr/>
        </p:nvSpPr>
        <p:spPr>
          <a:xfrm>
            <a:off x="2573356" y="2923494"/>
            <a:ext cx="1919422" cy="1144655"/>
          </a:xfrm>
          <a:prstGeom prst="rightArrow">
            <a:avLst/>
          </a:prstGeom>
          <a:solidFill>
            <a:srgbClr val="A51417"/>
          </a:solidFill>
          <a:ln>
            <a:solidFill>
              <a:srgbClr val="A51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/>
              <a:t>Team Launch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5C3A87-B0C3-024F-BE4A-18FDB00AEBBE}"/>
              </a:ext>
            </a:extLst>
          </p:cNvPr>
          <p:cNvGrpSpPr/>
          <p:nvPr/>
        </p:nvGrpSpPr>
        <p:grpSpPr>
          <a:xfrm>
            <a:off x="621439" y="2581422"/>
            <a:ext cx="1828800" cy="1828800"/>
            <a:chOff x="274603" y="4226713"/>
            <a:chExt cx="1828800" cy="18288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2C4F414-0635-4344-A9C3-8FDCAAB44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6103" y="5259352"/>
              <a:ext cx="685800" cy="685800"/>
            </a:xfrm>
            <a:prstGeom prst="rect">
              <a:avLst/>
            </a:prstGeom>
          </p:spPr>
        </p:pic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FB6CE2F-7108-0B46-8F60-64B1BAE28EF4}"/>
                </a:ext>
              </a:extLst>
            </p:cNvPr>
            <p:cNvSpPr/>
            <p:nvPr/>
          </p:nvSpPr>
          <p:spPr bwMode="auto">
            <a:xfrm>
              <a:off x="274603" y="4226713"/>
              <a:ext cx="1828800" cy="1828800"/>
            </a:xfrm>
            <a:prstGeom prst="ellipse">
              <a:avLst/>
            </a:prstGeom>
            <a:noFill/>
            <a:ln w="25400" cap="flat" cmpd="sng" algn="ctr">
              <a:solidFill>
                <a:srgbClr val="A5141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100" dirty="0">
                  <a:latin typeface="Playfair Display" pitchFamily="2" charset="77"/>
                  <a:ea typeface="ヒラギノ角ゴ Pro W3" pitchFamily="96" charset="-128"/>
                  <a:cs typeface="Arial" charset="0"/>
                  <a:sym typeface="Gill Sans" pitchFamily="96" charset="0"/>
                </a:rPr>
                <a:t>Team Design</a:t>
              </a: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</p:txBody>
        </p:sp>
      </p:grp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859299F-5465-9645-9195-238A536603B3}"/>
              </a:ext>
            </a:extLst>
          </p:cNvPr>
          <p:cNvSpPr/>
          <p:nvPr/>
        </p:nvSpPr>
        <p:spPr>
          <a:xfrm>
            <a:off x="4542161" y="2455041"/>
            <a:ext cx="3210211" cy="2127352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535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endParaRPr lang="en-US" sz="2100" dirty="0">
              <a:solidFill>
                <a:srgbClr val="69787B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5A4ECB-6BAA-0546-842C-5B1D31F075D2}"/>
              </a:ext>
            </a:extLst>
          </p:cNvPr>
          <p:cNvSpPr/>
          <p:nvPr/>
        </p:nvSpPr>
        <p:spPr>
          <a:xfrm>
            <a:off x="4542162" y="2455041"/>
            <a:ext cx="321021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/>
              <a:t>Team Processes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FB64A1B-44AA-6C43-B671-E786C3875C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264" y="3657501"/>
            <a:ext cx="685800" cy="685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3DD793E-7A65-B649-90AD-7B6976940A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264" y="2961487"/>
            <a:ext cx="685800" cy="6858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137342A-CC80-E749-8FDB-36724CB9585F}"/>
              </a:ext>
            </a:extLst>
          </p:cNvPr>
          <p:cNvSpPr/>
          <p:nvPr/>
        </p:nvSpPr>
        <p:spPr>
          <a:xfrm>
            <a:off x="5464063" y="3096638"/>
            <a:ext cx="221308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00" dirty="0"/>
              <a:t>Cognitive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7AB3B0-8C69-844F-8F42-A91AD85D0A0C}"/>
              </a:ext>
            </a:extLst>
          </p:cNvPr>
          <p:cNvSpPr/>
          <p:nvPr/>
        </p:nvSpPr>
        <p:spPr>
          <a:xfrm>
            <a:off x="5464063" y="3797584"/>
            <a:ext cx="221308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00" dirty="0"/>
              <a:t>Socio-emotional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AB9F7B7A-EEC8-7F42-99C1-E7F7177D7F4A}"/>
              </a:ext>
            </a:extLst>
          </p:cNvPr>
          <p:cNvSpPr/>
          <p:nvPr/>
        </p:nvSpPr>
        <p:spPr>
          <a:xfrm>
            <a:off x="7794882" y="3255356"/>
            <a:ext cx="973052" cy="526722"/>
          </a:xfrm>
          <a:prstGeom prst="rightArrow">
            <a:avLst/>
          </a:prstGeom>
          <a:solidFill>
            <a:srgbClr val="A51417"/>
          </a:solidFill>
          <a:ln>
            <a:solidFill>
              <a:srgbClr val="A51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0886AB8C-5D34-934F-9498-5A1DF9530770}"/>
              </a:ext>
            </a:extLst>
          </p:cNvPr>
          <p:cNvCxnSpPr>
            <a:stCxn id="5" idx="4"/>
            <a:endCxn id="12" idx="4"/>
          </p:cNvCxnSpPr>
          <p:nvPr/>
        </p:nvCxnSpPr>
        <p:spPr>
          <a:xfrm rot="5400000" flipH="1">
            <a:off x="5769866" y="176195"/>
            <a:ext cx="195068" cy="8663122"/>
          </a:xfrm>
          <a:prstGeom prst="curvedConnector3">
            <a:avLst>
              <a:gd name="adj1" fmla="val -577867"/>
            </a:avLst>
          </a:prstGeom>
          <a:ln w="50800">
            <a:solidFill>
              <a:schemeClr val="bg1">
                <a:lumMod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B8AF6853-F0A8-E24A-B6F1-FE6512F94841}"/>
              </a:ext>
            </a:extLst>
          </p:cNvPr>
          <p:cNvCxnSpPr>
            <a:stCxn id="5" idx="0"/>
            <a:endCxn id="13" idx="0"/>
          </p:cNvCxnSpPr>
          <p:nvPr/>
        </p:nvCxnSpPr>
        <p:spPr>
          <a:xfrm rot="16200000" flipH="1" flipV="1">
            <a:off x="8161666" y="417746"/>
            <a:ext cx="22896" cy="4051694"/>
          </a:xfrm>
          <a:prstGeom prst="curvedConnector3">
            <a:avLst>
              <a:gd name="adj1" fmla="val -3614994"/>
            </a:avLst>
          </a:prstGeom>
          <a:ln w="50800">
            <a:solidFill>
              <a:schemeClr val="bg1">
                <a:lumMod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8F363E0-CB85-094D-82B8-98BADF160EE0}"/>
              </a:ext>
            </a:extLst>
          </p:cNvPr>
          <p:cNvSpPr/>
          <p:nvPr/>
        </p:nvSpPr>
        <p:spPr>
          <a:xfrm>
            <a:off x="6568009" y="1187939"/>
            <a:ext cx="321021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/>
              <a:t>Team Learning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6ED6BC-1E00-A248-A8A0-66B7C0999462}"/>
              </a:ext>
            </a:extLst>
          </p:cNvPr>
          <p:cNvSpPr/>
          <p:nvPr/>
        </p:nvSpPr>
        <p:spPr>
          <a:xfrm>
            <a:off x="4466938" y="5254563"/>
            <a:ext cx="321021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/>
              <a:t>Team Learning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5EE056-F2A5-B64E-BC4E-5D0D70C2484A}"/>
              </a:ext>
            </a:extLst>
          </p:cNvPr>
          <p:cNvSpPr txBox="1"/>
          <p:nvPr/>
        </p:nvSpPr>
        <p:spPr>
          <a:xfrm>
            <a:off x="621439" y="337457"/>
            <a:ext cx="63321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Our Overarching Framework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4D05EF-4C56-AAF4-A81B-9DF4F16C8C23}"/>
              </a:ext>
            </a:extLst>
          </p:cNvPr>
          <p:cNvSpPr/>
          <p:nvPr/>
        </p:nvSpPr>
        <p:spPr>
          <a:xfrm>
            <a:off x="4665567" y="2966911"/>
            <a:ext cx="2929332" cy="690590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51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9AA967-8821-594A-8B0B-2D7DBB6C5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Decision-Making Exercise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25A8BE-671C-564E-979C-660A6CC4B5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b="0" dirty="0"/>
              <a:t>You will take on the role of an executive team that is making a personnel decision. There are two parts to this exercise: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u="sng" dirty="0"/>
              <a:t>On your own</a:t>
            </a:r>
            <a:r>
              <a:rPr lang="en-US" sz="2400" b="0" dirty="0"/>
              <a:t>: Read about your role, learn about the candidates, select the best candidate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u="sng" dirty="0"/>
              <a:t>As a group</a:t>
            </a:r>
            <a:r>
              <a:rPr lang="en-US" sz="2400" b="0" dirty="0"/>
              <a:t>: Reach a single decision of which candidate to hire</a:t>
            </a:r>
            <a:endParaRPr lang="en-US" sz="2400" b="0" u="sng" dirty="0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617F0782-7882-DC42-83B5-789DB97F2E7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451342" y="1828803"/>
            <a:ext cx="3886201" cy="388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90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66B79BB-1C12-A046-98C0-C78FE66C9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 of Team Decision-Making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45D9CD-B602-6144-9883-003E4571CB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Most complex problems have a “hidden profile” in which necessary information is distributed across different people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The promise of a cross-functional executive team is that smart people with different perspectives and information can best solve complex problems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C4EF77C-6B1B-304B-90CD-DF99F87FF94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27273" y="1991295"/>
            <a:ext cx="3810000" cy="357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87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 of Team Decision-Making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dirty="0"/>
              <a:t>Team members spend significant time focused on shared information—that which everyone holds in common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1" dirty="0"/>
              <a:t>Without conscious effort</a:t>
            </a:r>
            <a:r>
              <a:rPr lang="en-US" sz="2400" b="0" dirty="0"/>
              <a:t> it is only after considerable time that group members attend to unshared information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36177" y="1828800"/>
            <a:ext cx="4542061" cy="3663929"/>
          </a:xfrm>
        </p:spPr>
      </p:pic>
    </p:spTree>
    <p:extLst>
      <p:ext uri="{BB962C8B-B14F-4D97-AF65-F5344CB8AC3E}">
        <p14:creationId xmlns:p14="http://schemas.microsoft.com/office/powerpoint/2010/main" val="328906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F78A34-72C0-2146-A5F5-8EB73111B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You Solve this Puzzle?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577E6F-511B-0342-B179-AB3105B73BE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67926" y="1641354"/>
            <a:ext cx="10363200" cy="3886200"/>
          </a:xfrm>
        </p:spPr>
        <p:txBody>
          <a:bodyPr/>
          <a:lstStyle/>
          <a:p>
            <a:pPr marL="342900" lvl="0" indent="-342900" algn="l" defTabSz="457200">
              <a:spcBef>
                <a:spcPct val="20000"/>
              </a:spcBef>
              <a:spcAft>
                <a:spcPts val="0"/>
              </a:spcAft>
              <a:buFont typeface="Arial"/>
              <a:buChar char="•"/>
            </a:pPr>
            <a:r>
              <a:rPr lang="en-US" sz="2400" b="0" dirty="0">
                <a:solidFill>
                  <a:srgbClr val="6C7373"/>
                </a:solidFill>
                <a:latin typeface="Arial" charset="0"/>
                <a:cs typeface="Arial" charset="0"/>
              </a:rPr>
              <a:t>I am thinking of a rule describing how three numbers relate to one another</a:t>
            </a:r>
          </a:p>
          <a:p>
            <a:pPr marL="342900" lvl="0" indent="-342900" algn="l" defTabSz="457200">
              <a:spcBef>
                <a:spcPct val="20000"/>
              </a:spcBef>
              <a:spcAft>
                <a:spcPts val="0"/>
              </a:spcAft>
              <a:buFont typeface="Arial"/>
              <a:buChar char="•"/>
            </a:pPr>
            <a:r>
              <a:rPr lang="en-US" sz="2400" b="0" dirty="0">
                <a:solidFill>
                  <a:srgbClr val="6C7373"/>
                </a:solidFill>
                <a:latin typeface="Arial" charset="0"/>
                <a:cs typeface="Arial" charset="0"/>
              </a:rPr>
              <a:t>Your challenge is to discover the rule using the following process</a:t>
            </a:r>
          </a:p>
          <a:p>
            <a:pPr marL="742950" lvl="1" indent="-285750" algn="l" defTabSz="457200">
              <a:spcBef>
                <a:spcPct val="20000"/>
              </a:spcBef>
              <a:spcAft>
                <a:spcPts val="0"/>
              </a:spcAft>
              <a:buFont typeface="Arial"/>
              <a:buChar char="–"/>
            </a:pPr>
            <a:r>
              <a:rPr lang="en-US" sz="2000" dirty="0">
                <a:solidFill>
                  <a:srgbClr val="6C7373"/>
                </a:solidFill>
                <a:latin typeface="Arial" charset="0"/>
                <a:cs typeface="Arial" charset="0"/>
              </a:rPr>
              <a:t>Give me a sequence of three numbers</a:t>
            </a:r>
          </a:p>
          <a:p>
            <a:pPr marL="742950" lvl="1" indent="-285750" algn="l" defTabSz="457200">
              <a:spcBef>
                <a:spcPct val="20000"/>
              </a:spcBef>
              <a:spcAft>
                <a:spcPts val="0"/>
              </a:spcAft>
              <a:buFont typeface="Arial"/>
              <a:buChar char="–"/>
            </a:pPr>
            <a:r>
              <a:rPr lang="en-US" sz="2000" dirty="0">
                <a:solidFill>
                  <a:srgbClr val="6C7373"/>
                </a:solidFill>
                <a:latin typeface="Arial" charset="0"/>
                <a:cs typeface="Arial" charset="0"/>
              </a:rPr>
              <a:t>I’ll tell you if they are consistent with the rule or not</a:t>
            </a:r>
          </a:p>
          <a:p>
            <a:pPr marL="742950" lvl="1" indent="-285750" algn="l" defTabSz="457200">
              <a:spcBef>
                <a:spcPct val="20000"/>
              </a:spcBef>
              <a:spcAft>
                <a:spcPts val="0"/>
              </a:spcAft>
              <a:buFont typeface="Arial"/>
              <a:buChar char="–"/>
            </a:pPr>
            <a:r>
              <a:rPr lang="en-US" sz="2000" dirty="0">
                <a:solidFill>
                  <a:srgbClr val="6C7373"/>
                </a:solidFill>
                <a:latin typeface="Arial" charset="0"/>
                <a:cs typeface="Arial" charset="0"/>
              </a:rPr>
              <a:t>You can guess the rule</a:t>
            </a:r>
          </a:p>
          <a:p>
            <a:pPr marL="742950" lvl="1" indent="-285750" algn="l" defTabSz="457200">
              <a:spcBef>
                <a:spcPct val="20000"/>
              </a:spcBef>
              <a:spcAft>
                <a:spcPts val="0"/>
              </a:spcAft>
              <a:buFont typeface="Arial"/>
              <a:buChar char="–"/>
            </a:pPr>
            <a:r>
              <a:rPr lang="en-US" sz="2000" dirty="0">
                <a:solidFill>
                  <a:srgbClr val="6C7373"/>
                </a:solidFill>
                <a:latin typeface="Arial" charset="0"/>
                <a:cs typeface="Arial" charset="0"/>
              </a:rPr>
              <a:t>You tell me how confident you are</a:t>
            </a:r>
          </a:p>
          <a:p>
            <a:pPr marL="342900" lvl="0" indent="-342900" algn="l" defTabSz="457200">
              <a:spcBef>
                <a:spcPct val="20000"/>
              </a:spcBef>
              <a:spcAft>
                <a:spcPts val="0"/>
              </a:spcAft>
              <a:buFont typeface="Arial"/>
              <a:buChar char="•"/>
            </a:pPr>
            <a:endParaRPr lang="en-US" sz="2400" b="0" dirty="0">
              <a:solidFill>
                <a:srgbClr val="6C7373"/>
              </a:solidFill>
              <a:latin typeface="Arial" charset="0"/>
              <a:cs typeface="Arial" charset="0"/>
            </a:endParaRPr>
          </a:p>
          <a:p>
            <a:pPr algn="l"/>
            <a:endParaRPr lang="en-US" b="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BA8812-2EC6-CF45-A6FF-1D26033CA50B}"/>
              </a:ext>
            </a:extLst>
          </p:cNvPr>
          <p:cNvGraphicFramePr>
            <a:graphicFrameLocks noGrp="1"/>
          </p:cNvGraphicFramePr>
          <p:nvPr/>
        </p:nvGraphicFramePr>
        <p:xfrm>
          <a:off x="667926" y="4087069"/>
          <a:ext cx="10856148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14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0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Sequence of #s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Consistent with rule?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Guess the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confident?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3426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452D0-A883-DB4D-A8F6-431D56080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emotional dog and its rational tail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208D1-727E-FE4A-94F1-04B019B1EA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We rapidly form judgments and expectations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These are based on experiences, beliefs, values, and norms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We subsequently search for reasons to justify our judgments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This can be effective for simple problems with true right answers that we have experience solving.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It is ineffective for complex problems with many potentially right (and wrong) answers.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0" dirty="0"/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73FD3604-0EDC-484B-808B-C70C5182CCC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12146" b="12146"/>
          <a:stretch>
            <a:fillRect/>
          </a:stretch>
        </p:blipFill>
        <p:spPr>
          <a:xfrm>
            <a:off x="6400801" y="1828800"/>
            <a:ext cx="2901461" cy="35814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DCE123-CFD7-DC4D-A5A6-025A464C3599}"/>
              </a:ext>
            </a:extLst>
          </p:cNvPr>
          <p:cNvSpPr txBox="1"/>
          <p:nvPr/>
        </p:nvSpPr>
        <p:spPr>
          <a:xfrm>
            <a:off x="173932" y="6311972"/>
            <a:ext cx="4701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 useful book on this topic: </a:t>
            </a:r>
            <a:r>
              <a:rPr lang="en-US" sz="1400" dirty="0">
                <a:hlinkClick r:id="rId4"/>
              </a:rPr>
              <a:t>Haidt – The Righteous Mind</a:t>
            </a:r>
            <a:endParaRPr lang="en-US" sz="1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3E9FE61-D1BA-1E4E-B9B4-2AFF41556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8831" y="1828800"/>
            <a:ext cx="2362201" cy="3638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692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BC4F3-7FB8-8440-BDAA-1311F386A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orientations to decision-making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337A9EB9-FB48-E947-98F8-3F3EF9C814EB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914400" y="1811215"/>
          <a:ext cx="10854723" cy="449554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2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7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26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03744" marR="10374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Advocacy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03744" marR="10374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Inquiry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03744" marR="103744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Concept of decision making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03744" marR="10374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Solution to be advanced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03744" marR="10374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Problem to be solved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03744" marR="103744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Purpose of discussion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03744" marR="10374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Persuasion &amp; lobbying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03744" marR="10374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Learning, testing, evaluating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03744" marR="103744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Members’ role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03744" marR="10374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Spokesperson for a group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03744" marR="10374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Critical thinker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03744" marR="103744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Usual patterns of behavior</a:t>
                      </a:r>
                    </a:p>
                  </a:txBody>
                  <a:tcPr marL="103744" marR="10374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Advance a point of view; Defend a position; Downplay contrary evidence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03744" marR="10374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Consider alternatives; Digest evidence; Discover truth</a:t>
                      </a:r>
                    </a:p>
                  </a:txBody>
                  <a:tcPr marL="103744" marR="103744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Minority views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03744" marR="10374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Ignored or Dismissed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03744" marR="10374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Sought-out and Valued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03744" marR="103744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Group Outcome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03744" marR="10374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Winners and Losers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03744" marR="10374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Collective ownership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03744" marR="103744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0803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275C8D-37F0-0842-B0E9-302095A495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Establish a leader or facilitator to be in charge of the process—not of the outcome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Team members’ role is to supply all information they have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Everyone’s job is to engage in active critical thinking—not advocating a position, but seeking truth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D3327-2112-A541-B463-3B0134B2FA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Everyone must acknowledge that they lack full information into the problem—they have blind spots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Set the tone that all perspectives and goals are valued and important to consider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Expect thorough preparation and transparency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850C4D-4B90-B242-A1E3-056A649EE2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How to Drive Inquiry (1): Set the Tone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904327-E62F-D648-8CD8-6FF5B814A0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800" dirty="0"/>
              <a:t>Establish Roles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72D41E-CCE9-7C4A-979D-59148FF918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1800" dirty="0"/>
              <a:t>Set Expectations</a:t>
            </a:r>
          </a:p>
        </p:txBody>
      </p:sp>
    </p:spTree>
    <p:extLst>
      <p:ext uri="{BB962C8B-B14F-4D97-AF65-F5344CB8AC3E}">
        <p14:creationId xmlns:p14="http://schemas.microsoft.com/office/powerpoint/2010/main" val="487716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275C8D-37F0-0842-B0E9-302095A495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Dedicate time to explicitly consider the problem at hand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What does everyone need for the project to be considered successful?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Leverage diversity of input to re-specify the problem in a superordinate way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D3327-2112-A541-B463-3B0134B2FA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Actively seek out the “hidden profile”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Be mindful of common individual cognitive biases (e.g., confirmation bias)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Be vigilant about common group cognitive biases (e.g., ignoring unshared information)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Move toward solution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850C4D-4B90-B242-A1E3-056A649EE2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How to Drive Inquiry (2): Actively Lead the Process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904327-E62F-D648-8CD8-6FF5B814A0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800" dirty="0"/>
              <a:t>Collectively Formulate the Problem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72D41E-CCE9-7C4A-979D-59148FF918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1800" dirty="0"/>
              <a:t>Share and Collectively Process Information</a:t>
            </a:r>
          </a:p>
        </p:txBody>
      </p:sp>
    </p:spTree>
    <p:extLst>
      <p:ext uri="{BB962C8B-B14F-4D97-AF65-F5344CB8AC3E}">
        <p14:creationId xmlns:p14="http://schemas.microsoft.com/office/powerpoint/2010/main" val="3460106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3AE52-BC40-4F48-8325-01E6EA0BD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Understanding of Team Conflict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FF1BB6-BBCD-664B-8952-3E166B1EC2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There are different types of conflict in teams. Some forms of helpful, some are not.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u="sng" dirty="0"/>
              <a:t>Task conflict</a:t>
            </a:r>
            <a:r>
              <a:rPr lang="en-US" sz="2400" b="0" dirty="0"/>
              <a:t>: Disagreements about ideas, problems, solutions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u="sng" dirty="0"/>
              <a:t>Process conflict</a:t>
            </a:r>
            <a:r>
              <a:rPr lang="en-US" sz="2400" b="0" dirty="0"/>
              <a:t>: Disagreements about </a:t>
            </a:r>
            <a:r>
              <a:rPr lang="en-US" sz="2400" b="0" i="1" dirty="0"/>
              <a:t>how</a:t>
            </a:r>
            <a:r>
              <a:rPr lang="en-US" sz="2400" b="0" dirty="0"/>
              <a:t> work should be done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u="sng" dirty="0"/>
              <a:t>Relationship conflict</a:t>
            </a:r>
            <a:r>
              <a:rPr lang="en-US" sz="2400" b="0" dirty="0"/>
              <a:t>: Emotionally-charged, personal clashes</a:t>
            </a:r>
            <a:endParaRPr lang="en-US" sz="2400" b="0" u="sng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b="0" dirty="0"/>
          </a:p>
          <a:p>
            <a:endParaRPr lang="en-US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71CC01-214A-3A43-AC68-DE8E44E20EF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425530" y="1828800"/>
            <a:ext cx="3854540" cy="3886200"/>
          </a:xfrm>
        </p:spPr>
      </p:pic>
    </p:spTree>
    <p:extLst>
      <p:ext uri="{BB962C8B-B14F-4D97-AF65-F5344CB8AC3E}">
        <p14:creationId xmlns:p14="http://schemas.microsoft.com/office/powerpoint/2010/main" val="281252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Conflict Management Styles</a:t>
            </a:r>
          </a:p>
        </p:txBody>
      </p:sp>
      <p:pic>
        <p:nvPicPr>
          <p:cNvPr id="7" name="pasted-image.pdf"/>
          <p:cNvPicPr>
            <a:picLocks noGrp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928917" y="1965022"/>
            <a:ext cx="4876799" cy="3521378"/>
          </a:xfrm>
        </p:spPr>
      </p:pic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6386285" y="1965022"/>
            <a:ext cx="4876800" cy="374998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 dirty="0"/>
              <a:t>Teams are </a:t>
            </a:r>
            <a:r>
              <a:rPr lang="en-US" sz="2800" b="0" i="1" dirty="0"/>
              <a:t>cooperative</a:t>
            </a:r>
            <a:r>
              <a:rPr lang="en-US" sz="2800" b="0" dirty="0"/>
              <a:t> organizational structures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 dirty="0"/>
              <a:t>Forcing and avoiding are extremely damaging styles to use in team-based 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 dirty="0"/>
              <a:t>For most complex problems, an integrating style is best</a:t>
            </a:r>
          </a:p>
        </p:txBody>
      </p:sp>
    </p:spTree>
    <p:extLst>
      <p:ext uri="{BB962C8B-B14F-4D97-AF65-F5344CB8AC3E}">
        <p14:creationId xmlns:p14="http://schemas.microsoft.com/office/powerpoint/2010/main" val="299639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75F7B-9B8E-CF4B-B7F5-855DF6CA28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1800" dirty="0"/>
              <a:t>Because teams are assembled to solve complex problems, information is often distributed unevenly across the team. Members must integrate information to succeed in their tasks. </a:t>
            </a:r>
          </a:p>
          <a:p>
            <a:endParaRPr lang="en-US" sz="1800" b="0" dirty="0"/>
          </a:p>
          <a:p>
            <a:r>
              <a:rPr lang="en-US" sz="1800" b="0" dirty="0"/>
              <a:t>The most effective teams are those that uncover the full pool relevant information that exists across team members and integrate it to derive novel solutions to complex problems.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80F7C9-FAF4-DB40-BA63-68738F019C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12375" y="1828800"/>
            <a:ext cx="4876800" cy="4305300"/>
          </a:xfrm>
        </p:spPr>
        <p:txBody>
          <a:bodyPr/>
          <a:lstStyle/>
          <a:p>
            <a:r>
              <a:rPr lang="en-US" sz="1800" dirty="0"/>
              <a:t>Team members almost always have some objectives that are collective (e.g., solving the </a:t>
            </a:r>
            <a:r>
              <a:rPr lang="en-US" sz="1800" i="1" dirty="0"/>
              <a:t>team’s</a:t>
            </a:r>
            <a:r>
              <a:rPr lang="en-US" sz="1800" dirty="0"/>
              <a:t> problems) and some that are individual (e.g., advancing one’s career). </a:t>
            </a:r>
            <a:endParaRPr lang="en-US" sz="1800" b="0" dirty="0"/>
          </a:p>
          <a:p>
            <a:endParaRPr lang="en-US" sz="1800" b="0" dirty="0"/>
          </a:p>
          <a:p>
            <a:r>
              <a:rPr lang="en-US" sz="1800" b="0" dirty="0"/>
              <a:t>The most effective teams are those that understand and work to discover “win-win” solutions, which enable members to achieve their individual goals without compromising the ability of the team to achieve its own goals.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98E4FB-902B-0D46-A488-D243F591E2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Two Key Challenges to Keep on Your Radar in Team Decision-Making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1DA8392-8DAE-EF48-8280-991D201BD2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Information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C63E148-2D6F-AC41-95DA-C82112F89B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</p:spTree>
    <p:extLst>
      <p:ext uri="{BB962C8B-B14F-4D97-AF65-F5344CB8AC3E}">
        <p14:creationId xmlns:p14="http://schemas.microsoft.com/office/powerpoint/2010/main" val="2677483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B7990F-E254-AEAC-9BA9-B23BC8DF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Evening Team Assignment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7F8152-C03E-9719-A914-9982A7EA4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Discuss the </a:t>
            </a:r>
            <a:r>
              <a:rPr lang="en-US" sz="2800" i="1" dirty="0"/>
              <a:t>Trouble at Basecamp </a:t>
            </a:r>
            <a:r>
              <a:rPr lang="en-US" sz="2800" dirty="0"/>
              <a:t>case as a team. Before 7 AM on Thursday morning:</a:t>
            </a:r>
            <a:endParaRPr lang="en-US" sz="28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0" dirty="0"/>
              <a:t>Adopt the perspective of Jason Fried at the start of the case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0" dirty="0"/>
              <a:t>Decide how to handle the charged conversation that emerges in chat form on Basecamp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0" dirty="0"/>
              <a:t>Provide a detailed account of what you would do, including the text of any communications you would send</a:t>
            </a:r>
          </a:p>
        </p:txBody>
      </p:sp>
    </p:spTree>
    <p:extLst>
      <p:ext uri="{BB962C8B-B14F-4D97-AF65-F5344CB8AC3E}">
        <p14:creationId xmlns:p14="http://schemas.microsoft.com/office/powerpoint/2010/main" val="1339607249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B7990F-E254-AEAC-9BA9-B23BC8DF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Next: Leading the Socioemotional Side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7F8152-C03E-9719-A914-9982A7EA4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dirty="0"/>
              <a:t>Read “The Five Dysfunctions of a Team”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dirty="0"/>
              <a:t>Read “Too hot to handle: How to manage relationship conflict”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dirty="0"/>
              <a:t>Read “Decision to Trust”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dirty="0"/>
              <a:t>Submit your brief trust reflection</a:t>
            </a:r>
          </a:p>
        </p:txBody>
      </p:sp>
    </p:spTree>
    <p:extLst>
      <p:ext uri="{BB962C8B-B14F-4D97-AF65-F5344CB8AC3E}">
        <p14:creationId xmlns:p14="http://schemas.microsoft.com/office/powerpoint/2010/main" val="155258482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2_Office Theme">
  <a:themeElements>
    <a:clrScheme name="WU Olin Wow">
      <a:dk1>
        <a:srgbClr val="000000"/>
      </a:dk1>
      <a:lt1>
        <a:srgbClr val="FFFFFF"/>
      </a:lt1>
      <a:dk2>
        <a:srgbClr val="A51417"/>
      </a:dk2>
      <a:lt2>
        <a:srgbClr val="E7E6E6"/>
      </a:lt2>
      <a:accent1>
        <a:srgbClr val="007360"/>
      </a:accent1>
      <a:accent2>
        <a:srgbClr val="173E3A"/>
      </a:accent2>
      <a:accent3>
        <a:srgbClr val="C8C8C8"/>
      </a:accent3>
      <a:accent4>
        <a:srgbClr val="6C7373"/>
      </a:accent4>
      <a:accent5>
        <a:srgbClr val="F8BE15"/>
      </a:accent5>
      <a:accent6>
        <a:srgbClr val="005F85"/>
      </a:accent6>
      <a:hlink>
        <a:srgbClr val="A51417"/>
      </a:hlink>
      <a:folHlink>
        <a:srgbClr val="954F72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ashU Olin">
  <a:themeElements>
    <a:clrScheme name="WU Olin Wow">
      <a:dk1>
        <a:srgbClr val="000000"/>
      </a:dk1>
      <a:lt1>
        <a:srgbClr val="FFFFFF"/>
      </a:lt1>
      <a:dk2>
        <a:srgbClr val="A51417"/>
      </a:dk2>
      <a:lt2>
        <a:srgbClr val="E7E6E6"/>
      </a:lt2>
      <a:accent1>
        <a:srgbClr val="007360"/>
      </a:accent1>
      <a:accent2>
        <a:srgbClr val="173E3A"/>
      </a:accent2>
      <a:accent3>
        <a:srgbClr val="C8C8C8"/>
      </a:accent3>
      <a:accent4>
        <a:srgbClr val="6C7373"/>
      </a:accent4>
      <a:accent5>
        <a:srgbClr val="F8BE15"/>
      </a:accent5>
      <a:accent6>
        <a:srgbClr val="005F85"/>
      </a:accent6>
      <a:hlink>
        <a:srgbClr val="A51417"/>
      </a:hlink>
      <a:folHlink>
        <a:srgbClr val="954F72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ashU Olin" id="{1E43207E-B7E6-1042-BD7F-0DBDF98D80F1}" vid="{F290A36D-932F-AF49-9C61-559F1FFC16B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18495</TotalTime>
  <Words>2810</Words>
  <Application>Microsoft Macintosh PowerPoint</Application>
  <PresentationFormat>Widescreen</PresentationFormat>
  <Paragraphs>342</Paragraphs>
  <Slides>31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Georgia</vt:lpstr>
      <vt:lpstr>Playfair Display</vt:lpstr>
      <vt:lpstr>Source Sans Pro</vt:lpstr>
      <vt:lpstr>2_Office Theme</vt:lpstr>
      <vt:lpstr>WashU Olin</vt:lpstr>
      <vt:lpstr>Team Development  &amp; Assessment  Module 3: Leading Decision-Making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Decision-Making Exercise</vt:lpstr>
      <vt:lpstr>The Challenge of Team Decision-Making</vt:lpstr>
      <vt:lpstr>The Challenge of Team Decision-Making</vt:lpstr>
      <vt:lpstr>Can You Solve this Puzzle?</vt:lpstr>
      <vt:lpstr>The emotional dog and its rational tail</vt:lpstr>
      <vt:lpstr>Two orientations to decision-making</vt:lpstr>
      <vt:lpstr>PowerPoint Presentation</vt:lpstr>
      <vt:lpstr>PowerPoint Presentation</vt:lpstr>
      <vt:lpstr>Current Understanding of Team Conflict</vt:lpstr>
      <vt:lpstr>Conflict Management Styles</vt:lpstr>
      <vt:lpstr>PowerPoint Presentation</vt:lpstr>
      <vt:lpstr>Evening Team Assignment</vt:lpstr>
      <vt:lpstr>Next: Leading the Socioemotional Side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Knight, Andrew</cp:lastModifiedBy>
  <cp:revision>1949</cp:revision>
  <dcterms:created xsi:type="dcterms:W3CDTF">2018-06-08T20:46:10Z</dcterms:created>
  <dcterms:modified xsi:type="dcterms:W3CDTF">2024-08-28T13:53:51Z</dcterms:modified>
</cp:coreProperties>
</file>