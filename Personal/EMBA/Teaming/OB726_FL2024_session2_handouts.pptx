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2" r:id="rId1"/>
    <p:sldMasterId id="2147483765" r:id="rId2"/>
  </p:sldMasterIdLst>
  <p:notesMasterIdLst>
    <p:notesMasterId r:id="rId19"/>
  </p:notesMasterIdLst>
  <p:handoutMasterIdLst>
    <p:handoutMasterId r:id="rId20"/>
  </p:handoutMasterIdLst>
  <p:sldIdLst>
    <p:sldId id="425" r:id="rId3"/>
    <p:sldId id="1442" r:id="rId4"/>
    <p:sldId id="1480" r:id="rId5"/>
    <p:sldId id="1440" r:id="rId6"/>
    <p:sldId id="1464" r:id="rId7"/>
    <p:sldId id="1391" r:id="rId8"/>
    <p:sldId id="1390" r:id="rId9"/>
    <p:sldId id="1388" r:id="rId10"/>
    <p:sldId id="1481" r:id="rId11"/>
    <p:sldId id="1444" r:id="rId12"/>
    <p:sldId id="1482" r:id="rId13"/>
    <p:sldId id="1446" r:id="rId14"/>
    <p:sldId id="1336" r:id="rId15"/>
    <p:sldId id="1337" r:id="rId16"/>
    <p:sldId id="1469" r:id="rId17"/>
    <p:sldId id="147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475FDAF-615B-624D-A025-A78C45EF8309}">
          <p14:sldIdLst>
            <p14:sldId id="425"/>
            <p14:sldId id="1442"/>
            <p14:sldId id="1480"/>
            <p14:sldId id="1440"/>
          </p14:sldIdLst>
        </p14:section>
        <p14:section name="Team Design" id="{29C0D2C1-A871-3C49-BA2C-123F3DEA4F9A}">
          <p14:sldIdLst>
            <p14:sldId id="1464"/>
            <p14:sldId id="1391"/>
            <p14:sldId id="1390"/>
            <p14:sldId id="1388"/>
            <p14:sldId id="1481"/>
            <p14:sldId id="1444"/>
          </p14:sldIdLst>
        </p14:section>
        <p14:section name="Army Crew Team Discussion" id="{DFE3FE5C-C4C0-EB4F-9679-DD0C80866129}">
          <p14:sldIdLst>
            <p14:sldId id="1482"/>
          </p14:sldIdLst>
        </p14:section>
        <p14:section name="Launching Teams" id="{C7874171-BDE8-CA4F-9387-8A80FDDBDB71}">
          <p14:sldIdLst>
            <p14:sldId id="1446"/>
            <p14:sldId id="1336"/>
            <p14:sldId id="1337"/>
            <p14:sldId id="1469"/>
          </p14:sldIdLst>
        </p14:section>
        <p14:section name="Closing and Evening Assignment" id="{C925F026-9F73-CF47-9AB4-9B6AB029433E}">
          <p14:sldIdLst>
            <p14:sldId id="14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BE15"/>
    <a:srgbClr val="EE9166"/>
    <a:srgbClr val="D15F27"/>
    <a:srgbClr val="67C8C7"/>
    <a:srgbClr val="ADCFCA"/>
    <a:srgbClr val="C8E0DB"/>
    <a:srgbClr val="FF9C6E"/>
    <a:srgbClr val="FF7F45"/>
    <a:srgbClr val="FF7330"/>
    <a:srgbClr val="005F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28"/>
    <p:restoredTop sz="94041"/>
  </p:normalViewPr>
  <p:slideViewPr>
    <p:cSldViewPr snapToGrid="0" snapToObjects="1">
      <p:cViewPr varScale="1">
        <p:scale>
          <a:sx n="116" d="100"/>
          <a:sy n="116" d="100"/>
        </p:scale>
        <p:origin x="22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96" d="100"/>
          <a:sy n="96" d="100"/>
        </p:scale>
        <p:origin x="2312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40C5E4-B8F1-BC4E-91CC-8A36F9FCB6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0867AF-3CF6-2947-860F-5A1B9B16CB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81313C-C9E1-4F47-860A-5ABE656CA57C}" type="datetimeFigureOut">
              <a:rPr lang="en-US" smtClean="0"/>
              <a:t>8/24/24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00650-6CB6-9049-8AB7-813A346FB7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1DF8D-CC8F-F14A-B926-B1BAA25ADD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D484CF-7ED1-0346-BCD1-67A51D79A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754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FC6E5-DC82-6547-8636-45FE92FF2F42}" type="datetimeFigureOut">
              <a:rPr lang="en-US" smtClean="0"/>
              <a:t>8/24/24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D8096B-D38E-384D-AFC5-E4EA2BEA1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65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D8096B-D38E-384D-AFC5-E4EA2BEA1C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75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- Animated w/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ADE42A-5A79-9F4F-9FA4-033446BDA4A7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691640"/>
            <a:ext cx="10363200" cy="1092503"/>
          </a:xfrm>
        </p:spPr>
        <p:txBody>
          <a:bodyPr anchor="t"/>
          <a:lstStyle>
            <a:lvl1pPr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FD8237-B4E3-AB47-A0B5-8261C7ADE253}"/>
              </a:ext>
            </a:extLst>
          </p:cNvPr>
          <p:cNvGrpSpPr/>
          <p:nvPr userDrawn="1"/>
        </p:nvGrpSpPr>
        <p:grpSpPr>
          <a:xfrm>
            <a:off x="6096000" y="0"/>
            <a:ext cx="0" cy="6858000"/>
            <a:chOff x="4572000" y="0"/>
            <a:chExt cx="0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4936B40-4EE6-F94E-9BF6-AFD0E25481D3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0"/>
              <a:ext cx="0" cy="132663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164EF24-72E2-8E47-B821-F94DA9D444D2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6134100"/>
              <a:ext cx="0" cy="7239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509" y="5150350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803630"/>
      </p:ext>
    </p:extLst>
  </p:cSld>
  <p:clrMapOvr>
    <a:masterClrMapping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- Animated - w/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ADE42A-5A79-9F4F-9FA4-033446BDA4A7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691640"/>
            <a:ext cx="10363200" cy="4023360"/>
          </a:xfrm>
        </p:spPr>
        <p:txBody>
          <a:bodyPr anchor="t"/>
          <a:lstStyle>
            <a:lvl1pPr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FD8237-B4E3-AB47-A0B5-8261C7ADE253}"/>
              </a:ext>
            </a:extLst>
          </p:cNvPr>
          <p:cNvGrpSpPr/>
          <p:nvPr userDrawn="1"/>
        </p:nvGrpSpPr>
        <p:grpSpPr>
          <a:xfrm>
            <a:off x="6096000" y="0"/>
            <a:ext cx="0" cy="6858000"/>
            <a:chOff x="4572000" y="0"/>
            <a:chExt cx="0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4936B40-4EE6-F94E-9BF6-AFD0E25481D3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0"/>
              <a:ext cx="0" cy="132663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164EF24-72E2-8E47-B821-F94DA9D444D2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6134100"/>
              <a:ext cx="0" cy="7239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28906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8D26B0-1CD4-FB41-A78C-F557F7B05A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5139" b="-565"/>
          <a:stretch/>
        </p:blipFill>
        <p:spPr>
          <a:xfrm>
            <a:off x="8006109" y="1124712"/>
            <a:ext cx="4168641" cy="554604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4E431E-825A-294E-B7AD-2D288C1A213F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509" y="3"/>
            <a:ext cx="6868891" cy="3605349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56820B-1C15-F043-9777-053D813A7C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67509" y="3696871"/>
            <a:ext cx="6868891" cy="1169042"/>
          </a:xfrm>
        </p:spPr>
        <p:txBody>
          <a:bodyPr/>
          <a:lstStyle>
            <a:lvl1pPr algn="l">
              <a:defRPr sz="2200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883E360-0D8E-1045-B3EE-D3202095FE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0868" y="1835333"/>
            <a:ext cx="3149600" cy="3030583"/>
          </a:xfrm>
          <a:solidFill>
            <a:schemeClr val="bg1"/>
          </a:solidFill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8CB17A-54A6-254C-9F79-7FE2B05CBCC5}"/>
              </a:ext>
            </a:extLst>
          </p:cNvPr>
          <p:cNvCxnSpPr>
            <a:cxnSpLocks/>
          </p:cNvCxnSpPr>
          <p:nvPr userDrawn="1"/>
        </p:nvCxnSpPr>
        <p:spPr>
          <a:xfrm>
            <a:off x="4534887" y="5150350"/>
            <a:ext cx="0" cy="170765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509" y="5150350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716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 dir="d"/>
      </p:transition>
    </mc:Choice>
    <mc:Fallback xmlns="">
      <p:transition spd="slow">
        <p:wipe dir="d"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31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Full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0"/>
            <a:ext cx="5963920" cy="345643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736"/>
            <a:ext cx="5959061" cy="2724912"/>
          </a:xfrm>
        </p:spPr>
        <p:txBody>
          <a:bodyPr/>
          <a:lstStyle>
            <a:lvl1pPr marL="0" indent="0" algn="l">
              <a:buNone/>
              <a:defRPr sz="1800" spc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8002" y="990600"/>
            <a:ext cx="3714751" cy="4724400"/>
          </a:xfrm>
        </p:spPr>
        <p:txBody>
          <a:bodyPr/>
          <a:lstStyle>
            <a:lvl1pPr algn="l">
              <a:defRPr spc="0">
                <a:solidFill>
                  <a:schemeClr val="bg1"/>
                </a:solidFill>
              </a:defRPr>
            </a:lvl1pPr>
            <a:lvl2pPr algn="l">
              <a:defRPr spc="0">
                <a:solidFill>
                  <a:schemeClr val="bg1"/>
                </a:solidFill>
              </a:defRPr>
            </a:lvl2pPr>
            <a:lvl3pPr algn="l">
              <a:defRPr spc="0">
                <a:solidFill>
                  <a:schemeClr val="bg1"/>
                </a:solidFill>
              </a:defRPr>
            </a:lvl3pPr>
            <a:lvl4pPr algn="l">
              <a:defRPr spc="0">
                <a:solidFill>
                  <a:schemeClr val="bg1"/>
                </a:solidFill>
              </a:defRPr>
            </a:lvl4pPr>
            <a:lvl5pPr algn="l">
              <a:defRPr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02027D-4FBC-6148-86D2-BF4C61EF660E}"/>
              </a:ext>
            </a:extLst>
          </p:cNvPr>
          <p:cNvCxnSpPr>
            <a:cxnSpLocks/>
          </p:cNvCxnSpPr>
          <p:nvPr userDrawn="1"/>
        </p:nvCxnSpPr>
        <p:spPr>
          <a:xfrm>
            <a:off x="7616613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873" y="5845598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40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560" userDrawn="1">
          <p15:clr>
            <a:srgbClr val="FBAE40"/>
          </p15:clr>
        </p15:guide>
        <p15:guide id="3" pos="5120" userDrawn="1">
          <p15:clr>
            <a:srgbClr val="FBAE40"/>
          </p15:clr>
        </p15:guide>
        <p15:guide id="4" pos="576" userDrawn="1">
          <p15:clr>
            <a:srgbClr val="FBAE40"/>
          </p15:clr>
        </p15:guide>
        <p15:guide id="5" pos="7104" userDrawn="1">
          <p15:clr>
            <a:srgbClr val="FBAE40"/>
          </p15:clr>
        </p15:guide>
        <p15:guide id="6" orient="horz" pos="2256" userDrawn="1">
          <p15:clr>
            <a:srgbClr val="FBAE40"/>
          </p15:clr>
        </p15:guide>
        <p15:guide id="7" orient="horz" pos="624" userDrawn="1">
          <p15:clr>
            <a:srgbClr val="FBAE40"/>
          </p15:clr>
        </p15:guide>
        <p15:guide id="9" orient="horz" pos="3984" userDrawn="1">
          <p15:clr>
            <a:srgbClr val="FBAE40"/>
          </p15:clr>
        </p15:guide>
        <p15:guide id="10" pos="7456" userDrawn="1">
          <p15:clr>
            <a:srgbClr val="FBAE40"/>
          </p15:clr>
        </p15:guide>
        <p15:guide id="11" pos="224" userDrawn="1">
          <p15:clr>
            <a:srgbClr val="FBAE40"/>
          </p15:clr>
        </p15:guide>
        <p15:guide id="12" pos="480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Split Col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BE4281-5740-0A43-A585-9F0DF1530C89}"/>
              </a:ext>
            </a:extLst>
          </p:cNvPr>
          <p:cNvSpPr/>
          <p:nvPr userDrawn="1"/>
        </p:nvSpPr>
        <p:spPr>
          <a:xfrm>
            <a:off x="0" y="0"/>
            <a:ext cx="7620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2F2419-0A6D-B449-B699-13B3994AE2F6}"/>
              </a:ext>
            </a:extLst>
          </p:cNvPr>
          <p:cNvSpPr/>
          <p:nvPr userDrawn="1"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-2"/>
            <a:ext cx="5963920" cy="345643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736"/>
            <a:ext cx="5963920" cy="2724912"/>
          </a:xfrm>
        </p:spPr>
        <p:txBody>
          <a:bodyPr/>
          <a:lstStyle>
            <a:lvl1pPr marL="0" indent="0" algn="l">
              <a:buNone/>
              <a:defRPr sz="2000" spc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8002" y="1005840"/>
            <a:ext cx="3714751" cy="4709160"/>
          </a:xfrm>
        </p:spPr>
        <p:txBody>
          <a:bodyPr/>
          <a:lstStyle>
            <a:lvl1pPr algn="l">
              <a:defRPr spc="0"/>
            </a:lvl1pPr>
            <a:lvl2pPr algn="l">
              <a:defRPr spc="0"/>
            </a:lvl2pPr>
            <a:lvl3pPr algn="l">
              <a:defRPr spc="0"/>
            </a:lvl3pPr>
            <a:lvl4pPr algn="l">
              <a:defRPr spc="0"/>
            </a:lvl4pPr>
            <a:lvl5pPr algn="l">
              <a:defRPr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FC882F-B4B0-224E-904D-98B0B93D985D}"/>
              </a:ext>
            </a:extLst>
          </p:cNvPr>
          <p:cNvSpPr/>
          <p:nvPr userDrawn="1"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749028"/>
      </p:ext>
    </p:extLst>
  </p:cSld>
  <p:clrMapOvr>
    <a:masterClrMapping/>
  </p:clrMapOvr>
  <p:transition spd="slow">
    <p:wipe dir="d"/>
  </p:transition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560" userDrawn="1">
          <p15:clr>
            <a:srgbClr val="FBAE40"/>
          </p15:clr>
        </p15:guide>
        <p15:guide id="3" pos="5120" userDrawn="1">
          <p15:clr>
            <a:srgbClr val="FBAE40"/>
          </p15:clr>
        </p15:guide>
        <p15:guide id="4" pos="576" userDrawn="1">
          <p15:clr>
            <a:srgbClr val="FBAE40"/>
          </p15:clr>
        </p15:guide>
        <p15:guide id="5" pos="7104" userDrawn="1">
          <p15:clr>
            <a:srgbClr val="FBAE40"/>
          </p15:clr>
        </p15:guide>
        <p15:guide id="6" orient="horz" pos="2256" userDrawn="1">
          <p15:clr>
            <a:srgbClr val="FBAE40"/>
          </p15:clr>
        </p15:guide>
        <p15:guide id="7" orient="horz" pos="624" userDrawn="1">
          <p15:clr>
            <a:srgbClr val="FBAE40"/>
          </p15:clr>
        </p15:guide>
        <p15:guide id="10" pos="7456" userDrawn="1">
          <p15:clr>
            <a:srgbClr val="FBAE40"/>
          </p15:clr>
        </p15:guide>
        <p15:guide id="11" pos="224" userDrawn="1">
          <p15:clr>
            <a:srgbClr val="FBAE40"/>
          </p15:clr>
        </p15:guide>
        <p15:guide id="12" pos="480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Split Col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0"/>
            <a:ext cx="4572001" cy="345643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</a:t>
            </a:r>
            <a:br>
              <a:rPr lang="en-US" dirty="0"/>
            </a:br>
            <a:r>
              <a:rPr lang="en-US" dirty="0"/>
              <a:t>to edit Master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2" y="3602038"/>
            <a:ext cx="4572001" cy="2722562"/>
          </a:xfrm>
        </p:spPr>
        <p:txBody>
          <a:bodyPr/>
          <a:lstStyle>
            <a:lvl1pPr marL="0" indent="0" algn="l">
              <a:buNone/>
              <a:defRPr sz="1800" spc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05601" y="990600"/>
            <a:ext cx="5130800" cy="4724400"/>
          </a:xfrm>
        </p:spPr>
        <p:txBody>
          <a:bodyPr/>
          <a:lstStyle>
            <a:lvl1pPr algn="l">
              <a:defRPr spc="0">
                <a:solidFill>
                  <a:schemeClr val="tx1"/>
                </a:solidFill>
              </a:defRPr>
            </a:lvl1pPr>
            <a:lvl2pPr algn="l">
              <a:defRPr spc="0">
                <a:solidFill>
                  <a:schemeClr val="tx1"/>
                </a:solidFill>
              </a:defRPr>
            </a:lvl2pPr>
            <a:lvl3pPr algn="l">
              <a:defRPr spc="0">
                <a:solidFill>
                  <a:schemeClr val="tx1"/>
                </a:solidFill>
              </a:defRPr>
            </a:lvl3pPr>
            <a:lvl4pPr algn="l">
              <a:defRPr spc="0">
                <a:solidFill>
                  <a:schemeClr val="tx1"/>
                </a:solidFill>
              </a:defRPr>
            </a:lvl4pPr>
            <a:lvl5pPr algn="l">
              <a:defRPr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932789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560" userDrawn="1">
          <p15:clr>
            <a:srgbClr val="FBAE40"/>
          </p15:clr>
        </p15:guide>
        <p15:guide id="3" pos="5120" userDrawn="1">
          <p15:clr>
            <a:srgbClr val="FBAE40"/>
          </p15:clr>
        </p15:guide>
        <p15:guide id="4" pos="576" userDrawn="1">
          <p15:clr>
            <a:srgbClr val="FBAE40"/>
          </p15:clr>
        </p15:guide>
        <p15:guide id="5" pos="7104" userDrawn="1">
          <p15:clr>
            <a:srgbClr val="FBAE40"/>
          </p15:clr>
        </p15:guide>
        <p15:guide id="6" orient="horz" pos="2256" userDrawn="1">
          <p15:clr>
            <a:srgbClr val="FBAE40"/>
          </p15:clr>
        </p15:guide>
        <p15:guide id="7" orient="horz" pos="624" userDrawn="1">
          <p15:clr>
            <a:srgbClr val="FBAE40"/>
          </p15:clr>
        </p15:guide>
        <p15:guide id="9" orient="horz" pos="3984" userDrawn="1">
          <p15:clr>
            <a:srgbClr val="FBAE40"/>
          </p15:clr>
        </p15:guide>
        <p15:guide id="10" pos="7456" userDrawn="1">
          <p15:clr>
            <a:srgbClr val="FBAE40"/>
          </p15:clr>
        </p15:guide>
        <p15:guide id="11" pos="22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90600"/>
            <a:ext cx="6603997" cy="827532"/>
          </a:xfrm>
        </p:spPr>
        <p:txBody>
          <a:bodyPr tIns="0" anchor="t"/>
          <a:lstStyle>
            <a:lvl1pPr algn="l">
              <a:defRPr sz="1800" b="1" spc="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48099" y="990600"/>
            <a:ext cx="3288303" cy="4740068"/>
          </a:xfrm>
        </p:spPr>
        <p:txBody>
          <a:bodyPr tIns="0"/>
          <a:lstStyle>
            <a:lvl1pPr algn="l">
              <a:defRPr sz="1600" spc="0">
                <a:solidFill>
                  <a:schemeClr val="bg1"/>
                </a:solidFill>
              </a:defRPr>
            </a:lvl1pPr>
            <a:lvl2pPr algn="l">
              <a:defRPr sz="1600" spc="0">
                <a:solidFill>
                  <a:schemeClr val="bg1"/>
                </a:solidFill>
              </a:defRPr>
            </a:lvl2pPr>
            <a:lvl3pPr algn="l">
              <a:defRPr sz="1600" spc="0">
                <a:solidFill>
                  <a:schemeClr val="bg1"/>
                </a:solidFill>
              </a:defRPr>
            </a:lvl3pPr>
            <a:lvl4pPr algn="l">
              <a:defRPr sz="1600" spc="0">
                <a:solidFill>
                  <a:schemeClr val="bg1"/>
                </a:solidFill>
              </a:defRPr>
            </a:lvl4pPr>
            <a:lvl5pPr algn="l">
              <a:defRPr sz="1600"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D825E-D77A-BC4B-A290-2A9BD3E2CF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1" y="1828800"/>
            <a:ext cx="6603999" cy="44958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873" y="5845598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902960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3" pos="5120" userDrawn="1">
          <p15:clr>
            <a:srgbClr val="FBAE40"/>
          </p15:clr>
        </p15:guide>
        <p15:guide id="4" pos="576" userDrawn="1">
          <p15:clr>
            <a:srgbClr val="FBAE40"/>
          </p15:clr>
        </p15:guide>
        <p15:guide id="6" orient="horz" pos="2256" userDrawn="1">
          <p15:clr>
            <a:srgbClr val="FBAE40"/>
          </p15:clr>
        </p15:guide>
        <p15:guide id="7" orient="horz" pos="624" userDrawn="1">
          <p15:clr>
            <a:srgbClr val="FBAE40"/>
          </p15:clr>
        </p15:guide>
        <p15:guide id="9" orient="horz" pos="3984" userDrawn="1">
          <p15:clr>
            <a:srgbClr val="FBAE40"/>
          </p15:clr>
        </p15:guide>
        <p15:guide id="10" pos="7456" userDrawn="1">
          <p15:clr>
            <a:srgbClr val="FBAE40"/>
          </p15:clr>
        </p15:guide>
        <p15:guide id="11" pos="224" userDrawn="1">
          <p15:clr>
            <a:srgbClr val="FBAE40"/>
          </p15:clr>
        </p15:guide>
        <p15:guide id="12" pos="4736" userDrawn="1">
          <p15:clr>
            <a:srgbClr val="FBAE40"/>
          </p15:clr>
        </p15:guide>
        <p15:guide id="13" pos="537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2" y="990600"/>
            <a:ext cx="6788319" cy="827532"/>
          </a:xfrm>
        </p:spPr>
        <p:txBody>
          <a:bodyPr tIns="0" anchor="t"/>
          <a:lstStyle>
            <a:lvl1pPr algn="l">
              <a:defRPr sz="1800" b="1" spc="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48099" y="990600"/>
            <a:ext cx="3288303" cy="4740068"/>
          </a:xfrm>
        </p:spPr>
        <p:txBody>
          <a:bodyPr tIns="0"/>
          <a:lstStyle>
            <a:lvl1pPr algn="l">
              <a:defRPr sz="1600" spc="0">
                <a:solidFill>
                  <a:schemeClr val="bg1"/>
                </a:solidFill>
              </a:defRPr>
            </a:lvl1pPr>
            <a:lvl2pPr algn="l">
              <a:defRPr spc="0">
                <a:solidFill>
                  <a:schemeClr val="bg1"/>
                </a:solidFill>
              </a:defRPr>
            </a:lvl2pPr>
            <a:lvl3pPr algn="l">
              <a:defRPr spc="0">
                <a:solidFill>
                  <a:schemeClr val="bg1"/>
                </a:solidFill>
              </a:defRPr>
            </a:lvl3pPr>
            <a:lvl4pPr algn="l">
              <a:defRPr spc="0">
                <a:solidFill>
                  <a:schemeClr val="bg1"/>
                </a:solidFill>
              </a:defRPr>
            </a:lvl4pPr>
            <a:lvl5pPr algn="l">
              <a:defRPr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D825E-D77A-BC4B-A290-2A9BD3E2CF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397" y="1828800"/>
            <a:ext cx="3149603" cy="44958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8D1FC-0CEB-0245-8F07-CBB6F3C4CBF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57183" y="1828800"/>
            <a:ext cx="3145536" cy="44958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873" y="5845598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42768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4864" userDrawn="1">
          <p15:clr>
            <a:srgbClr val="FBAE40"/>
          </p15:clr>
        </p15:guide>
        <p15:guide id="3" pos="5120" userDrawn="1">
          <p15:clr>
            <a:srgbClr val="FBAE40"/>
          </p15:clr>
        </p15:guide>
        <p15:guide id="4" pos="576" userDrawn="1">
          <p15:clr>
            <a:srgbClr val="FBAE40"/>
          </p15:clr>
        </p15:guide>
        <p15:guide id="5" pos="7104" userDrawn="1">
          <p15:clr>
            <a:srgbClr val="FBAE40"/>
          </p15:clr>
        </p15:guide>
        <p15:guide id="6" orient="horz" pos="2256" userDrawn="1">
          <p15:clr>
            <a:srgbClr val="FBAE40"/>
          </p15:clr>
        </p15:guide>
        <p15:guide id="7" orient="horz" pos="624" userDrawn="1">
          <p15:clr>
            <a:srgbClr val="FBAE40"/>
          </p15:clr>
        </p15:guide>
        <p15:guide id="9" orient="horz" pos="3984" userDrawn="1">
          <p15:clr>
            <a:srgbClr val="FBAE40"/>
          </p15:clr>
        </p15:guide>
        <p15:guide id="10" pos="7456" userDrawn="1">
          <p15:clr>
            <a:srgbClr val="FBAE40"/>
          </p15:clr>
        </p15:guide>
        <p15:guide id="11" pos="224" userDrawn="1">
          <p15:clr>
            <a:srgbClr val="FBAE40"/>
          </p15:clr>
        </p15:guide>
        <p15:guide id="12" pos="2848" userDrawn="1">
          <p15:clr>
            <a:srgbClr val="FBAE40"/>
          </p15:clr>
        </p15:guide>
        <p15:guide id="13" pos="537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915828-8B97-0D41-A0B7-33EA569D7A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" y="0"/>
            <a:ext cx="8127999" cy="6629400"/>
          </a:xfrm>
          <a:ln>
            <a:noFill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48099" y="990603"/>
            <a:ext cx="3288303" cy="4392561"/>
          </a:xfrm>
        </p:spPr>
        <p:txBody>
          <a:bodyPr tIns="0"/>
          <a:lstStyle>
            <a:lvl1pPr algn="l">
              <a:defRPr sz="1600" spc="0">
                <a:solidFill>
                  <a:schemeClr val="bg1"/>
                </a:solidFill>
              </a:defRPr>
            </a:lvl1pPr>
            <a:lvl2pPr algn="l">
              <a:defRPr spc="0">
                <a:solidFill>
                  <a:schemeClr val="bg1"/>
                </a:solidFill>
              </a:defRPr>
            </a:lvl2pPr>
            <a:lvl3pPr algn="l">
              <a:defRPr spc="0">
                <a:solidFill>
                  <a:schemeClr val="bg1"/>
                </a:solidFill>
              </a:defRPr>
            </a:lvl3pPr>
            <a:lvl4pPr algn="l">
              <a:defRPr spc="0">
                <a:solidFill>
                  <a:schemeClr val="bg1"/>
                </a:solidFill>
              </a:defRPr>
            </a:lvl4pPr>
            <a:lvl5pPr algn="l">
              <a:defRPr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873" y="5845598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926165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4864" userDrawn="1">
          <p15:clr>
            <a:srgbClr val="FBAE40"/>
          </p15:clr>
        </p15:guide>
        <p15:guide id="3" pos="5120" userDrawn="1">
          <p15:clr>
            <a:srgbClr val="FBAE40"/>
          </p15:clr>
        </p15:guide>
        <p15:guide id="4" pos="576" userDrawn="1">
          <p15:clr>
            <a:srgbClr val="FBAE40"/>
          </p15:clr>
        </p15:guide>
        <p15:guide id="5" pos="7104" userDrawn="1">
          <p15:clr>
            <a:srgbClr val="FBAE40"/>
          </p15:clr>
        </p15:guide>
        <p15:guide id="7" orient="horz" pos="624" userDrawn="1">
          <p15:clr>
            <a:srgbClr val="FBAE40"/>
          </p15:clr>
        </p15:guide>
        <p15:guide id="9" orient="horz" pos="3984" userDrawn="1">
          <p15:clr>
            <a:srgbClr val="FBAE40"/>
          </p15:clr>
        </p15:guide>
        <p15:guide id="10" pos="7456" userDrawn="1">
          <p15:clr>
            <a:srgbClr val="FBAE40"/>
          </p15:clr>
        </p15:guide>
        <p15:guide id="11" pos="224" userDrawn="1">
          <p15:clr>
            <a:srgbClr val="FBAE40"/>
          </p15:clr>
        </p15:guide>
        <p15:guide id="12" pos="2848" userDrawn="1">
          <p15:clr>
            <a:srgbClr val="FBAE40"/>
          </p15:clr>
        </p15:guide>
        <p15:guide id="13" pos="537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Photo - Full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F7DBA3D-71BF-5B49-BDFA-2FB7BB988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629400"/>
          </a:xfrm>
        </p:spPr>
        <p:txBody>
          <a:bodyPr lIns="0" tIns="0" rIns="0" bIns="0" anchor="ctr"/>
          <a:lstStyle>
            <a:lvl1pPr algn="ctr">
              <a:defRPr sz="1600"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F1740A-E473-5146-9B3E-A4562D1184D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28000" y="3881438"/>
            <a:ext cx="3149600" cy="2252662"/>
          </a:xfrm>
          <a:solidFill>
            <a:schemeClr val="tx2"/>
          </a:solidFill>
        </p:spPr>
        <p:txBody>
          <a:bodyPr lIns="182880" tIns="182880" rIns="137160" bIns="182880"/>
          <a:lstStyle>
            <a:lvl1pPr algn="l">
              <a:defRPr sz="1600">
                <a:solidFill>
                  <a:schemeClr val="bg1"/>
                </a:solidFill>
              </a:defRPr>
            </a:lvl1pPr>
            <a:lvl2pPr algn="l">
              <a:defRPr sz="1600">
                <a:solidFill>
                  <a:schemeClr val="bg1"/>
                </a:solidFill>
              </a:defRPr>
            </a:lvl2pPr>
            <a:lvl3pPr algn="l">
              <a:defRPr sz="1600">
                <a:solidFill>
                  <a:schemeClr val="bg1"/>
                </a:solidFill>
              </a:defRPr>
            </a:lvl3pPr>
            <a:lvl4pPr algn="l">
              <a:defRPr sz="1600">
                <a:solidFill>
                  <a:schemeClr val="bg1"/>
                </a:solidFill>
              </a:defRPr>
            </a:lvl4pPr>
            <a:lvl5pPr algn="l"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4048568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Photo - Flo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F7DBA3D-71BF-5B49-BDFA-2FB7BB988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1951" y="276224"/>
            <a:ext cx="11468100" cy="4867276"/>
          </a:xfrm>
        </p:spPr>
        <p:txBody>
          <a:bodyPr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FC1046-3F25-4443-A1BD-47CD75DC0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1" y="5257800"/>
            <a:ext cx="11474451" cy="1066800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011278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16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Color Blank - Bas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1776348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560" userDrawn="1">
          <p15:clr>
            <a:srgbClr val="FBAE40"/>
          </p15:clr>
        </p15:guide>
        <p15:guide id="3" pos="5120" userDrawn="1">
          <p15:clr>
            <a:srgbClr val="FBAE40"/>
          </p15:clr>
        </p15:guide>
        <p15:guide id="4" pos="576" userDrawn="1">
          <p15:clr>
            <a:srgbClr val="FBAE40"/>
          </p15:clr>
        </p15:guide>
        <p15:guide id="5" pos="7104" userDrawn="1">
          <p15:clr>
            <a:srgbClr val="FBAE40"/>
          </p15:clr>
        </p15:guide>
        <p15:guide id="6" orient="horz" pos="2160" userDrawn="1">
          <p15:clr>
            <a:srgbClr val="FBAE40"/>
          </p15:clr>
        </p15:guide>
        <p15:guide id="7" orient="horz" pos="624" userDrawn="1">
          <p15:clr>
            <a:srgbClr val="FBAE40"/>
          </p15:clr>
        </p15:guide>
        <p15:guide id="9" orient="horz" pos="3984" userDrawn="1">
          <p15:clr>
            <a:srgbClr val="FBAE40"/>
          </p15:clr>
        </p15:guide>
        <p15:guide id="10" pos="7456" userDrawn="1">
          <p15:clr>
            <a:srgbClr val="FBAE40"/>
          </p15:clr>
        </p15:guide>
        <p15:guide id="11" pos="22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Color Blank - Sid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94BBB-607E-B541-8FF0-219DFBAE8A62}"/>
              </a:ext>
            </a:extLst>
          </p:cNvPr>
          <p:cNvSpPr/>
          <p:nvPr userDrawn="1"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48565864"/>
      </p:ext>
    </p:extLst>
  </p:cSld>
  <p:clrMapOvr>
    <a:masterClrMapping/>
  </p:clrMapOvr>
  <p:transition spd="slow"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mphasis 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3429000"/>
          </a:xfrm>
        </p:spPr>
        <p:txBody>
          <a:bodyPr anchor="b"/>
          <a:lstStyle>
            <a:lvl1pPr>
              <a:lnSpc>
                <a:spcPct val="95000"/>
              </a:lnSpc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602736"/>
            <a:ext cx="10363200" cy="2112264"/>
          </a:xfrm>
        </p:spPr>
        <p:txBody>
          <a:bodyPr/>
          <a:lstStyle>
            <a:lvl1pPr>
              <a:defRPr sz="1800" spc="0"/>
            </a:lvl1pPr>
            <a:lvl2pPr>
              <a:defRPr sz="1600" spc="0"/>
            </a:lvl2pPr>
            <a:lvl3pPr>
              <a:defRPr sz="1600" spc="0"/>
            </a:lvl3pPr>
            <a:lvl4pPr>
              <a:defRPr sz="1600" spc="0"/>
            </a:lvl4pPr>
            <a:lvl5pPr>
              <a:defRPr sz="1600"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8104106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-Column 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517904"/>
          </a:xfrm>
        </p:spPr>
        <p:txBody>
          <a:bodyPr anchor="b"/>
          <a:lstStyle>
            <a:lvl1pPr algn="l">
              <a:lnSpc>
                <a:spcPct val="95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10363200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562401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1"/>
            <a:ext cx="10363200" cy="1517904"/>
          </a:xfrm>
        </p:spPr>
        <p:txBody>
          <a:bodyPr anchor="b"/>
          <a:lstStyle>
            <a:lvl1pPr algn="l">
              <a:lnSpc>
                <a:spcPct val="95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1" y="1828800"/>
            <a:ext cx="4876800" cy="38862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6285" y="1828803"/>
            <a:ext cx="4876800" cy="3886201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E3ADE1-D531-F843-BD5B-CD6AFEDC1F99}"/>
              </a:ext>
            </a:extLst>
          </p:cNvPr>
          <p:cNvCxnSpPr>
            <a:cxnSpLocks/>
          </p:cNvCxnSpPr>
          <p:nvPr userDrawn="1"/>
        </p:nvCxnSpPr>
        <p:spPr>
          <a:xfrm>
            <a:off x="6077527" y="1828802"/>
            <a:ext cx="0" cy="480060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341799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Column 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400" y="1828800"/>
            <a:ext cx="3149600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40157" y="1828800"/>
            <a:ext cx="3145536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76EF87-A898-9047-A238-5616C735B2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28000" y="1828800"/>
            <a:ext cx="3145536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990600"/>
            <a:ext cx="10363200" cy="838200"/>
          </a:xfrm>
        </p:spPr>
        <p:txBody>
          <a:bodyPr tIns="0"/>
          <a:lstStyle>
            <a:lvl1pPr algn="l">
              <a:defRPr sz="1800" spc="0" baseline="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Three-column format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718482"/>
      </p:ext>
    </p:extLst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rriculum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1828800"/>
            <a:ext cx="48768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60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1828800"/>
            <a:ext cx="48768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60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C490F67-42A5-F14E-B7F9-37F238A4A5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4893F0B-BD33-6246-85BD-3CCCD1838B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82966983"/>
      </p:ext>
    </p:extLst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rriculum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1828800"/>
            <a:ext cx="329184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2272" y="1828800"/>
            <a:ext cx="329184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76EF87-A898-9047-A238-5616C735B2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97952" y="1828800"/>
            <a:ext cx="329184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2F91536-6CD7-214D-AE76-F527E3E934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828800"/>
            <a:ext cx="3291840" cy="594360"/>
          </a:xfrm>
          <a:solidFill>
            <a:schemeClr val="tx2"/>
          </a:solidFill>
          <a:ln w="6350"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 spc="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D8FC86E-8BC0-974C-A757-0F22C29E27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2272" y="1828800"/>
            <a:ext cx="3291840" cy="594360"/>
          </a:xfrm>
          <a:solidFill>
            <a:schemeClr val="tx2"/>
          </a:solidFill>
          <a:ln w="6350"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9E8B68C9-BBDD-874F-83CF-39F834126C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997952" y="1828800"/>
            <a:ext cx="3291840" cy="594360"/>
          </a:xfrm>
          <a:solidFill>
            <a:schemeClr val="tx2"/>
          </a:solidFill>
          <a:ln w="6350"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5958327"/>
      </p:ext>
    </p:extLst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rriculum -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6C90A12-2C1B-5448-8BA5-FE9F002B05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47667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/>
            </a:lvl1pPr>
            <a:lvl2pPr algn="l">
              <a:spcAft>
                <a:spcPts val="600"/>
              </a:spcAft>
              <a:defRPr sz="1400"/>
            </a:lvl2pPr>
            <a:lvl3pPr algn="l">
              <a:spcAft>
                <a:spcPts val="600"/>
              </a:spcAft>
              <a:defRPr sz="1400"/>
            </a:lvl3pPr>
            <a:lvl4pPr algn="l">
              <a:spcAft>
                <a:spcPts val="600"/>
              </a:spcAft>
              <a:defRPr sz="1400"/>
            </a:lvl4pPr>
            <a:lvl5pPr algn="l">
              <a:spcAft>
                <a:spcPts val="600"/>
              </a:spcAft>
              <a:defRPr sz="1400"/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61783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76EF87-A898-9047-A238-5616C735B2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5156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B9D93D7-D955-1447-97B6-2BEDC90988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51392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/>
            </a:lvl2pPr>
            <a:lvl3pPr algn="l">
              <a:spcAft>
                <a:spcPts val="0"/>
              </a:spcAft>
              <a:defRPr sz="1400"/>
            </a:lvl3pPr>
            <a:lvl4pPr algn="l">
              <a:spcAft>
                <a:spcPts val="0"/>
              </a:spcAft>
              <a:defRPr sz="1400"/>
            </a:lvl4pPr>
            <a:lvl5pPr algn="l">
              <a:spcAft>
                <a:spcPts val="0"/>
              </a:spcAft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8BEFF0C-A798-5D4F-9055-A2835E58EC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2783B13-B137-1148-9015-7169E9546B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60064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FC5DA66-91A5-724C-8386-1379004775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7920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615536"/>
      </p:ext>
    </p:extLst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rriculum -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1828799"/>
            <a:ext cx="4876800" cy="210312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1828800"/>
            <a:ext cx="4876800" cy="210312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C490F67-42A5-F14E-B7F9-37F238A4A5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4893F0B-BD33-6246-85BD-3CCCD1838B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C3536-349E-9740-BCF0-2B6F9D1ACE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4228683"/>
            <a:ext cx="4876800" cy="2103120"/>
          </a:xfrm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/>
            </a:lvl1pPr>
            <a:lvl2pPr algn="l">
              <a:spcAft>
                <a:spcPts val="600"/>
              </a:spcAft>
              <a:defRPr sz="1400" spc="0"/>
            </a:lvl2pPr>
            <a:lvl3pPr algn="l">
              <a:spcAft>
                <a:spcPts val="600"/>
              </a:spcAft>
              <a:defRPr sz="1400" spc="0"/>
            </a:lvl3pPr>
            <a:lvl4pPr algn="l">
              <a:spcAft>
                <a:spcPts val="600"/>
              </a:spcAft>
              <a:defRPr sz="1400" spc="0"/>
            </a:lvl4pPr>
            <a:lvl5pPr algn="l"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E34436A-2B90-6249-BF91-B7E8C23A8E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00800" y="4228683"/>
            <a:ext cx="4876800" cy="2103120"/>
          </a:xfrm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/>
            </a:lvl1pPr>
            <a:lvl2pPr algn="l">
              <a:spcAft>
                <a:spcPts val="600"/>
              </a:spcAft>
              <a:defRPr sz="1400" spc="0"/>
            </a:lvl2pPr>
            <a:lvl3pPr algn="l">
              <a:spcAft>
                <a:spcPts val="600"/>
              </a:spcAft>
              <a:defRPr sz="1400" spc="0"/>
            </a:lvl3pPr>
            <a:lvl4pPr algn="l">
              <a:spcAft>
                <a:spcPts val="600"/>
              </a:spcAft>
              <a:defRPr sz="1400" spc="0"/>
            </a:lvl4pPr>
            <a:lvl5pPr algn="l"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F2F14E9-ACF6-ED4D-99A4-AA5EFFA1053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4400" y="4225635"/>
            <a:ext cx="4876800" cy="594360"/>
          </a:xfrm>
          <a:solidFill>
            <a:schemeClr val="tx2"/>
          </a:solidFill>
        </p:spPr>
        <p:txBody>
          <a:bodyPr lIns="182880" tIns="164592" rIns="137160" bIns="13716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EC11C2-4C45-8E4D-A60A-30688C0D68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00800" y="4228683"/>
            <a:ext cx="4876800" cy="594360"/>
          </a:xfrm>
          <a:solidFill>
            <a:schemeClr val="tx2"/>
          </a:solidFill>
        </p:spPr>
        <p:txBody>
          <a:bodyPr lIns="182880" tIns="164592" rIns="137160" bIns="13716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3019969"/>
      </p:ext>
    </p:extLst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- 9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8F69952-DDE8-254A-B98C-29E4A56BCE8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048000" y="4425696"/>
            <a:ext cx="5486400" cy="2212848"/>
          </a:xfr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6000" b="0">
                <a:solidFill>
                  <a:schemeClr val="tx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tx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D4F13E35-87EC-C24D-92D8-FDBC4ECC1A9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534400" y="4427538"/>
            <a:ext cx="36576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143ECE4-E5E9-9644-9928-0613FBBD485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44000" y="-1"/>
            <a:ext cx="30480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2775517-9FC8-D140-8804-94F2F90E2A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44000" y="2212848"/>
            <a:ext cx="3048000" cy="2212848"/>
          </a:xfrm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/>
            </a:lvl2pPr>
            <a:lvl3pPr algn="ctr">
              <a:lnSpc>
                <a:spcPct val="90000"/>
              </a:lnSpc>
              <a:spcAft>
                <a:spcPts val="0"/>
              </a:spcAft>
              <a:defRPr sz="1600"/>
            </a:lvl3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386BDE44-D965-9649-B073-BCADB4EABE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2212848"/>
            <a:ext cx="3657600" cy="2212848"/>
          </a:xfrm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/>
            </a:lvl2pPr>
            <a:lvl3pPr algn="ctr">
              <a:lnSpc>
                <a:spcPct val="90000"/>
              </a:lnSpc>
              <a:spcAft>
                <a:spcPts val="0"/>
              </a:spcAft>
              <a:defRPr sz="1600"/>
            </a:lvl3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D5BC5C6-A862-7A4E-B615-47D24DF9DF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4425696"/>
            <a:ext cx="30480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DDA8EE8-B029-5B46-81EB-DA7C2FB3D8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57600" y="2212848"/>
            <a:ext cx="54864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60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3C85F00-3917-CF47-B34F-F5BD0E11697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0" y="0"/>
            <a:ext cx="60960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60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0C7C18E-35B3-FC4D-B564-E7ED79437B9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0"/>
            <a:ext cx="3048000" cy="2212848"/>
          </a:xfrm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/>
            </a:lvl2pPr>
            <a:lvl3pPr algn="ctr">
              <a:lnSpc>
                <a:spcPct val="90000"/>
              </a:lnSpc>
              <a:spcAft>
                <a:spcPts val="0"/>
              </a:spcAft>
              <a:defRPr sz="1600"/>
            </a:lvl3pPr>
          </a:lstStyle>
          <a:p>
            <a:pPr lvl="0"/>
            <a:r>
              <a:rPr lang="en-US" dirty="0"/>
              <a:t>Edit 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6809512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139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8001" y="1005840"/>
            <a:ext cx="3708400" cy="470916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0"/>
            <a:ext cx="6278880" cy="345643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038"/>
            <a:ext cx="6278880" cy="2724912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80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3D4A63-CCD7-CF49-B3D4-76FCDDEE316A}"/>
              </a:ext>
            </a:extLst>
          </p:cNvPr>
          <p:cNvCxnSpPr>
            <a:cxnSpLocks/>
          </p:cNvCxnSpPr>
          <p:nvPr userDrawn="1"/>
        </p:nvCxnSpPr>
        <p:spPr>
          <a:xfrm>
            <a:off x="7616613" y="0"/>
            <a:ext cx="0" cy="6858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424089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560" userDrawn="1">
          <p15:clr>
            <a:srgbClr val="FBAE40"/>
          </p15:clr>
        </p15:guide>
        <p15:guide id="3" pos="5120" userDrawn="1">
          <p15:clr>
            <a:srgbClr val="FBAE40"/>
          </p15:clr>
        </p15:guide>
        <p15:guide id="4" pos="576" userDrawn="1">
          <p15:clr>
            <a:srgbClr val="FBAE40"/>
          </p15:clr>
        </p15:guide>
        <p15:guide id="5" pos="7104" userDrawn="1">
          <p15:clr>
            <a:srgbClr val="FBAE40"/>
          </p15:clr>
        </p15:guide>
        <p15:guide id="6" orient="horz" pos="2256" userDrawn="1">
          <p15:clr>
            <a:srgbClr val="FBAE40"/>
          </p15:clr>
        </p15:guide>
        <p15:guide id="9" orient="horz" pos="3984" userDrawn="1">
          <p15:clr>
            <a:srgbClr val="FBAE40"/>
          </p15:clr>
        </p15:guide>
        <p15:guide id="10" pos="7456" userDrawn="1">
          <p15:clr>
            <a:srgbClr val="FBAE40"/>
          </p15:clr>
        </p15:guide>
        <p15:guide id="11" pos="22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517904"/>
          </a:xfrm>
        </p:spPr>
        <p:txBody>
          <a:bodyPr anchor="b"/>
          <a:lstStyle>
            <a:lvl1pPr algn="l">
              <a:lnSpc>
                <a:spcPct val="95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4530095"/>
      </p:ext>
    </p:extLst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Bas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347093"/>
      </p:ext>
    </p:extLst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Sid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2D5C17-222B-B041-B8CC-506EE956DBE0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0F96D7-E1A8-844A-80A0-F03B8FD3FFE9}"/>
              </a:ext>
            </a:extLst>
          </p:cNvPr>
          <p:cNvSpPr/>
          <p:nvPr userDrawn="1"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80093855"/>
      </p:ext>
    </p:extLst>
  </p:cSld>
  <p:clrMapOvr>
    <a:masterClrMapping/>
  </p:clrMapOvr>
  <p:transition spd="slow">
    <p:wipe dir="d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6801E-A536-444C-9AD0-8948F8B87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015A0-8250-8B4A-B21B-B918A0F5F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56109646"/>
      </p:ext>
    </p:extLst>
  </p:cSld>
  <p:clrMapOvr>
    <a:masterClrMapping/>
  </p:clrMapOvr>
  <p:transition spd="slow">
    <p:wip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- Animated w/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ADE42A-5A79-9F4F-9FA4-033446BDA4A7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691640"/>
            <a:ext cx="10363200" cy="4023360"/>
          </a:xfrm>
        </p:spPr>
        <p:txBody>
          <a:bodyPr anchor="t"/>
          <a:lstStyle>
            <a:lvl1pPr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B40D0F-4C35-E442-860F-5B5388FCF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387" y="5146045"/>
            <a:ext cx="3048000" cy="67097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FFD8237-B4E3-AB47-A0B5-8261C7ADE253}"/>
              </a:ext>
            </a:extLst>
          </p:cNvPr>
          <p:cNvGrpSpPr/>
          <p:nvPr/>
        </p:nvGrpSpPr>
        <p:grpSpPr>
          <a:xfrm>
            <a:off x="6096000" y="0"/>
            <a:ext cx="0" cy="6858000"/>
            <a:chOff x="4572000" y="0"/>
            <a:chExt cx="0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4936B40-4EE6-F94E-9BF6-AFD0E25481D3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0"/>
              <a:ext cx="0" cy="132663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164EF24-72E2-8E47-B821-F94DA9D444D2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6134100"/>
              <a:ext cx="0" cy="7239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ADE42A-5A79-9F4F-9FA4-033446BDA4A7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4936B40-4EE6-F94E-9BF6-AFD0E25481D3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32663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164EF24-72E2-8E47-B821-F94DA9D444D2}"/>
              </a:ext>
            </a:extLst>
          </p:cNvPr>
          <p:cNvCxnSpPr>
            <a:cxnSpLocks/>
          </p:cNvCxnSpPr>
          <p:nvPr/>
        </p:nvCxnSpPr>
        <p:spPr>
          <a:xfrm>
            <a:off x="6096000" y="6169618"/>
            <a:ext cx="0" cy="7239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509" y="5150350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918886"/>
      </p:ext>
    </p:extLst>
  </p:cSld>
  <p:clrMapOvr>
    <a:masterClrMapping/>
  </p:clrMapOvr>
  <p:transition spd="slow">
    <p:wipe dir="d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- Animated - w/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ADE42A-5A79-9F4F-9FA4-033446BDA4A7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691640"/>
            <a:ext cx="10363200" cy="4023360"/>
          </a:xfrm>
        </p:spPr>
        <p:txBody>
          <a:bodyPr anchor="t"/>
          <a:lstStyle>
            <a:lvl1pPr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FD8237-B4E3-AB47-A0B5-8261C7ADE253}"/>
              </a:ext>
            </a:extLst>
          </p:cNvPr>
          <p:cNvGrpSpPr/>
          <p:nvPr/>
        </p:nvGrpSpPr>
        <p:grpSpPr>
          <a:xfrm>
            <a:off x="6096000" y="0"/>
            <a:ext cx="0" cy="6858000"/>
            <a:chOff x="4572000" y="0"/>
            <a:chExt cx="0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4936B40-4EE6-F94E-9BF6-AFD0E25481D3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0"/>
              <a:ext cx="0" cy="132663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164EF24-72E2-8E47-B821-F94DA9D444D2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6134100"/>
              <a:ext cx="0" cy="7239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ADE42A-5A79-9F4F-9FA4-033446BDA4A7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FFD8237-B4E3-AB47-A0B5-8261C7ADE253}"/>
              </a:ext>
            </a:extLst>
          </p:cNvPr>
          <p:cNvGrpSpPr/>
          <p:nvPr userDrawn="1"/>
        </p:nvGrpSpPr>
        <p:grpSpPr>
          <a:xfrm>
            <a:off x="6096000" y="0"/>
            <a:ext cx="0" cy="6858000"/>
            <a:chOff x="4572000" y="0"/>
            <a:chExt cx="0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4936B40-4EE6-F94E-9BF6-AFD0E25481D3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0"/>
              <a:ext cx="0" cy="132663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164EF24-72E2-8E47-B821-F94DA9D444D2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6134100"/>
              <a:ext cx="0" cy="7239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57001280"/>
      </p:ext>
    </p:extLst>
  </p:cSld>
  <p:clrMapOvr>
    <a:masterClrMapping/>
  </p:clrMapOvr>
  <p:transition spd="slow">
    <p:wip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8D26B0-1CD4-FB41-A78C-F557F7B05A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5139" b="-565"/>
          <a:stretch/>
        </p:blipFill>
        <p:spPr>
          <a:xfrm>
            <a:off x="8006109" y="1124712"/>
            <a:ext cx="4168641" cy="554604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4E431E-825A-294E-B7AD-2D288C1A213F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509" y="3"/>
            <a:ext cx="6868891" cy="3605349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56820B-1C15-F043-9777-053D813A7C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67509" y="3696871"/>
            <a:ext cx="6868891" cy="1169042"/>
          </a:xfrm>
        </p:spPr>
        <p:txBody>
          <a:bodyPr/>
          <a:lstStyle>
            <a:lvl1pPr algn="l">
              <a:defRPr sz="2200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883E360-0D8E-1045-B3EE-D3202095FE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0868" y="1835333"/>
            <a:ext cx="3149600" cy="3030583"/>
          </a:xfrm>
          <a:solidFill>
            <a:schemeClr val="bg1"/>
          </a:solidFill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E9BD04-78AF-FB4A-A7D6-ED6612D55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009" y="5146045"/>
            <a:ext cx="3048000" cy="67097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8CB17A-54A6-254C-9F79-7FE2B05CBCC5}"/>
              </a:ext>
            </a:extLst>
          </p:cNvPr>
          <p:cNvCxnSpPr>
            <a:cxnSpLocks/>
          </p:cNvCxnSpPr>
          <p:nvPr/>
        </p:nvCxnSpPr>
        <p:spPr>
          <a:xfrm>
            <a:off x="4534887" y="5150350"/>
            <a:ext cx="0" cy="170765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4E431E-825A-294E-B7AD-2D288C1A213F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48CB17A-54A6-254C-9F79-7FE2B05CBCC5}"/>
              </a:ext>
            </a:extLst>
          </p:cNvPr>
          <p:cNvCxnSpPr>
            <a:cxnSpLocks/>
          </p:cNvCxnSpPr>
          <p:nvPr userDrawn="1"/>
        </p:nvCxnSpPr>
        <p:spPr>
          <a:xfrm>
            <a:off x="4534887" y="5150350"/>
            <a:ext cx="0" cy="170765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509" y="5150350"/>
            <a:ext cx="2238509" cy="65320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A8D26B0-1CD4-FB41-A78C-F557F7B05A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5139" b="-565"/>
          <a:stretch/>
        </p:blipFill>
        <p:spPr>
          <a:xfrm>
            <a:off x="8006109" y="-3"/>
            <a:ext cx="4168641" cy="667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78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 dir="d"/>
      </p:transition>
    </mc:Choice>
    <mc:Fallback xmlns="">
      <p:transition spd="slow">
        <p:wipe dir="d"/>
      </p:transition>
    </mc:Fallback>
  </mc:AlternateContent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35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Full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0"/>
            <a:ext cx="5963920" cy="345643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736"/>
            <a:ext cx="5959061" cy="2724912"/>
          </a:xfrm>
        </p:spPr>
        <p:txBody>
          <a:bodyPr/>
          <a:lstStyle>
            <a:lvl1pPr marL="0" indent="0" algn="l">
              <a:buNone/>
              <a:defRPr sz="1800" spc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8002" y="990600"/>
            <a:ext cx="3714751" cy="4724400"/>
          </a:xfrm>
        </p:spPr>
        <p:txBody>
          <a:bodyPr/>
          <a:lstStyle>
            <a:lvl1pPr algn="l">
              <a:defRPr spc="0">
                <a:solidFill>
                  <a:schemeClr val="bg1"/>
                </a:solidFill>
              </a:defRPr>
            </a:lvl1pPr>
            <a:lvl2pPr algn="l">
              <a:defRPr spc="0">
                <a:solidFill>
                  <a:schemeClr val="bg1"/>
                </a:solidFill>
              </a:defRPr>
            </a:lvl2pPr>
            <a:lvl3pPr algn="l">
              <a:defRPr spc="0">
                <a:solidFill>
                  <a:schemeClr val="bg1"/>
                </a:solidFill>
              </a:defRPr>
            </a:lvl3pPr>
            <a:lvl4pPr algn="l">
              <a:defRPr spc="0">
                <a:solidFill>
                  <a:schemeClr val="bg1"/>
                </a:solidFill>
              </a:defRPr>
            </a:lvl4pPr>
            <a:lvl5pPr algn="l">
              <a:defRPr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D96E04-16AF-724B-8CBD-635DF39EC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33" y="5911644"/>
            <a:ext cx="2438400" cy="5367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02027D-4FBC-6148-86D2-BF4C61EF660E}"/>
              </a:ext>
            </a:extLst>
          </p:cNvPr>
          <p:cNvCxnSpPr>
            <a:cxnSpLocks/>
          </p:cNvCxnSpPr>
          <p:nvPr/>
        </p:nvCxnSpPr>
        <p:spPr>
          <a:xfrm>
            <a:off x="7616613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02027D-4FBC-6148-86D2-BF4C61EF660E}"/>
              </a:ext>
            </a:extLst>
          </p:cNvPr>
          <p:cNvCxnSpPr>
            <a:cxnSpLocks/>
          </p:cNvCxnSpPr>
          <p:nvPr userDrawn="1"/>
        </p:nvCxnSpPr>
        <p:spPr>
          <a:xfrm>
            <a:off x="7616613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296" y="5853432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49050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920">
          <p15:clr>
            <a:srgbClr val="FBAE40"/>
          </p15:clr>
        </p15:guide>
        <p15:guide id="3" pos="3840">
          <p15:clr>
            <a:srgbClr val="FBAE40"/>
          </p15:clr>
        </p15:guide>
        <p15:guide id="4" pos="432">
          <p15:clr>
            <a:srgbClr val="FBAE40"/>
          </p15:clr>
        </p15:guide>
        <p15:guide id="5" pos="5328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5592">
          <p15:clr>
            <a:srgbClr val="FBAE40"/>
          </p15:clr>
        </p15:guide>
        <p15:guide id="11" pos="168">
          <p15:clr>
            <a:srgbClr val="FBAE40"/>
          </p15:clr>
        </p15:guide>
        <p15:guide id="12" pos="360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Split Col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BE4281-5740-0A43-A585-9F0DF1530C89}"/>
              </a:ext>
            </a:extLst>
          </p:cNvPr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2F2419-0A6D-B449-B699-13B3994AE2F6}"/>
              </a:ext>
            </a:extLst>
          </p:cNvPr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-2"/>
            <a:ext cx="5963920" cy="345643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736"/>
            <a:ext cx="5963920" cy="2724912"/>
          </a:xfrm>
        </p:spPr>
        <p:txBody>
          <a:bodyPr/>
          <a:lstStyle>
            <a:lvl1pPr marL="0" indent="0" algn="l">
              <a:buNone/>
              <a:defRPr sz="2000" spc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8002" y="1005840"/>
            <a:ext cx="3714751" cy="4709160"/>
          </a:xfrm>
        </p:spPr>
        <p:txBody>
          <a:bodyPr/>
          <a:lstStyle>
            <a:lvl1pPr algn="l">
              <a:defRPr spc="0"/>
            </a:lvl1pPr>
            <a:lvl2pPr algn="l">
              <a:defRPr spc="0"/>
            </a:lvl2pPr>
            <a:lvl3pPr algn="l">
              <a:defRPr spc="0"/>
            </a:lvl3pPr>
            <a:lvl4pPr algn="l">
              <a:defRPr spc="0"/>
            </a:lvl4pPr>
            <a:lvl5pPr algn="l">
              <a:defRPr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FC882F-B4B0-224E-904D-98B0B93D985D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6AB7F9-1D4A-CF41-A096-A4423E70A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33" y="5911644"/>
            <a:ext cx="2438400" cy="53678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7BE4281-5740-0A43-A585-9F0DF1530C89}"/>
              </a:ext>
            </a:extLst>
          </p:cNvPr>
          <p:cNvSpPr/>
          <p:nvPr userDrawn="1"/>
        </p:nvSpPr>
        <p:spPr>
          <a:xfrm>
            <a:off x="0" y="0"/>
            <a:ext cx="7620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2F2419-0A6D-B449-B699-13B3994AE2F6}"/>
              </a:ext>
            </a:extLst>
          </p:cNvPr>
          <p:cNvSpPr/>
          <p:nvPr userDrawn="1"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FC882F-B4B0-224E-904D-98B0B93D985D}"/>
              </a:ext>
            </a:extLst>
          </p:cNvPr>
          <p:cNvSpPr/>
          <p:nvPr userDrawn="1"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320016"/>
      </p:ext>
    </p:extLst>
  </p:cSld>
  <p:clrMapOvr>
    <a:masterClrMapping/>
  </p:clrMapOvr>
  <p:transition spd="slow">
    <p:wipe dir="d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920">
          <p15:clr>
            <a:srgbClr val="FBAE40"/>
          </p15:clr>
        </p15:guide>
        <p15:guide id="3" pos="3840">
          <p15:clr>
            <a:srgbClr val="FBAE40"/>
          </p15:clr>
        </p15:guide>
        <p15:guide id="4" pos="432">
          <p15:clr>
            <a:srgbClr val="FBAE40"/>
          </p15:clr>
        </p15:guide>
        <p15:guide id="5" pos="5328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10" pos="5592">
          <p15:clr>
            <a:srgbClr val="FBAE40"/>
          </p15:clr>
        </p15:guide>
        <p15:guide id="11" pos="168">
          <p15:clr>
            <a:srgbClr val="FBAE40"/>
          </p15:clr>
        </p15:guide>
        <p15:guide id="12" pos="360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Split Col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0"/>
            <a:ext cx="4572001" cy="345643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</a:t>
            </a:r>
            <a:br>
              <a:rPr lang="en-US" dirty="0"/>
            </a:br>
            <a:r>
              <a:rPr lang="en-US" dirty="0"/>
              <a:t>to edit Master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2" y="3602038"/>
            <a:ext cx="4572001" cy="2722562"/>
          </a:xfrm>
        </p:spPr>
        <p:txBody>
          <a:bodyPr/>
          <a:lstStyle>
            <a:lvl1pPr marL="0" indent="0" algn="l">
              <a:buNone/>
              <a:defRPr sz="1800" spc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05601" y="990600"/>
            <a:ext cx="5130800" cy="4724400"/>
          </a:xfrm>
        </p:spPr>
        <p:txBody>
          <a:bodyPr/>
          <a:lstStyle>
            <a:lvl1pPr algn="l">
              <a:defRPr spc="0">
                <a:solidFill>
                  <a:schemeClr val="tx1"/>
                </a:solidFill>
              </a:defRPr>
            </a:lvl1pPr>
            <a:lvl2pPr algn="l">
              <a:defRPr spc="0">
                <a:solidFill>
                  <a:schemeClr val="tx1"/>
                </a:solidFill>
              </a:defRPr>
            </a:lvl2pPr>
            <a:lvl3pPr algn="l">
              <a:defRPr spc="0">
                <a:solidFill>
                  <a:schemeClr val="tx1"/>
                </a:solidFill>
              </a:defRPr>
            </a:lvl3pPr>
            <a:lvl4pPr algn="l">
              <a:defRPr spc="0">
                <a:solidFill>
                  <a:schemeClr val="tx1"/>
                </a:solidFill>
              </a:defRPr>
            </a:lvl4pPr>
            <a:lvl5pPr algn="l">
              <a:defRPr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501168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920">
          <p15:clr>
            <a:srgbClr val="FBAE40"/>
          </p15:clr>
        </p15:guide>
        <p15:guide id="3" pos="3840">
          <p15:clr>
            <a:srgbClr val="FBAE40"/>
          </p15:clr>
        </p15:guide>
        <p15:guide id="4" pos="432">
          <p15:clr>
            <a:srgbClr val="FBAE40"/>
          </p15:clr>
        </p15:guide>
        <p15:guide id="5" pos="5328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5592">
          <p15:clr>
            <a:srgbClr val="FBAE40"/>
          </p15:clr>
        </p15:guide>
        <p15:guide id="11" pos="16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90600"/>
            <a:ext cx="6603997" cy="827532"/>
          </a:xfrm>
        </p:spPr>
        <p:txBody>
          <a:bodyPr tIns="0" anchor="t"/>
          <a:lstStyle>
            <a:lvl1pPr algn="l">
              <a:defRPr sz="1800" b="1" spc="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48099" y="990600"/>
            <a:ext cx="3288303" cy="4740068"/>
          </a:xfrm>
        </p:spPr>
        <p:txBody>
          <a:bodyPr tIns="0"/>
          <a:lstStyle>
            <a:lvl1pPr algn="l">
              <a:defRPr sz="1600" spc="0">
                <a:solidFill>
                  <a:schemeClr val="bg1"/>
                </a:solidFill>
              </a:defRPr>
            </a:lvl1pPr>
            <a:lvl2pPr algn="l">
              <a:defRPr sz="1600" spc="0">
                <a:solidFill>
                  <a:schemeClr val="bg1"/>
                </a:solidFill>
              </a:defRPr>
            </a:lvl2pPr>
            <a:lvl3pPr algn="l">
              <a:defRPr sz="1600" spc="0">
                <a:solidFill>
                  <a:schemeClr val="bg1"/>
                </a:solidFill>
              </a:defRPr>
            </a:lvl3pPr>
            <a:lvl4pPr algn="l">
              <a:defRPr sz="1600" spc="0">
                <a:solidFill>
                  <a:schemeClr val="bg1"/>
                </a:solidFill>
              </a:defRPr>
            </a:lvl4pPr>
            <a:lvl5pPr algn="l">
              <a:defRPr sz="1600"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246F02-0852-F144-9705-6D4DB5A53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37" y="5911644"/>
            <a:ext cx="2438395" cy="5367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D825E-D77A-BC4B-A290-2A9BD3E2CF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1" y="1828800"/>
            <a:ext cx="6603999" cy="44958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893" y="5730668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3120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  <p15:guide id="4" pos="432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5592">
          <p15:clr>
            <a:srgbClr val="FBAE40"/>
          </p15:clr>
        </p15:guide>
        <p15:guide id="11" pos="168">
          <p15:clr>
            <a:srgbClr val="FBAE40"/>
          </p15:clr>
        </p15:guide>
        <p15:guide id="12" pos="3552">
          <p15:clr>
            <a:srgbClr val="FBAE40"/>
          </p15:clr>
        </p15:guide>
        <p15:guide id="13" pos="403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2" y="990600"/>
            <a:ext cx="6788319" cy="827532"/>
          </a:xfrm>
        </p:spPr>
        <p:txBody>
          <a:bodyPr tIns="0" anchor="t"/>
          <a:lstStyle>
            <a:lvl1pPr algn="l">
              <a:defRPr sz="1800" b="1" spc="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48099" y="990600"/>
            <a:ext cx="3288303" cy="4740068"/>
          </a:xfrm>
        </p:spPr>
        <p:txBody>
          <a:bodyPr tIns="0"/>
          <a:lstStyle>
            <a:lvl1pPr algn="l">
              <a:defRPr sz="1600" spc="0">
                <a:solidFill>
                  <a:schemeClr val="bg1"/>
                </a:solidFill>
              </a:defRPr>
            </a:lvl1pPr>
            <a:lvl2pPr algn="l">
              <a:defRPr spc="0">
                <a:solidFill>
                  <a:schemeClr val="bg1"/>
                </a:solidFill>
              </a:defRPr>
            </a:lvl2pPr>
            <a:lvl3pPr algn="l">
              <a:defRPr spc="0">
                <a:solidFill>
                  <a:schemeClr val="bg1"/>
                </a:solidFill>
              </a:defRPr>
            </a:lvl3pPr>
            <a:lvl4pPr algn="l">
              <a:defRPr spc="0">
                <a:solidFill>
                  <a:schemeClr val="bg1"/>
                </a:solidFill>
              </a:defRPr>
            </a:lvl4pPr>
            <a:lvl5pPr algn="l">
              <a:defRPr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246F02-0852-F144-9705-6D4DB5A53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37" y="5911644"/>
            <a:ext cx="2438395" cy="5367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D825E-D77A-BC4B-A290-2A9BD3E2CF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397" y="1828800"/>
            <a:ext cx="3149603" cy="44958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8D1FC-0CEB-0245-8F07-CBB6F3C4CBF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57183" y="1828800"/>
            <a:ext cx="3145536" cy="44958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893" y="5730668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037580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3648">
          <p15:clr>
            <a:srgbClr val="FBAE40"/>
          </p15:clr>
        </p15:guide>
        <p15:guide id="3" pos="3840">
          <p15:clr>
            <a:srgbClr val="FBAE40"/>
          </p15:clr>
        </p15:guide>
        <p15:guide id="4" pos="432">
          <p15:clr>
            <a:srgbClr val="FBAE40"/>
          </p15:clr>
        </p15:guide>
        <p15:guide id="5" pos="5328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5592">
          <p15:clr>
            <a:srgbClr val="FBAE40"/>
          </p15:clr>
        </p15:guide>
        <p15:guide id="11" pos="168">
          <p15:clr>
            <a:srgbClr val="FBAE40"/>
          </p15:clr>
        </p15:guide>
        <p15:guide id="12" pos="2136">
          <p15:clr>
            <a:srgbClr val="FBAE40"/>
          </p15:clr>
        </p15:guide>
        <p15:guide id="13" pos="403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915828-8B97-0D41-A0B7-33EA569D7A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" y="0"/>
            <a:ext cx="8127999" cy="6629400"/>
          </a:xfrm>
          <a:ln>
            <a:noFill/>
          </a:ln>
        </p:spPr>
        <p:txBody>
          <a:bodyPr anchor="ctr"/>
          <a:lstStyle/>
          <a:p>
            <a:r>
              <a:rPr lang="en-US"/>
              <a:t>Drag picture to placeholder or click icon to add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48099" y="990603"/>
            <a:ext cx="3288303" cy="4392561"/>
          </a:xfrm>
        </p:spPr>
        <p:txBody>
          <a:bodyPr tIns="0"/>
          <a:lstStyle>
            <a:lvl1pPr algn="l">
              <a:defRPr sz="1600" spc="0">
                <a:solidFill>
                  <a:schemeClr val="bg1"/>
                </a:solidFill>
              </a:defRPr>
            </a:lvl1pPr>
            <a:lvl2pPr algn="l">
              <a:defRPr spc="0">
                <a:solidFill>
                  <a:schemeClr val="bg1"/>
                </a:solidFill>
              </a:defRPr>
            </a:lvl2pPr>
            <a:lvl3pPr algn="l">
              <a:defRPr spc="0">
                <a:solidFill>
                  <a:schemeClr val="bg1"/>
                </a:solidFill>
              </a:defRPr>
            </a:lvl3pPr>
            <a:lvl4pPr algn="l">
              <a:defRPr spc="0">
                <a:solidFill>
                  <a:schemeClr val="bg1"/>
                </a:solidFill>
              </a:defRPr>
            </a:lvl4pPr>
            <a:lvl5pPr algn="l">
              <a:defRPr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246F02-0852-F144-9705-6D4DB5A53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37" y="5911644"/>
            <a:ext cx="2438395" cy="53678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893" y="5730668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615627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3648">
          <p15:clr>
            <a:srgbClr val="FBAE40"/>
          </p15:clr>
        </p15:guide>
        <p15:guide id="3" pos="3840">
          <p15:clr>
            <a:srgbClr val="FBAE40"/>
          </p15:clr>
        </p15:guide>
        <p15:guide id="4" pos="432">
          <p15:clr>
            <a:srgbClr val="FBAE40"/>
          </p15:clr>
        </p15:guide>
        <p15:guide id="5" pos="5328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5592">
          <p15:clr>
            <a:srgbClr val="FBAE40"/>
          </p15:clr>
        </p15:guide>
        <p15:guide id="11" pos="168">
          <p15:clr>
            <a:srgbClr val="FBAE40"/>
          </p15:clr>
        </p15:guide>
        <p15:guide id="12" pos="2136">
          <p15:clr>
            <a:srgbClr val="FBAE40"/>
          </p15:clr>
        </p15:guide>
        <p15:guide id="13" pos="403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ne Column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90600"/>
            <a:ext cx="6603997" cy="827532"/>
          </a:xfrm>
        </p:spPr>
        <p:txBody>
          <a:bodyPr tIns="0" anchor="t"/>
          <a:lstStyle>
            <a:lvl1pPr algn="l">
              <a:defRPr sz="1800" b="1" spc="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48099" y="990600"/>
            <a:ext cx="3288303" cy="4740068"/>
          </a:xfrm>
        </p:spPr>
        <p:txBody>
          <a:bodyPr tIns="0"/>
          <a:lstStyle>
            <a:lvl1pPr algn="l">
              <a:defRPr sz="1600" spc="0">
                <a:solidFill>
                  <a:schemeClr val="bg1"/>
                </a:solidFill>
              </a:defRPr>
            </a:lvl1pPr>
            <a:lvl2pPr algn="l">
              <a:defRPr sz="1600" spc="0">
                <a:solidFill>
                  <a:schemeClr val="bg1"/>
                </a:solidFill>
              </a:defRPr>
            </a:lvl2pPr>
            <a:lvl3pPr algn="l">
              <a:defRPr sz="1600" spc="0">
                <a:solidFill>
                  <a:schemeClr val="bg1"/>
                </a:solidFill>
              </a:defRPr>
            </a:lvl3pPr>
            <a:lvl4pPr algn="l">
              <a:defRPr sz="1600" spc="0">
                <a:solidFill>
                  <a:schemeClr val="bg1"/>
                </a:solidFill>
              </a:defRPr>
            </a:lvl4pPr>
            <a:lvl5pPr algn="l">
              <a:defRPr sz="1600"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246F02-0852-F144-9705-6D4DB5A53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37" y="5911644"/>
            <a:ext cx="2438395" cy="5367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D825E-D77A-BC4B-A290-2A9BD3E2CF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1" y="1828800"/>
            <a:ext cx="6603999" cy="44958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76784520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  <p15:guide id="4" pos="432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5592">
          <p15:clr>
            <a:srgbClr val="FBAE40"/>
          </p15:clr>
        </p15:guide>
        <p15:guide id="11" pos="168">
          <p15:clr>
            <a:srgbClr val="FBAE40"/>
          </p15:clr>
        </p15:guide>
        <p15:guide id="12" pos="3552">
          <p15:clr>
            <a:srgbClr val="FBAE40"/>
          </p15:clr>
        </p15:guide>
        <p15:guide id="13" pos="403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tal Photo - Full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F7DBA3D-71BF-5B49-BDFA-2FB7BB988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629400"/>
          </a:xfrm>
        </p:spPr>
        <p:txBody>
          <a:bodyPr lIns="0" tIns="0" rIns="0" bIns="0" anchor="ctr"/>
          <a:lstStyle>
            <a:lvl1pPr algn="ctr">
              <a:defRPr sz="1600"/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F1740A-E473-5146-9B3E-A4562D1184D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28000" y="3881438"/>
            <a:ext cx="3149600" cy="2252662"/>
          </a:xfrm>
          <a:solidFill>
            <a:schemeClr val="tx2"/>
          </a:solidFill>
        </p:spPr>
        <p:txBody>
          <a:bodyPr lIns="182880" tIns="182880" rIns="137160" bIns="182880"/>
          <a:lstStyle>
            <a:lvl1pPr algn="l">
              <a:defRPr sz="1600">
                <a:solidFill>
                  <a:schemeClr val="bg1"/>
                </a:solidFill>
              </a:defRPr>
            </a:lvl1pPr>
            <a:lvl2pPr algn="l">
              <a:defRPr sz="1600">
                <a:solidFill>
                  <a:schemeClr val="bg1"/>
                </a:solidFill>
              </a:defRPr>
            </a:lvl2pPr>
            <a:lvl3pPr algn="l">
              <a:defRPr sz="1600">
                <a:solidFill>
                  <a:schemeClr val="bg1"/>
                </a:solidFill>
              </a:defRPr>
            </a:lvl3pPr>
            <a:lvl4pPr algn="l">
              <a:defRPr sz="1600">
                <a:solidFill>
                  <a:schemeClr val="bg1"/>
                </a:solidFill>
              </a:defRPr>
            </a:lvl4pPr>
            <a:lvl5pPr algn="l"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096362"/>
      </p:ext>
    </p:extLst>
  </p:cSld>
  <p:clrMapOvr>
    <a:masterClrMapping/>
  </p:clrMapOvr>
  <p:transition spd="slow">
    <p:wip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tal Photo - Flo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F7DBA3D-71BF-5B49-BDFA-2FB7BB988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1951" y="276224"/>
            <a:ext cx="11468100" cy="4867276"/>
          </a:xfrm>
        </p:spPr>
        <p:txBody>
          <a:bodyPr anchor="ctr"/>
          <a:lstStyle/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FC1046-3F25-4443-A1BD-47CD75DC0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1" y="5257800"/>
            <a:ext cx="11474451" cy="1066800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522450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168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Color Blank - Bas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94129731"/>
      </p:ext>
    </p:extLst>
  </p:cSld>
  <p:clrMapOvr>
    <a:masterClrMapping/>
  </p:clrMapOvr>
  <p:transition spd="slow">
    <p:wipe/>
  </p:transition>
  <p:hf sldNum="0" hdr="0" ftr="0" dt="0"/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920">
          <p15:clr>
            <a:srgbClr val="FBAE40"/>
          </p15:clr>
        </p15:guide>
        <p15:guide id="3" pos="3840">
          <p15:clr>
            <a:srgbClr val="FBAE40"/>
          </p15:clr>
        </p15:guide>
        <p15:guide id="4" pos="432">
          <p15:clr>
            <a:srgbClr val="FBAE40"/>
          </p15:clr>
        </p15:guide>
        <p15:guide id="5" pos="5328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5592">
          <p15:clr>
            <a:srgbClr val="FBAE40"/>
          </p15:clr>
        </p15:guide>
        <p15:guide id="11" pos="168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Color Blank - Sid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94BBB-607E-B541-8FF0-219DFBAE8A62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95310858"/>
      </p:ext>
    </p:extLst>
  </p:cSld>
  <p:clrMapOvr>
    <a:masterClrMapping/>
  </p:clrMapOvr>
  <p:transition spd="slow">
    <p:wipe dir="d"/>
  </p:transition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mphasis 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3429000"/>
          </a:xfrm>
        </p:spPr>
        <p:txBody>
          <a:bodyPr anchor="b"/>
          <a:lstStyle>
            <a:lvl1pPr>
              <a:lnSpc>
                <a:spcPct val="9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3602736"/>
            <a:ext cx="10363200" cy="2112264"/>
          </a:xfrm>
        </p:spPr>
        <p:txBody>
          <a:bodyPr/>
          <a:lstStyle>
            <a:lvl1pPr>
              <a:defRPr sz="1800" spc="0"/>
            </a:lvl1pPr>
            <a:lvl2pPr>
              <a:defRPr sz="1600" spc="0"/>
            </a:lvl2pPr>
            <a:lvl3pPr>
              <a:defRPr sz="1600" spc="0"/>
            </a:lvl3pPr>
            <a:lvl4pPr>
              <a:defRPr sz="1600" spc="0"/>
            </a:lvl4pPr>
            <a:lvl5pPr>
              <a:defRPr sz="1600"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62010"/>
      </p:ext>
    </p:extLst>
  </p:cSld>
  <p:clrMapOvr>
    <a:masterClrMapping/>
  </p:clrMapOvr>
  <p:transition spd="slow">
    <p:wipe/>
  </p:transition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-Column 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517904"/>
          </a:xfrm>
        </p:spPr>
        <p:txBody>
          <a:bodyPr anchor="b"/>
          <a:lstStyle>
            <a:lvl1pPr algn="l">
              <a:lnSpc>
                <a:spcPct val="95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10363200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089962"/>
      </p:ext>
    </p:extLst>
  </p:cSld>
  <p:clrMapOvr>
    <a:masterClrMapping/>
  </p:clrMapOvr>
  <p:transition spd="slow">
    <p:wipe/>
  </p:transition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1"/>
            <a:ext cx="10363200" cy="1517904"/>
          </a:xfrm>
        </p:spPr>
        <p:txBody>
          <a:bodyPr anchor="b"/>
          <a:lstStyle>
            <a:lvl1pPr algn="l">
              <a:lnSpc>
                <a:spcPct val="95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1" y="1828800"/>
            <a:ext cx="4876800" cy="38862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6285" y="1828803"/>
            <a:ext cx="4876800" cy="3886201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E3ADE1-D531-F843-BD5B-CD6AFEDC1F99}"/>
              </a:ext>
            </a:extLst>
          </p:cNvPr>
          <p:cNvCxnSpPr>
            <a:cxnSpLocks/>
          </p:cNvCxnSpPr>
          <p:nvPr/>
        </p:nvCxnSpPr>
        <p:spPr>
          <a:xfrm>
            <a:off x="6077527" y="1828802"/>
            <a:ext cx="0" cy="480060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29805"/>
      </p:ext>
    </p:extLst>
  </p:cSld>
  <p:clrMapOvr>
    <a:masterClrMapping/>
  </p:clrMapOvr>
  <p:transition spd="slow">
    <p:wipe/>
  </p:transition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-Column 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400" y="1828800"/>
            <a:ext cx="3149600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40157" y="1828800"/>
            <a:ext cx="3145536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76EF87-A898-9047-A238-5616C735B2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28000" y="1828800"/>
            <a:ext cx="3145536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990600"/>
            <a:ext cx="10363200" cy="838200"/>
          </a:xfrm>
        </p:spPr>
        <p:txBody>
          <a:bodyPr tIns="0"/>
          <a:lstStyle>
            <a:lvl1pPr algn="l">
              <a:defRPr sz="1800" spc="0" baseline="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Three-column format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162008"/>
      </p:ext>
    </p:extLst>
  </p:cSld>
  <p:clrMapOvr>
    <a:masterClrMapping/>
  </p:clrMapOvr>
  <p:transition spd="slow">
    <p:wip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rriculum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1828800"/>
            <a:ext cx="48768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60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1828800"/>
            <a:ext cx="48768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60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C490F67-42A5-F14E-B7F9-37F238A4A5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4893F0B-BD33-6246-85BD-3CCCD1838B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7820886"/>
      </p:ext>
    </p:extLst>
  </p:cSld>
  <p:clrMapOvr>
    <a:masterClrMapping/>
  </p:clrMapOvr>
  <p:transition spd="slow">
    <p:wip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rriculum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1828800"/>
            <a:ext cx="329184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2272" y="1828800"/>
            <a:ext cx="329184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76EF87-A898-9047-A238-5616C735B2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97952" y="1828800"/>
            <a:ext cx="329184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2F91536-6CD7-214D-AE76-F527E3E934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828800"/>
            <a:ext cx="3291840" cy="594360"/>
          </a:xfrm>
          <a:solidFill>
            <a:schemeClr val="tx2"/>
          </a:solidFill>
          <a:ln w="6350"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 spc="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D8FC86E-8BC0-974C-A757-0F22C29E27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2272" y="1828800"/>
            <a:ext cx="3291840" cy="594360"/>
          </a:xfrm>
          <a:solidFill>
            <a:schemeClr val="tx2"/>
          </a:solidFill>
          <a:ln w="6350"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9E8B68C9-BBDD-874F-83CF-39F834126C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997952" y="1828800"/>
            <a:ext cx="3291840" cy="594360"/>
          </a:xfrm>
          <a:solidFill>
            <a:schemeClr val="tx2"/>
          </a:solidFill>
          <a:ln w="6350"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739134"/>
      </p:ext>
    </p:extLst>
  </p:cSld>
  <p:clrMapOvr>
    <a:masterClrMapping/>
  </p:clrMapOvr>
  <p:transition spd="slow">
    <p:wip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rriculum -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6C90A12-2C1B-5448-8BA5-FE9F002B05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47667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/>
            </a:lvl1pPr>
            <a:lvl2pPr algn="l">
              <a:spcAft>
                <a:spcPts val="600"/>
              </a:spcAft>
              <a:defRPr sz="1400"/>
            </a:lvl2pPr>
            <a:lvl3pPr algn="l">
              <a:spcAft>
                <a:spcPts val="600"/>
              </a:spcAft>
              <a:defRPr sz="1400"/>
            </a:lvl3pPr>
            <a:lvl4pPr algn="l">
              <a:spcAft>
                <a:spcPts val="600"/>
              </a:spcAft>
              <a:defRPr sz="1400"/>
            </a:lvl4pPr>
            <a:lvl5pPr algn="l">
              <a:spcAft>
                <a:spcPts val="600"/>
              </a:spcAft>
              <a:defRPr sz="1400"/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61783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76EF87-A898-9047-A238-5616C735B2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5156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B9D93D7-D955-1447-97B6-2BEDC90988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51392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/>
            </a:lvl2pPr>
            <a:lvl3pPr algn="l">
              <a:spcAft>
                <a:spcPts val="0"/>
              </a:spcAft>
              <a:defRPr sz="1400"/>
            </a:lvl3pPr>
            <a:lvl4pPr algn="l">
              <a:spcAft>
                <a:spcPts val="0"/>
              </a:spcAft>
              <a:defRPr sz="1400"/>
            </a:lvl4pPr>
            <a:lvl5pPr algn="l">
              <a:spcAft>
                <a:spcPts val="0"/>
              </a:spcAft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8BEFF0C-A798-5D4F-9055-A2835E58EC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2783B13-B137-1148-9015-7169E9546B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60064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FC5DA66-91A5-724C-8386-1379004775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7920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7843296"/>
      </p:ext>
    </p:extLst>
  </p:cSld>
  <p:clrMapOvr>
    <a:masterClrMapping/>
  </p:clrMapOvr>
  <p:transition spd="slow">
    <p:wip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rriculum -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1828799"/>
            <a:ext cx="4876800" cy="210312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1828800"/>
            <a:ext cx="4876800" cy="210312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C490F67-42A5-F14E-B7F9-37F238A4A5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4893F0B-BD33-6246-85BD-3CCCD1838B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C3536-349E-9740-BCF0-2B6F9D1ACE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4228683"/>
            <a:ext cx="4876800" cy="2103120"/>
          </a:xfrm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/>
            </a:lvl1pPr>
            <a:lvl2pPr algn="l">
              <a:spcAft>
                <a:spcPts val="600"/>
              </a:spcAft>
              <a:defRPr sz="1400" spc="0"/>
            </a:lvl2pPr>
            <a:lvl3pPr algn="l">
              <a:spcAft>
                <a:spcPts val="600"/>
              </a:spcAft>
              <a:defRPr sz="1400" spc="0"/>
            </a:lvl3pPr>
            <a:lvl4pPr algn="l">
              <a:spcAft>
                <a:spcPts val="600"/>
              </a:spcAft>
              <a:defRPr sz="1400" spc="0"/>
            </a:lvl4pPr>
            <a:lvl5pPr algn="l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E34436A-2B90-6249-BF91-B7E8C23A8E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00800" y="4228683"/>
            <a:ext cx="4876800" cy="2103120"/>
          </a:xfrm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/>
            </a:lvl1pPr>
            <a:lvl2pPr algn="l">
              <a:spcAft>
                <a:spcPts val="600"/>
              </a:spcAft>
              <a:defRPr sz="1400" spc="0"/>
            </a:lvl2pPr>
            <a:lvl3pPr algn="l">
              <a:spcAft>
                <a:spcPts val="600"/>
              </a:spcAft>
              <a:defRPr sz="1400" spc="0"/>
            </a:lvl3pPr>
            <a:lvl4pPr algn="l">
              <a:spcAft>
                <a:spcPts val="600"/>
              </a:spcAft>
              <a:defRPr sz="1400" spc="0"/>
            </a:lvl4pPr>
            <a:lvl5pPr algn="l">
              <a:spcAft>
                <a:spcPts val="600"/>
              </a:spcAft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F2F14E9-ACF6-ED4D-99A4-AA5EFFA1053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4400" y="4225635"/>
            <a:ext cx="4876800" cy="594360"/>
          </a:xfrm>
          <a:solidFill>
            <a:schemeClr val="tx2"/>
          </a:solidFill>
        </p:spPr>
        <p:txBody>
          <a:bodyPr lIns="182880" tIns="164592" rIns="137160" bIns="13716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EC11C2-4C45-8E4D-A60A-30688C0D68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00800" y="4228683"/>
            <a:ext cx="4876800" cy="594360"/>
          </a:xfrm>
          <a:solidFill>
            <a:schemeClr val="tx2"/>
          </a:solidFill>
        </p:spPr>
        <p:txBody>
          <a:bodyPr lIns="182880" tIns="164592" rIns="137160" bIns="13716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1347249"/>
      </p:ext>
    </p:extLst>
  </p:cSld>
  <p:clrMapOvr>
    <a:masterClrMapping/>
  </p:clrMapOvr>
  <p:transition spd="slow">
    <p:wip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- 9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8F69952-DDE8-254A-B98C-29E4A56BCE8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048000" y="4425696"/>
            <a:ext cx="5486400" cy="2212848"/>
          </a:xfr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4000" b="0">
                <a:solidFill>
                  <a:schemeClr val="tx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000">
                <a:solidFill>
                  <a:schemeClr val="tx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40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D4F13E35-87EC-C24D-92D8-FDBC4ECC1A9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534400" y="4427538"/>
            <a:ext cx="36576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32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143ECE4-E5E9-9644-9928-0613FBBD485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44000" y="-1"/>
            <a:ext cx="30480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28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2775517-9FC8-D140-8804-94F2F90E2A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44000" y="2212848"/>
            <a:ext cx="3048000" cy="2212848"/>
          </a:xfrm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3200" b="0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1800"/>
            </a:lvl2pPr>
            <a:lvl3pPr algn="ctr">
              <a:lnSpc>
                <a:spcPct val="90000"/>
              </a:lnSpc>
              <a:spcAft>
                <a:spcPts val="0"/>
              </a:spcAft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386BDE44-D965-9649-B073-BCADB4EABE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2212848"/>
            <a:ext cx="3657600" cy="2212848"/>
          </a:xfrm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3200" b="0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000"/>
            </a:lvl2pPr>
            <a:lvl3pPr algn="ctr">
              <a:lnSpc>
                <a:spcPct val="90000"/>
              </a:lnSpc>
              <a:spcAft>
                <a:spcPts val="0"/>
              </a:spcAft>
              <a:defRPr sz="1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D5BC5C6-A862-7A4E-B615-47D24DF9DF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4425696"/>
            <a:ext cx="30480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28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2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DDA8EE8-B029-5B46-81EB-DA7C2FB3D8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57600" y="2212848"/>
            <a:ext cx="54864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40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0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4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3C85F00-3917-CF47-B34F-F5BD0E11697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0" y="0"/>
            <a:ext cx="60960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40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0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4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0C7C18E-35B3-FC4D-B564-E7ED79437B9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0"/>
            <a:ext cx="3048000" cy="2212848"/>
          </a:xfrm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4800" b="0"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000"/>
            </a:lvl2pPr>
            <a:lvl3pPr algn="ctr">
              <a:lnSpc>
                <a:spcPct val="90000"/>
              </a:lnSpc>
              <a:spcAft>
                <a:spcPts val="0"/>
              </a:spcAft>
              <a:defRPr sz="1400"/>
            </a:lvl3pPr>
          </a:lstStyle>
          <a:p>
            <a:pPr lvl="0"/>
            <a:r>
              <a:rPr lang="en-US" dirty="0"/>
              <a:t>Edit 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21095850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139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8001" y="1005840"/>
            <a:ext cx="3708400" cy="470916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0"/>
            <a:ext cx="6278880" cy="345643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038"/>
            <a:ext cx="6278880" cy="2724912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80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3D4A63-CCD7-CF49-B3D4-76FCDDEE316A}"/>
              </a:ext>
            </a:extLst>
          </p:cNvPr>
          <p:cNvCxnSpPr>
            <a:cxnSpLocks/>
          </p:cNvCxnSpPr>
          <p:nvPr/>
        </p:nvCxnSpPr>
        <p:spPr>
          <a:xfrm>
            <a:off x="7616613" y="0"/>
            <a:ext cx="0" cy="6858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524617"/>
      </p:ext>
    </p:extLst>
  </p:cSld>
  <p:clrMapOvr>
    <a:masterClrMapping/>
  </p:clrMapOvr>
  <p:transition spd="slow">
    <p:wipe/>
  </p:transition>
  <p:hf sldNum="0" hdr="0" ftr="0" dt="0"/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920">
          <p15:clr>
            <a:srgbClr val="FBAE40"/>
          </p15:clr>
        </p15:guide>
        <p15:guide id="3" pos="3840">
          <p15:clr>
            <a:srgbClr val="FBAE40"/>
          </p15:clr>
        </p15:guide>
        <p15:guide id="4" pos="432">
          <p15:clr>
            <a:srgbClr val="FBAE40"/>
          </p15:clr>
        </p15:guide>
        <p15:guide id="5" pos="5328">
          <p15:clr>
            <a:srgbClr val="FBAE40"/>
          </p15:clr>
        </p15:guide>
        <p15:guide id="6" orient="horz" pos="2256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5592">
          <p15:clr>
            <a:srgbClr val="FBAE40"/>
          </p15:clr>
        </p15:guide>
        <p15:guide id="11" pos="168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517904"/>
          </a:xfrm>
        </p:spPr>
        <p:txBody>
          <a:bodyPr anchor="b"/>
          <a:lstStyle>
            <a:lvl1pPr algn="l">
              <a:lnSpc>
                <a:spcPct val="95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63828"/>
      </p:ext>
    </p:extLst>
  </p:cSld>
  <p:clrMapOvr>
    <a:masterClrMapping/>
  </p:clrMapOvr>
  <p:transition spd="slow">
    <p:wipe/>
  </p:transition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Bas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7027465"/>
      </p:ext>
    </p:extLst>
  </p:cSld>
  <p:clrMapOvr>
    <a:masterClrMapping/>
  </p:clrMapOvr>
  <p:transition spd="slow">
    <p:wipe/>
  </p:transition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Sid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2D5C17-222B-B041-B8CC-506EE956DBE0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0F96D7-E1A8-844A-80A0-F03B8FD3FFE9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02716405"/>
      </p:ext>
    </p:extLst>
  </p:cSld>
  <p:clrMapOvr>
    <a:masterClrMapping/>
  </p:clrMapOvr>
  <p:transition spd="slow">
    <p:wipe dir="d"/>
  </p:transition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ro - Animated w/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ADE42A-5A79-9F4F-9FA4-033446BDA4A7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691640"/>
            <a:ext cx="10363200" cy="4023360"/>
          </a:xfrm>
        </p:spPr>
        <p:txBody>
          <a:bodyPr anchor="t"/>
          <a:lstStyle>
            <a:lvl1pPr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FD8237-B4E3-AB47-A0B5-8261C7ADE253}"/>
              </a:ext>
            </a:extLst>
          </p:cNvPr>
          <p:cNvGrpSpPr/>
          <p:nvPr userDrawn="1"/>
        </p:nvGrpSpPr>
        <p:grpSpPr>
          <a:xfrm>
            <a:off x="6096000" y="0"/>
            <a:ext cx="0" cy="6858000"/>
            <a:chOff x="4572000" y="0"/>
            <a:chExt cx="0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4936B40-4EE6-F94E-9BF6-AFD0E25481D3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0"/>
              <a:ext cx="0" cy="132663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164EF24-72E2-8E47-B821-F94DA9D444D2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6134100"/>
              <a:ext cx="0" cy="7239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0299" y="5401944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830410"/>
      </p:ext>
    </p:extLst>
  </p:cSld>
  <p:clrMapOvr>
    <a:masterClrMapping/>
  </p:clrMapOvr>
  <p:transition spd="slow">
    <p:wipe dir="d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8D26B0-1CD4-FB41-A78C-F557F7B05A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5139" b="-565"/>
          <a:stretch/>
        </p:blipFill>
        <p:spPr>
          <a:xfrm>
            <a:off x="8006109" y="1124712"/>
            <a:ext cx="4168641" cy="554604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4E431E-825A-294E-B7AD-2D288C1A213F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509" y="3"/>
            <a:ext cx="6868891" cy="3605349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56820B-1C15-F043-9777-053D813A7C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67509" y="3696871"/>
            <a:ext cx="6868891" cy="1169042"/>
          </a:xfrm>
        </p:spPr>
        <p:txBody>
          <a:bodyPr/>
          <a:lstStyle>
            <a:lvl1pPr algn="l">
              <a:defRPr sz="2200" spc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883E360-0D8E-1045-B3EE-D3202095FE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0868" y="1835333"/>
            <a:ext cx="3149600" cy="3030583"/>
          </a:xfrm>
          <a:solidFill>
            <a:schemeClr val="bg1"/>
          </a:solidFill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8CB17A-54A6-254C-9F79-7FE2B05CBCC5}"/>
              </a:ext>
            </a:extLst>
          </p:cNvPr>
          <p:cNvCxnSpPr>
            <a:cxnSpLocks/>
          </p:cNvCxnSpPr>
          <p:nvPr userDrawn="1"/>
        </p:nvCxnSpPr>
        <p:spPr>
          <a:xfrm>
            <a:off x="4534887" y="5150350"/>
            <a:ext cx="0" cy="170765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509" y="5236671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947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 dir="d"/>
      </p:transition>
    </mc:Choice>
    <mc:Fallback xmlns="">
      <p:transition spd="slow">
        <p:wipe dir="d"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136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ro - Animated - w/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0382A-41F2-A443-821F-3F95C7DFEC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ADE42A-5A79-9F4F-9FA4-033446BDA4A7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691640"/>
            <a:ext cx="10363200" cy="4023360"/>
          </a:xfrm>
        </p:spPr>
        <p:txBody>
          <a:bodyPr anchor="t"/>
          <a:lstStyle>
            <a:lvl1pPr>
              <a:lnSpc>
                <a:spcPct val="9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FD8237-B4E3-AB47-A0B5-8261C7ADE253}"/>
              </a:ext>
            </a:extLst>
          </p:cNvPr>
          <p:cNvGrpSpPr/>
          <p:nvPr userDrawn="1"/>
        </p:nvGrpSpPr>
        <p:grpSpPr>
          <a:xfrm>
            <a:off x="6096000" y="0"/>
            <a:ext cx="0" cy="6858000"/>
            <a:chOff x="4572000" y="0"/>
            <a:chExt cx="0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4936B40-4EE6-F94E-9BF6-AFD0E25481D3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0"/>
              <a:ext cx="0" cy="132663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164EF24-72E2-8E47-B821-F94DA9D444D2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6134100"/>
              <a:ext cx="0" cy="7239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32847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lumn - Full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0"/>
            <a:ext cx="5963920" cy="345643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736"/>
            <a:ext cx="5959061" cy="2724912"/>
          </a:xfrm>
        </p:spPr>
        <p:txBody>
          <a:bodyPr/>
          <a:lstStyle>
            <a:lvl1pPr marL="0" indent="0" algn="l">
              <a:buNone/>
              <a:defRPr sz="1800" spc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8002" y="990600"/>
            <a:ext cx="3714751" cy="4724400"/>
          </a:xfrm>
        </p:spPr>
        <p:txBody>
          <a:bodyPr/>
          <a:lstStyle>
            <a:lvl1pPr algn="l">
              <a:defRPr spc="0">
                <a:solidFill>
                  <a:schemeClr val="bg1"/>
                </a:solidFill>
              </a:defRPr>
            </a:lvl1pPr>
            <a:lvl2pPr algn="l">
              <a:defRPr spc="0">
                <a:solidFill>
                  <a:schemeClr val="bg1"/>
                </a:solidFill>
              </a:defRPr>
            </a:lvl2pPr>
            <a:lvl3pPr algn="l">
              <a:defRPr spc="0">
                <a:solidFill>
                  <a:schemeClr val="bg1"/>
                </a:solidFill>
              </a:defRPr>
            </a:lvl3pPr>
            <a:lvl4pPr algn="l">
              <a:defRPr spc="0">
                <a:solidFill>
                  <a:schemeClr val="bg1"/>
                </a:solidFill>
              </a:defRPr>
            </a:lvl4pPr>
            <a:lvl5pPr algn="l">
              <a:defRPr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02027D-4FBC-6148-86D2-BF4C61EF660E}"/>
              </a:ext>
            </a:extLst>
          </p:cNvPr>
          <p:cNvCxnSpPr>
            <a:cxnSpLocks/>
          </p:cNvCxnSpPr>
          <p:nvPr userDrawn="1"/>
        </p:nvCxnSpPr>
        <p:spPr>
          <a:xfrm>
            <a:off x="7616613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893" y="5871345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1071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560">
          <p15:clr>
            <a:srgbClr val="FBAE40"/>
          </p15:clr>
        </p15:guide>
        <p15:guide id="3" pos="5120">
          <p15:clr>
            <a:srgbClr val="FBAE40"/>
          </p15:clr>
        </p15:guide>
        <p15:guide id="4" pos="576">
          <p15:clr>
            <a:srgbClr val="FBAE40"/>
          </p15:clr>
        </p15:guide>
        <p15:guide id="5" pos="7104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7456">
          <p15:clr>
            <a:srgbClr val="FBAE40"/>
          </p15:clr>
        </p15:guide>
        <p15:guide id="11" pos="224">
          <p15:clr>
            <a:srgbClr val="FBAE40"/>
          </p15:clr>
        </p15:guide>
        <p15:guide id="12" pos="480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lumn - Split Col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BE4281-5740-0A43-A585-9F0DF1530C89}"/>
              </a:ext>
            </a:extLst>
          </p:cNvPr>
          <p:cNvSpPr/>
          <p:nvPr userDrawn="1"/>
        </p:nvSpPr>
        <p:spPr>
          <a:xfrm>
            <a:off x="0" y="0"/>
            <a:ext cx="7620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2F2419-0A6D-B449-B699-13B3994AE2F6}"/>
              </a:ext>
            </a:extLst>
          </p:cNvPr>
          <p:cNvSpPr/>
          <p:nvPr userDrawn="1"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-2"/>
            <a:ext cx="5963920" cy="345643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736"/>
            <a:ext cx="5963920" cy="2724912"/>
          </a:xfrm>
        </p:spPr>
        <p:txBody>
          <a:bodyPr/>
          <a:lstStyle>
            <a:lvl1pPr marL="0" indent="0" algn="l">
              <a:buNone/>
              <a:defRPr sz="2000" spc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8002" y="1005840"/>
            <a:ext cx="3714751" cy="4709160"/>
          </a:xfrm>
        </p:spPr>
        <p:txBody>
          <a:bodyPr/>
          <a:lstStyle>
            <a:lvl1pPr algn="l">
              <a:defRPr spc="0"/>
            </a:lvl1pPr>
            <a:lvl2pPr algn="l">
              <a:defRPr spc="0"/>
            </a:lvl2pPr>
            <a:lvl3pPr algn="l">
              <a:defRPr spc="0"/>
            </a:lvl3pPr>
            <a:lvl4pPr algn="l">
              <a:defRPr spc="0"/>
            </a:lvl4pPr>
            <a:lvl5pPr algn="l">
              <a:defRPr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FC882F-B4B0-224E-904D-98B0B93D985D}"/>
              </a:ext>
            </a:extLst>
          </p:cNvPr>
          <p:cNvSpPr/>
          <p:nvPr userDrawn="1"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66379"/>
      </p:ext>
    </p:extLst>
  </p:cSld>
  <p:clrMapOvr>
    <a:masterClrMapping/>
  </p:clrMapOvr>
  <p:transition spd="slow">
    <p:wipe dir="d"/>
  </p:transition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560">
          <p15:clr>
            <a:srgbClr val="FBAE40"/>
          </p15:clr>
        </p15:guide>
        <p15:guide id="3" pos="5120">
          <p15:clr>
            <a:srgbClr val="FBAE40"/>
          </p15:clr>
        </p15:guide>
        <p15:guide id="4" pos="576">
          <p15:clr>
            <a:srgbClr val="FBAE40"/>
          </p15:clr>
        </p15:guide>
        <p15:guide id="5" pos="7104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10" pos="7456">
          <p15:clr>
            <a:srgbClr val="FBAE40"/>
          </p15:clr>
        </p15:guide>
        <p15:guide id="11" pos="224">
          <p15:clr>
            <a:srgbClr val="FBAE40"/>
          </p15:clr>
        </p15:guide>
        <p15:guide id="12" pos="480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lumn - Split Col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0"/>
            <a:ext cx="4572001" cy="3456432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</a:t>
            </a:r>
            <a:br>
              <a:rPr lang="en-US" dirty="0"/>
            </a:br>
            <a:r>
              <a:rPr lang="en-US" dirty="0"/>
              <a:t>to edit Master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2" y="3602038"/>
            <a:ext cx="4572001" cy="2722562"/>
          </a:xfrm>
        </p:spPr>
        <p:txBody>
          <a:bodyPr/>
          <a:lstStyle>
            <a:lvl1pPr marL="0" indent="0" algn="l">
              <a:buNone/>
              <a:defRPr sz="1800" spc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05601" y="990600"/>
            <a:ext cx="5130800" cy="4724400"/>
          </a:xfrm>
        </p:spPr>
        <p:txBody>
          <a:bodyPr/>
          <a:lstStyle>
            <a:lvl1pPr algn="l">
              <a:defRPr spc="0">
                <a:solidFill>
                  <a:schemeClr val="tx1"/>
                </a:solidFill>
              </a:defRPr>
            </a:lvl1pPr>
            <a:lvl2pPr algn="l">
              <a:defRPr spc="0">
                <a:solidFill>
                  <a:schemeClr val="tx1"/>
                </a:solidFill>
              </a:defRPr>
            </a:lvl2pPr>
            <a:lvl3pPr algn="l">
              <a:defRPr spc="0">
                <a:solidFill>
                  <a:schemeClr val="tx1"/>
                </a:solidFill>
              </a:defRPr>
            </a:lvl3pPr>
            <a:lvl4pPr algn="l">
              <a:defRPr spc="0">
                <a:solidFill>
                  <a:schemeClr val="tx1"/>
                </a:solidFill>
              </a:defRPr>
            </a:lvl4pPr>
            <a:lvl5pPr algn="l">
              <a:defRPr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67649"/>
      </p:ext>
    </p:extLst>
  </p:cSld>
  <p:clrMapOvr>
    <a:masterClrMapping/>
  </p:clrMapOvr>
  <p:transition spd="slow">
    <p:wipe dir="r"/>
  </p:transition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560">
          <p15:clr>
            <a:srgbClr val="FBAE40"/>
          </p15:clr>
        </p15:guide>
        <p15:guide id="3" pos="5120">
          <p15:clr>
            <a:srgbClr val="FBAE40"/>
          </p15:clr>
        </p15:guide>
        <p15:guide id="4" pos="576">
          <p15:clr>
            <a:srgbClr val="FBAE40"/>
          </p15:clr>
        </p15:guide>
        <p15:guide id="5" pos="7104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7456">
          <p15:clr>
            <a:srgbClr val="FBAE40"/>
          </p15:clr>
        </p15:guide>
        <p15:guide id="11" pos="224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90600"/>
            <a:ext cx="6603997" cy="827532"/>
          </a:xfrm>
        </p:spPr>
        <p:txBody>
          <a:bodyPr tIns="0" anchor="t"/>
          <a:lstStyle>
            <a:lvl1pPr algn="l">
              <a:defRPr sz="1800" b="1" spc="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48099" y="990600"/>
            <a:ext cx="3288303" cy="4740068"/>
          </a:xfrm>
        </p:spPr>
        <p:txBody>
          <a:bodyPr tIns="0"/>
          <a:lstStyle>
            <a:lvl1pPr algn="l">
              <a:defRPr sz="1600" spc="0">
                <a:solidFill>
                  <a:schemeClr val="bg1"/>
                </a:solidFill>
              </a:defRPr>
            </a:lvl1pPr>
            <a:lvl2pPr algn="l">
              <a:defRPr sz="1600" spc="0">
                <a:solidFill>
                  <a:schemeClr val="bg1"/>
                </a:solidFill>
              </a:defRPr>
            </a:lvl2pPr>
            <a:lvl3pPr algn="l">
              <a:defRPr sz="1600" spc="0">
                <a:solidFill>
                  <a:schemeClr val="bg1"/>
                </a:solidFill>
              </a:defRPr>
            </a:lvl3pPr>
            <a:lvl4pPr algn="l">
              <a:defRPr sz="1600" spc="0">
                <a:solidFill>
                  <a:schemeClr val="bg1"/>
                </a:solidFill>
              </a:defRPr>
            </a:lvl4pPr>
            <a:lvl5pPr algn="l">
              <a:defRPr sz="1600"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D825E-D77A-BC4B-A290-2A9BD3E2CF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1" y="1828800"/>
            <a:ext cx="6603999" cy="44958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893" y="5871345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8943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3" pos="5120">
          <p15:clr>
            <a:srgbClr val="FBAE40"/>
          </p15:clr>
        </p15:guide>
        <p15:guide id="4" pos="576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7456">
          <p15:clr>
            <a:srgbClr val="FBAE40"/>
          </p15:clr>
        </p15:guide>
        <p15:guide id="11" pos="224">
          <p15:clr>
            <a:srgbClr val="FBAE40"/>
          </p15:clr>
        </p15:guide>
        <p15:guide id="12" pos="4736">
          <p15:clr>
            <a:srgbClr val="FBAE40"/>
          </p15:clr>
        </p15:guide>
        <p15:guide id="13" pos="5376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lumn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2" y="990600"/>
            <a:ext cx="6788319" cy="827532"/>
          </a:xfrm>
        </p:spPr>
        <p:txBody>
          <a:bodyPr tIns="0" anchor="t"/>
          <a:lstStyle>
            <a:lvl1pPr algn="l">
              <a:defRPr sz="1800" b="1" spc="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48099" y="990600"/>
            <a:ext cx="3288303" cy="4740068"/>
          </a:xfrm>
        </p:spPr>
        <p:txBody>
          <a:bodyPr tIns="0"/>
          <a:lstStyle>
            <a:lvl1pPr algn="l">
              <a:defRPr sz="1600" spc="0">
                <a:solidFill>
                  <a:schemeClr val="bg1"/>
                </a:solidFill>
              </a:defRPr>
            </a:lvl1pPr>
            <a:lvl2pPr algn="l">
              <a:defRPr spc="0">
                <a:solidFill>
                  <a:schemeClr val="bg1"/>
                </a:solidFill>
              </a:defRPr>
            </a:lvl2pPr>
            <a:lvl3pPr algn="l">
              <a:defRPr spc="0">
                <a:solidFill>
                  <a:schemeClr val="bg1"/>
                </a:solidFill>
              </a:defRPr>
            </a:lvl3pPr>
            <a:lvl4pPr algn="l">
              <a:defRPr spc="0">
                <a:solidFill>
                  <a:schemeClr val="bg1"/>
                </a:solidFill>
              </a:defRPr>
            </a:lvl4pPr>
            <a:lvl5pPr algn="l">
              <a:defRPr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D825E-D77A-BC4B-A290-2A9BD3E2CF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397" y="1828800"/>
            <a:ext cx="3149603" cy="44958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8D1FC-0CEB-0245-8F07-CBB6F3C4CBF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57183" y="1828800"/>
            <a:ext cx="3145536" cy="4495800"/>
          </a:xfrm>
        </p:spPr>
        <p:txBody>
          <a:bodyPr/>
          <a:lstStyle>
            <a:lvl1pPr algn="l">
              <a:defRPr sz="1600" spc="0"/>
            </a:lvl1pPr>
            <a:lvl2pPr algn="l">
              <a:defRPr sz="1600" spc="0"/>
            </a:lvl2pPr>
            <a:lvl3pPr algn="l">
              <a:defRPr sz="1600" spc="0"/>
            </a:lvl3pPr>
            <a:lvl4pPr algn="l">
              <a:defRPr sz="1600" spc="0"/>
            </a:lvl4pPr>
            <a:lvl5pPr algn="l">
              <a:defRPr sz="1600" spc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893" y="5871345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829161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4864">
          <p15:clr>
            <a:srgbClr val="FBAE40"/>
          </p15:clr>
        </p15:guide>
        <p15:guide id="3" pos="5120">
          <p15:clr>
            <a:srgbClr val="FBAE40"/>
          </p15:clr>
        </p15:guide>
        <p15:guide id="4" pos="576">
          <p15:clr>
            <a:srgbClr val="FBAE40"/>
          </p15:clr>
        </p15:guide>
        <p15:guide id="5" pos="7104">
          <p15:clr>
            <a:srgbClr val="FBAE40"/>
          </p15:clr>
        </p15:guide>
        <p15:guide id="6" orient="horz" pos="2256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7456">
          <p15:clr>
            <a:srgbClr val="FBAE40"/>
          </p15:clr>
        </p15:guide>
        <p15:guide id="11" pos="224">
          <p15:clr>
            <a:srgbClr val="FBAE40"/>
          </p15:clr>
        </p15:guide>
        <p15:guide id="12" pos="2848">
          <p15:clr>
            <a:srgbClr val="FBAE40"/>
          </p15:clr>
        </p15:guide>
        <p15:guide id="13" pos="5376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-Column 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400" y="1828800"/>
            <a:ext cx="3149600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40157" y="1828800"/>
            <a:ext cx="3145536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76EF87-A898-9047-A238-5616C735B2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28000" y="1828800"/>
            <a:ext cx="3145536" cy="3886200"/>
          </a:xfrm>
        </p:spPr>
        <p:txBody>
          <a:bodyPr/>
          <a:lstStyle>
            <a:lvl1pPr algn="l">
              <a:defRPr sz="1600" spc="0">
                <a:solidFill>
                  <a:schemeClr val="tx1"/>
                </a:solidFill>
              </a:defRPr>
            </a:lvl1pPr>
            <a:lvl2pPr algn="l">
              <a:defRPr sz="1600" spc="0">
                <a:solidFill>
                  <a:schemeClr val="tx1"/>
                </a:solidFill>
              </a:defRPr>
            </a:lvl2pPr>
            <a:lvl3pPr algn="l">
              <a:defRPr sz="1600" spc="0">
                <a:solidFill>
                  <a:schemeClr val="tx1"/>
                </a:solidFill>
              </a:defRPr>
            </a:lvl3pPr>
            <a:lvl4pPr algn="l">
              <a:defRPr sz="1600" spc="0">
                <a:solidFill>
                  <a:schemeClr val="tx1"/>
                </a:solidFill>
              </a:defRPr>
            </a:lvl4pPr>
            <a:lvl5pPr algn="l">
              <a:defRPr sz="16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990600"/>
            <a:ext cx="10363200" cy="838200"/>
          </a:xfrm>
        </p:spPr>
        <p:txBody>
          <a:bodyPr tIns="0"/>
          <a:lstStyle>
            <a:lvl1pPr algn="l">
              <a:defRPr sz="1800" spc="0" baseline="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Three-column format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727" y="5810992"/>
            <a:ext cx="2273871" cy="6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359737"/>
      </p:ext>
    </p:extLst>
  </p:cSld>
  <p:clrMapOvr>
    <a:masterClrMapping/>
  </p:clrMapOvr>
  <p:transition spd="slow">
    <p:wip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hoto -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915828-8B97-0D41-A0B7-33EA569D7A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" y="0"/>
            <a:ext cx="8127999" cy="6629400"/>
          </a:xfrm>
          <a:ln>
            <a:noFill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E557C2-FB7C-1643-A6B5-56D90E9B046E}"/>
              </a:ext>
            </a:extLst>
          </p:cNvPr>
          <p:cNvSpPr/>
          <p:nvPr userDrawn="1"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C68E0-1B5A-964A-ACF1-F575D93A4E54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672D13-8C0B-3A47-B9B7-7AA71736C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48099" y="990603"/>
            <a:ext cx="3288303" cy="4392561"/>
          </a:xfrm>
        </p:spPr>
        <p:txBody>
          <a:bodyPr tIns="0"/>
          <a:lstStyle>
            <a:lvl1pPr algn="l">
              <a:defRPr sz="1600" spc="0">
                <a:solidFill>
                  <a:schemeClr val="bg1"/>
                </a:solidFill>
              </a:defRPr>
            </a:lvl1pPr>
            <a:lvl2pPr algn="l">
              <a:defRPr spc="0">
                <a:solidFill>
                  <a:schemeClr val="bg1"/>
                </a:solidFill>
              </a:defRPr>
            </a:lvl2pPr>
            <a:lvl3pPr algn="l">
              <a:defRPr spc="0">
                <a:solidFill>
                  <a:schemeClr val="bg1"/>
                </a:solidFill>
              </a:defRPr>
            </a:lvl3pPr>
            <a:lvl4pPr algn="l">
              <a:defRPr spc="0">
                <a:solidFill>
                  <a:schemeClr val="bg1"/>
                </a:solidFill>
              </a:defRPr>
            </a:lvl4pPr>
            <a:lvl5pPr algn="l">
              <a:defRPr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893" y="5871345"/>
            <a:ext cx="2238509" cy="65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4015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4864">
          <p15:clr>
            <a:srgbClr val="FBAE40"/>
          </p15:clr>
        </p15:guide>
        <p15:guide id="3" pos="5120">
          <p15:clr>
            <a:srgbClr val="FBAE40"/>
          </p15:clr>
        </p15:guide>
        <p15:guide id="4" pos="576">
          <p15:clr>
            <a:srgbClr val="FBAE40"/>
          </p15:clr>
        </p15:guide>
        <p15:guide id="5" pos="7104">
          <p15:clr>
            <a:srgbClr val="FBAE40"/>
          </p15:clr>
        </p15:guide>
        <p15:guide id="7" orient="horz" pos="624">
          <p15:clr>
            <a:srgbClr val="FBAE40"/>
          </p15:clr>
        </p15:guide>
        <p15:guide id="9" orient="horz" pos="3984">
          <p15:clr>
            <a:srgbClr val="FBAE40"/>
          </p15:clr>
        </p15:guide>
        <p15:guide id="10" pos="7456">
          <p15:clr>
            <a:srgbClr val="FBAE40"/>
          </p15:clr>
        </p15:guide>
        <p15:guide id="11" pos="224">
          <p15:clr>
            <a:srgbClr val="FBAE40"/>
          </p15:clr>
        </p15:guide>
        <p15:guide id="12" pos="2848">
          <p15:clr>
            <a:srgbClr val="FBAE40"/>
          </p15:clr>
        </p15:guide>
        <p15:guide id="13" pos="5376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orizontal Photo - Full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F7DBA3D-71BF-5B49-BDFA-2FB7BB988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629400"/>
          </a:xfrm>
        </p:spPr>
        <p:txBody>
          <a:bodyPr lIns="0" tIns="0" rIns="0" bIns="0" anchor="ctr"/>
          <a:lstStyle>
            <a:lvl1pPr algn="ctr">
              <a:defRPr sz="1600"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F1740A-E473-5146-9B3E-A4562D1184D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28000" y="3881438"/>
            <a:ext cx="3149600" cy="2252662"/>
          </a:xfrm>
          <a:solidFill>
            <a:schemeClr val="tx2"/>
          </a:solidFill>
        </p:spPr>
        <p:txBody>
          <a:bodyPr lIns="182880" tIns="182880" rIns="137160" bIns="182880"/>
          <a:lstStyle>
            <a:lvl1pPr algn="l">
              <a:defRPr sz="1600">
                <a:solidFill>
                  <a:schemeClr val="bg1"/>
                </a:solidFill>
              </a:defRPr>
            </a:lvl1pPr>
            <a:lvl2pPr algn="l">
              <a:defRPr sz="1600">
                <a:solidFill>
                  <a:schemeClr val="bg1"/>
                </a:solidFill>
              </a:defRPr>
            </a:lvl2pPr>
            <a:lvl3pPr algn="l">
              <a:defRPr sz="1600">
                <a:solidFill>
                  <a:schemeClr val="bg1"/>
                </a:solidFill>
              </a:defRPr>
            </a:lvl3pPr>
            <a:lvl4pPr algn="l">
              <a:defRPr sz="1600">
                <a:solidFill>
                  <a:schemeClr val="bg1"/>
                </a:solidFill>
              </a:defRPr>
            </a:lvl4pPr>
            <a:lvl5pPr algn="l"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5682087"/>
      </p:ext>
    </p:extLst>
  </p:cSld>
  <p:clrMapOvr>
    <a:masterClrMapping/>
  </p:clrMapOvr>
  <p:transition spd="slow">
    <p:wip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orizontal Photo - Flo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F7DBA3D-71BF-5B49-BDFA-2FB7BB9887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1951" y="276224"/>
            <a:ext cx="11468100" cy="4867276"/>
          </a:xfrm>
        </p:spPr>
        <p:txBody>
          <a:bodyPr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FC1046-3F25-4443-A1BD-47CD75DC0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1" y="5257800"/>
            <a:ext cx="11474451" cy="1066800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236476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168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rriculum -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1828799"/>
            <a:ext cx="4876800" cy="210312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1828800"/>
            <a:ext cx="4876800" cy="210312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C490F67-42A5-F14E-B7F9-37F238A4A5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4893F0B-BD33-6246-85BD-3CCCD1838B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C3536-349E-9740-BCF0-2B6F9D1ACE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4228683"/>
            <a:ext cx="4876800" cy="2103120"/>
          </a:xfrm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/>
            </a:lvl1pPr>
            <a:lvl2pPr algn="l">
              <a:spcAft>
                <a:spcPts val="600"/>
              </a:spcAft>
              <a:defRPr sz="1400" spc="0"/>
            </a:lvl2pPr>
            <a:lvl3pPr algn="l">
              <a:spcAft>
                <a:spcPts val="600"/>
              </a:spcAft>
              <a:defRPr sz="1400" spc="0"/>
            </a:lvl3pPr>
            <a:lvl4pPr algn="l">
              <a:spcAft>
                <a:spcPts val="600"/>
              </a:spcAft>
              <a:defRPr sz="1400" spc="0"/>
            </a:lvl4pPr>
            <a:lvl5pPr algn="l"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E34436A-2B90-6249-BF91-B7E8C23A8E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00800" y="4228683"/>
            <a:ext cx="4876800" cy="2103120"/>
          </a:xfrm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400" b="0" spc="0"/>
            </a:lvl1pPr>
            <a:lvl2pPr algn="l">
              <a:spcAft>
                <a:spcPts val="600"/>
              </a:spcAft>
              <a:defRPr sz="1400" spc="0"/>
            </a:lvl2pPr>
            <a:lvl3pPr algn="l">
              <a:spcAft>
                <a:spcPts val="600"/>
              </a:spcAft>
              <a:defRPr sz="1400" spc="0"/>
            </a:lvl3pPr>
            <a:lvl4pPr algn="l">
              <a:spcAft>
                <a:spcPts val="600"/>
              </a:spcAft>
              <a:defRPr sz="1400" spc="0"/>
            </a:lvl4pPr>
            <a:lvl5pPr algn="l"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F2F14E9-ACF6-ED4D-99A4-AA5EFFA1053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4400" y="4225635"/>
            <a:ext cx="4876800" cy="594360"/>
          </a:xfrm>
          <a:solidFill>
            <a:schemeClr val="tx2"/>
          </a:solidFill>
        </p:spPr>
        <p:txBody>
          <a:bodyPr lIns="182880" tIns="164592" rIns="137160" bIns="13716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EC11C2-4C45-8E4D-A60A-30688C0D68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00800" y="4228683"/>
            <a:ext cx="4876800" cy="594360"/>
          </a:xfrm>
          <a:solidFill>
            <a:schemeClr val="tx2"/>
          </a:solidFill>
        </p:spPr>
        <p:txBody>
          <a:bodyPr lIns="182880" tIns="164592" rIns="137160" bIns="137160"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48953"/>
      </p:ext>
    </p:extLst>
  </p:cSld>
  <p:clrMapOvr>
    <a:masterClrMapping/>
  </p:clrMapOvr>
  <p:transition spd="slow">
    <p:wip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rriculum -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6C90A12-2C1B-5448-8BA5-FE9F002B05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47667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/>
            </a:lvl1pPr>
            <a:lvl2pPr algn="l">
              <a:spcAft>
                <a:spcPts val="600"/>
              </a:spcAft>
              <a:defRPr sz="1400"/>
            </a:lvl2pPr>
            <a:lvl3pPr algn="l">
              <a:spcAft>
                <a:spcPts val="600"/>
              </a:spcAft>
              <a:defRPr sz="1400"/>
            </a:lvl3pPr>
            <a:lvl4pPr algn="l">
              <a:spcAft>
                <a:spcPts val="600"/>
              </a:spcAft>
              <a:defRPr sz="1400"/>
            </a:lvl4pPr>
            <a:lvl5pPr algn="l">
              <a:spcAft>
                <a:spcPts val="600"/>
              </a:spcAft>
              <a:defRPr sz="1400"/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61783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76EF87-A898-9047-A238-5616C735B2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5156" y="1828800"/>
            <a:ext cx="24384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B9D93D7-D955-1447-97B6-2BEDC90988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51392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/>
            </a:lvl2pPr>
            <a:lvl3pPr algn="l">
              <a:spcAft>
                <a:spcPts val="0"/>
              </a:spcAft>
              <a:defRPr sz="1400"/>
            </a:lvl3pPr>
            <a:lvl4pPr algn="l">
              <a:spcAft>
                <a:spcPts val="0"/>
              </a:spcAft>
              <a:defRPr sz="1400"/>
            </a:lvl4pPr>
            <a:lvl5pPr algn="l">
              <a:spcAft>
                <a:spcPts val="0"/>
              </a:spcAft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8BEFF0C-A798-5D4F-9055-A2835E58EC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4400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2783B13-B137-1148-9015-7169E9546B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60064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FC5DA66-91A5-724C-8386-1379004775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7920" y="1828803"/>
            <a:ext cx="2438400" cy="595745"/>
          </a:xfrm>
          <a:solidFill>
            <a:schemeClr val="tx2"/>
          </a:solidFill>
          <a:ln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563905"/>
      </p:ext>
    </p:extLst>
  </p:cSld>
  <p:clrMapOvr>
    <a:masterClrMapping/>
  </p:clrMapOvr>
  <p:transition spd="slow">
    <p:wip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rriculum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1828800"/>
            <a:ext cx="329184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2272" y="1828800"/>
            <a:ext cx="329184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76EF87-A898-9047-A238-5616C735B2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97952" y="1828800"/>
            <a:ext cx="329184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37160" tIns="685800" rIns="91440" bIns="91440"/>
          <a:lstStyle>
            <a:lvl1pPr algn="l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2F91536-6CD7-214D-AE76-F527E3E934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828800"/>
            <a:ext cx="3291840" cy="594360"/>
          </a:xfrm>
          <a:solidFill>
            <a:schemeClr val="tx2"/>
          </a:solidFill>
          <a:ln w="6350"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 spc="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D8FC86E-8BC0-974C-A757-0F22C29E27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2272" y="1828800"/>
            <a:ext cx="3291840" cy="594360"/>
          </a:xfrm>
          <a:solidFill>
            <a:schemeClr val="tx2"/>
          </a:solidFill>
          <a:ln w="6350"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9E8B68C9-BBDD-874F-83CF-39F834126C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997952" y="1828800"/>
            <a:ext cx="3291840" cy="594360"/>
          </a:xfrm>
          <a:solidFill>
            <a:schemeClr val="tx2"/>
          </a:solidFill>
          <a:ln w="6350">
            <a:noFill/>
          </a:ln>
        </p:spPr>
        <p:txBody>
          <a:bodyPr lIns="137160" tIns="0" rIns="91440" bIns="0" anchor="ctr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1998435"/>
      </p:ext>
    </p:extLst>
  </p:cSld>
  <p:clrMapOvr>
    <a:masterClrMapping/>
  </p:clrMapOvr>
  <p:transition spd="slow">
    <p:wip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rriculum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AAC96-A0D8-7D4B-94D1-9EE08EE967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1828800"/>
            <a:ext cx="48768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60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5068BC-5041-F24C-85F4-0A28FE0AF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1828800"/>
            <a:ext cx="4876800" cy="4305300"/>
          </a:xfrm>
          <a:solidFill>
            <a:schemeClr val="bg1"/>
          </a:solidFill>
          <a:ln w="635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182880" tIns="685800" rIns="137160" bIns="137160"/>
          <a:lstStyle>
            <a:lvl1pPr algn="l">
              <a:spcAft>
                <a:spcPts val="600"/>
              </a:spcAft>
              <a:defRPr sz="1600" spc="0">
                <a:solidFill>
                  <a:schemeClr val="tx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6E5E5-F4AA-C84D-9FE0-256AAEA2F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0" y="0"/>
            <a:ext cx="10363200" cy="1517904"/>
          </a:xfrm>
        </p:spPr>
        <p:txBody>
          <a:bodyPr tIns="0" anchor="b"/>
          <a:lstStyle>
            <a:lvl1pPr algn="l">
              <a:defRPr sz="4400" b="0" spc="-20" baseline="0">
                <a:latin typeface="+mj-lt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C490F67-42A5-F14E-B7F9-37F238A4A5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4893F0B-BD33-6246-85BD-3CCCD1838B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0800" y="1828800"/>
            <a:ext cx="4876800" cy="594360"/>
          </a:xfrm>
          <a:solidFill>
            <a:schemeClr val="tx2"/>
          </a:solidFill>
          <a:ln w="6350">
            <a:noFill/>
          </a:ln>
        </p:spPr>
        <p:txBody>
          <a:bodyPr lIns="182880" tIns="164592" rIns="137160" bIns="137160"/>
          <a:lstStyle>
            <a:lvl1pPr algn="l"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  <a:lvl2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algn="l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4085406"/>
      </p:ext>
    </p:extLst>
  </p:cSld>
  <p:clrMapOvr>
    <a:masterClrMapping/>
  </p:clrMapOvr>
  <p:transition spd="slow">
    <p:wip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tistics - 9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8F69952-DDE8-254A-B98C-29E4A56BCE8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048000" y="4425696"/>
            <a:ext cx="5486400" cy="2212848"/>
          </a:xfr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6000" b="0">
                <a:solidFill>
                  <a:schemeClr val="tx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tx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D4F13E35-87EC-C24D-92D8-FDBC4ECC1A9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534400" y="4427538"/>
            <a:ext cx="36576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143ECE4-E5E9-9644-9928-0613FBBD485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44000" y="-1"/>
            <a:ext cx="30480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2775517-9FC8-D140-8804-94F2F90E2A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44000" y="2212848"/>
            <a:ext cx="3048000" cy="2212848"/>
          </a:xfrm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/>
            </a:lvl2pPr>
            <a:lvl3pPr algn="ctr">
              <a:lnSpc>
                <a:spcPct val="90000"/>
              </a:lnSpc>
              <a:spcAft>
                <a:spcPts val="0"/>
              </a:spcAft>
              <a:defRPr sz="1600"/>
            </a:lvl3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386BDE44-D965-9649-B073-BCADB4EABE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2212848"/>
            <a:ext cx="3657600" cy="2212848"/>
          </a:xfrm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/>
            </a:lvl2pPr>
            <a:lvl3pPr algn="ctr">
              <a:lnSpc>
                <a:spcPct val="90000"/>
              </a:lnSpc>
              <a:spcAft>
                <a:spcPts val="0"/>
              </a:spcAft>
              <a:defRPr sz="1600"/>
            </a:lvl3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D5BC5C6-A862-7A4E-B615-47D24DF9DF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4425696"/>
            <a:ext cx="30480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DDA8EE8-B029-5B46-81EB-DA7C2FB3D8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57600" y="2212848"/>
            <a:ext cx="54864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60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3C85F00-3917-CF47-B34F-F5BD0E11697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0" y="0"/>
            <a:ext cx="6096000" cy="2212848"/>
          </a:xfrm>
          <a:solidFill>
            <a:schemeClr val="tx2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6000" b="0">
                <a:solidFill>
                  <a:schemeClr val="bg1"/>
                </a:solidFill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2pPr>
            <a:lvl3pPr algn="ctr">
              <a:lnSpc>
                <a:spcPct val="90000"/>
              </a:lnSpc>
              <a:spcAft>
                <a:spcPts val="0"/>
              </a:spcAft>
              <a:defRPr sz="16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0C7C18E-35B3-FC4D-B564-E7ED79437B9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0"/>
            <a:ext cx="3048000" cy="2212848"/>
          </a:xfrm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91440" rIns="91440" anchor="ctr"/>
          <a:lstStyle>
            <a:lvl1pPr algn="ctr">
              <a:lnSpc>
                <a:spcPct val="90000"/>
              </a:lnSpc>
              <a:spcAft>
                <a:spcPts val="0"/>
              </a:spcAft>
              <a:defRPr sz="5400" b="0">
                <a:latin typeface="+mj-lt"/>
              </a:defRPr>
            </a:lvl1pPr>
            <a:lvl2pPr algn="ctr">
              <a:lnSpc>
                <a:spcPct val="90000"/>
              </a:lnSpc>
              <a:spcAft>
                <a:spcPts val="0"/>
              </a:spcAft>
              <a:defRPr sz="2400"/>
            </a:lvl2pPr>
            <a:lvl3pPr algn="ctr">
              <a:lnSpc>
                <a:spcPct val="90000"/>
              </a:lnSpc>
              <a:spcAft>
                <a:spcPts val="0"/>
              </a:spcAft>
              <a:defRPr sz="1600"/>
            </a:lvl3pPr>
          </a:lstStyle>
          <a:p>
            <a:pPr lvl="0"/>
            <a:r>
              <a:rPr lang="en-US" dirty="0"/>
              <a:t>Edit 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32585004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1392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87967-F230-E346-9657-658673D2E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3ABA7D-EECC-6640-BFB6-892051A12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01717718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26" Type="http://schemas.openxmlformats.org/officeDocument/2006/relationships/slideLayout" Target="../slideLayouts/slideLayout53.xml"/><Relationship Id="rId39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48.xml"/><Relationship Id="rId34" Type="http://schemas.openxmlformats.org/officeDocument/2006/relationships/slideLayout" Target="../slideLayouts/slideLayout61.xml"/><Relationship Id="rId42" Type="http://schemas.openxmlformats.org/officeDocument/2006/relationships/slideLayout" Target="../slideLayouts/slideLayout69.xml"/><Relationship Id="rId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56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51.xml"/><Relationship Id="rId32" Type="http://schemas.openxmlformats.org/officeDocument/2006/relationships/slideLayout" Target="../slideLayouts/slideLayout59.xml"/><Relationship Id="rId37" Type="http://schemas.openxmlformats.org/officeDocument/2006/relationships/slideLayout" Target="../slideLayouts/slideLayout64.xml"/><Relationship Id="rId40" Type="http://schemas.openxmlformats.org/officeDocument/2006/relationships/slideLayout" Target="../slideLayouts/slideLayout67.xml"/><Relationship Id="rId45" Type="http://schemas.openxmlformats.org/officeDocument/2006/relationships/slideLayout" Target="../slideLayouts/slideLayout72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50.xml"/><Relationship Id="rId28" Type="http://schemas.openxmlformats.org/officeDocument/2006/relationships/slideLayout" Target="../slideLayouts/slideLayout55.xml"/><Relationship Id="rId36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31" Type="http://schemas.openxmlformats.org/officeDocument/2006/relationships/slideLayout" Target="../slideLayouts/slideLayout58.xml"/><Relationship Id="rId44" Type="http://schemas.openxmlformats.org/officeDocument/2006/relationships/slideLayout" Target="../slideLayouts/slideLayout71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Relationship Id="rId27" Type="http://schemas.openxmlformats.org/officeDocument/2006/relationships/slideLayout" Target="../slideLayouts/slideLayout54.xml"/><Relationship Id="rId30" Type="http://schemas.openxmlformats.org/officeDocument/2006/relationships/slideLayout" Target="../slideLayouts/slideLayout57.xml"/><Relationship Id="rId35" Type="http://schemas.openxmlformats.org/officeDocument/2006/relationships/slideLayout" Target="../slideLayouts/slideLayout62.xml"/><Relationship Id="rId43" Type="http://schemas.openxmlformats.org/officeDocument/2006/relationships/slideLayout" Target="../slideLayouts/slideLayout70.xml"/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52.xml"/><Relationship Id="rId33" Type="http://schemas.openxmlformats.org/officeDocument/2006/relationships/slideLayout" Target="../slideLayouts/slideLayout60.xml"/><Relationship Id="rId38" Type="http://schemas.openxmlformats.org/officeDocument/2006/relationships/slideLayout" Target="../slideLayouts/slideLayout65.xml"/><Relationship Id="rId46" Type="http://schemas.openxmlformats.org/officeDocument/2006/relationships/theme" Target="../theme/theme2.xml"/><Relationship Id="rId20" Type="http://schemas.openxmlformats.org/officeDocument/2006/relationships/slideLayout" Target="../slideLayouts/slideLayout47.xml"/><Relationship Id="rId41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0E67F4-E68C-764D-AD46-CD8820DB36CD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51790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828800"/>
            <a:ext cx="10363200" cy="4305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A06208-22DD-E94C-9E51-762921CA64DB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1103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726" r:id="rId2"/>
    <p:sldLayoutId id="2147483719" r:id="rId3"/>
    <p:sldLayoutId id="2147483685" r:id="rId4"/>
    <p:sldLayoutId id="2147483684" r:id="rId5"/>
    <p:sldLayoutId id="2147483722" r:id="rId6"/>
    <p:sldLayoutId id="2147483724" r:id="rId7"/>
    <p:sldLayoutId id="2147483725" r:id="rId8"/>
    <p:sldLayoutId id="2147483732" r:id="rId9"/>
    <p:sldLayoutId id="2147483734" r:id="rId10"/>
    <p:sldLayoutId id="2147483733" r:id="rId11"/>
    <p:sldLayoutId id="2147483723" r:id="rId12"/>
    <p:sldLayoutId id="2147483720" r:id="rId13"/>
    <p:sldLayoutId id="2147483698" r:id="rId14"/>
    <p:sldLayoutId id="2147483686" r:id="rId15"/>
    <p:sldLayoutId id="2147483688" r:id="rId16"/>
    <p:sldLayoutId id="2147483700" r:id="rId17"/>
    <p:sldLayoutId id="2147483729" r:id="rId18"/>
    <p:sldLayoutId id="2147483728" r:id="rId19"/>
    <p:sldLayoutId id="2147483730" r:id="rId20"/>
    <p:sldLayoutId id="2147483731" r:id="rId21"/>
    <p:sldLayoutId id="2147483735" r:id="rId22"/>
    <p:sldLayoutId id="2147483691" r:id="rId23"/>
    <p:sldLayoutId id="2147483689" r:id="rId24"/>
    <p:sldLayoutId id="2147483690" r:id="rId25"/>
    <p:sldLayoutId id="2147483721" r:id="rId26"/>
    <p:sldLayoutId id="2147483794" r:id="rId27"/>
  </p:sldLayoutIdLst>
  <p:transition spd="slow">
    <p:wipe/>
  </p:transition>
  <p:hf sldNum="0" hdr="0" ftr="0" dt="0"/>
  <p:txStyles>
    <p:titleStyle>
      <a:lvl1pPr algn="ctr" defTabSz="914400" rtl="0" eaLnBrk="1" latinLnBrk="0" hangingPunct="1">
        <a:lnSpc>
          <a:spcPct val="95000"/>
        </a:lnSpc>
        <a:spcBef>
          <a:spcPct val="0"/>
        </a:spcBef>
        <a:buNone/>
        <a:defRPr sz="4400" kern="1200">
          <a:solidFill>
            <a:schemeClr val="tx1"/>
          </a:solidFill>
          <a:latin typeface="Georgia" panose="02040502050405020303" pitchFamily="18" charset="0"/>
          <a:ea typeface="MingLiU" panose="02020509000000000000" pitchFamily="49" charset="-120"/>
          <a:cs typeface="+mj-cs"/>
        </a:defRPr>
      </a:lvl1pPr>
    </p:titleStyle>
    <p:bodyStyle>
      <a:lvl1pPr marL="0" indent="0" algn="ctr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defRPr sz="1800" b="1" kern="1200" spc="0" baseline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9525" indent="0" algn="ctr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tabLst/>
        <a:defRPr sz="1600" kern="1200" spc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9525" indent="0" algn="ctr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tabLst/>
        <a:defRPr sz="1600" kern="1200" spc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9525" indent="0" algn="ctr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tabLst/>
        <a:defRPr sz="1600" kern="1200" spc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9525" indent="0" algn="ctr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tabLst/>
        <a:defRPr sz="1600" kern="1200" spc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0" userDrawn="1">
          <p15:clr>
            <a:srgbClr val="F26B43"/>
          </p15:clr>
        </p15:guide>
        <p15:guide id="2" pos="224" userDrawn="1">
          <p15:clr>
            <a:srgbClr val="F26B43"/>
          </p15:clr>
        </p15:guide>
        <p15:guide id="3" pos="7456" userDrawn="1">
          <p15:clr>
            <a:srgbClr val="F26B43"/>
          </p15:clr>
        </p15:guide>
        <p15:guide id="4" pos="576" userDrawn="1">
          <p15:clr>
            <a:srgbClr val="F26B43"/>
          </p15:clr>
        </p15:guide>
        <p15:guide id="5" pos="7104" userDrawn="1">
          <p15:clr>
            <a:srgbClr val="F26B43"/>
          </p15:clr>
        </p15:guide>
        <p15:guide id="6" pos="5120" userDrawn="1">
          <p15:clr>
            <a:srgbClr val="F26B43"/>
          </p15:clr>
        </p15:guide>
        <p15:guide id="7" orient="horz" pos="552" userDrawn="1">
          <p15:clr>
            <a:srgbClr val="F26B43"/>
          </p15:clr>
        </p15:guide>
        <p15:guide id="10" orient="horz" pos="1152" userDrawn="1">
          <p15:clr>
            <a:srgbClr val="F26B43"/>
          </p15:clr>
        </p15:guide>
        <p15:guide id="11" orient="horz" pos="3600" userDrawn="1">
          <p15:clr>
            <a:srgbClr val="F26B43"/>
          </p15:clr>
        </p15:guide>
        <p15:guide id="13" pos="3840" userDrawn="1">
          <p15:clr>
            <a:srgbClr val="F26B43"/>
          </p15:clr>
        </p15:guide>
        <p15:guide id="14" orient="horz" pos="3864" userDrawn="1">
          <p15:clr>
            <a:srgbClr val="F26B43"/>
          </p15:clr>
        </p15:guide>
        <p15:guide id="15" orient="horz" pos="3984" userDrawn="1">
          <p15:clr>
            <a:srgbClr val="F26B43"/>
          </p15:clr>
        </p15:guide>
        <p15:guide id="16" orient="horz" pos="624" userDrawn="1">
          <p15:clr>
            <a:srgbClr val="F26B43"/>
          </p15:clr>
        </p15:guide>
        <p15:guide id="18" pos="3072" userDrawn="1">
          <p15:clr>
            <a:srgbClr val="F26B43"/>
          </p15:clr>
        </p15:guide>
        <p15:guide id="19" orient="horz" pos="2088" userDrawn="1">
          <p15:clr>
            <a:srgbClr val="F26B43"/>
          </p15:clr>
        </p15:guide>
        <p15:guide id="20" orient="horz" pos="3144" userDrawn="1">
          <p15:clr>
            <a:srgbClr val="F26B43"/>
          </p15:clr>
        </p15:guide>
        <p15:guide id="21" orient="horz" pos="278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0E67F4-E68C-764D-AD46-CD8820DB36CD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51790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828800"/>
            <a:ext cx="10363200" cy="4305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A06208-22DD-E94C-9E51-762921CA64DB}"/>
              </a:ext>
            </a:extLst>
          </p:cNvPr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0E67F4-E68C-764D-AD46-CD8820DB36CD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A06208-22DD-E94C-9E51-762921CA64DB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42536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92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754" r:id="rId34"/>
    <p:sldLayoutId id="2147483755" r:id="rId35"/>
    <p:sldLayoutId id="2147483756" r:id="rId36"/>
    <p:sldLayoutId id="2147483757" r:id="rId37"/>
    <p:sldLayoutId id="2147483758" r:id="rId38"/>
    <p:sldLayoutId id="2147483759" r:id="rId39"/>
    <p:sldLayoutId id="2147483760" r:id="rId40"/>
    <p:sldLayoutId id="2147483761" r:id="rId41"/>
    <p:sldLayoutId id="2147483762" r:id="rId42"/>
    <p:sldLayoutId id="2147483763" r:id="rId43"/>
    <p:sldLayoutId id="2147483764" r:id="rId44"/>
    <p:sldLayoutId id="2147483793" r:id="rId45"/>
  </p:sldLayoutIdLst>
  <p:transition spd="slow">
    <p:wipe/>
  </p:transition>
  <p:hf sldNum="0" hdr="0" ftr="0" dt="0"/>
  <p:txStyles>
    <p:titleStyle>
      <a:lvl1pPr algn="ctr" defTabSz="914400" rtl="0" eaLnBrk="1" latinLnBrk="0" hangingPunct="1">
        <a:lnSpc>
          <a:spcPct val="95000"/>
        </a:lnSpc>
        <a:spcBef>
          <a:spcPct val="0"/>
        </a:spcBef>
        <a:buNone/>
        <a:defRPr sz="4400" kern="1200">
          <a:solidFill>
            <a:schemeClr val="tx1"/>
          </a:solidFill>
          <a:latin typeface="Georgia" panose="02040502050405020303" pitchFamily="18" charset="0"/>
          <a:ea typeface="MingLiU" panose="02020509000000000000" pitchFamily="49" charset="-120"/>
          <a:cs typeface="+mj-cs"/>
        </a:defRPr>
      </a:lvl1pPr>
    </p:titleStyle>
    <p:bodyStyle>
      <a:lvl1pPr marL="0" indent="0" algn="ctr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defRPr sz="1800" b="1" kern="1200" spc="0" baseline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9525" indent="0" algn="ctr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tabLst/>
        <a:defRPr sz="1600" kern="1200" spc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9525" indent="0" algn="ctr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tabLst/>
        <a:defRPr sz="1600" kern="1200" spc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9525" indent="0" algn="ctr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tabLst/>
        <a:defRPr sz="1600" kern="1200" spc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9525" indent="0" algn="ctr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Tx/>
        <a:buNone/>
        <a:tabLst/>
        <a:defRPr sz="1600" kern="1200" spc="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920">
          <p15:clr>
            <a:srgbClr val="F26B43"/>
          </p15:clr>
        </p15:guide>
        <p15:guide id="2" pos="168">
          <p15:clr>
            <a:srgbClr val="F26B43"/>
          </p15:clr>
        </p15:guide>
        <p15:guide id="3" pos="5592">
          <p15:clr>
            <a:srgbClr val="F26B43"/>
          </p15:clr>
        </p15:guide>
        <p15:guide id="4" pos="432">
          <p15:clr>
            <a:srgbClr val="F26B43"/>
          </p15:clr>
        </p15:guide>
        <p15:guide id="5" pos="5328">
          <p15:clr>
            <a:srgbClr val="F26B43"/>
          </p15:clr>
        </p15:guide>
        <p15:guide id="13" pos="2880">
          <p15:clr>
            <a:srgbClr val="F26B43"/>
          </p15:clr>
        </p15:guide>
        <p15:guide id="18" pos="2304">
          <p15:clr>
            <a:srgbClr val="F26B43"/>
          </p15:clr>
        </p15:guide>
        <p15:guide id="22" pos="2560" userDrawn="1">
          <p15:clr>
            <a:srgbClr val="F26B43"/>
          </p15:clr>
        </p15:guide>
        <p15:guide id="23" pos="224" userDrawn="1">
          <p15:clr>
            <a:srgbClr val="F26B43"/>
          </p15:clr>
        </p15:guide>
        <p15:guide id="24" pos="7456" userDrawn="1">
          <p15:clr>
            <a:srgbClr val="F26B43"/>
          </p15:clr>
        </p15:guide>
        <p15:guide id="25" pos="576" userDrawn="1">
          <p15:clr>
            <a:srgbClr val="F26B43"/>
          </p15:clr>
        </p15:guide>
        <p15:guide id="26" pos="7104" userDrawn="1">
          <p15:clr>
            <a:srgbClr val="F26B43"/>
          </p15:clr>
        </p15:guide>
        <p15:guide id="27" pos="5120" userDrawn="1">
          <p15:clr>
            <a:srgbClr val="F26B43"/>
          </p15:clr>
        </p15:guide>
        <p15:guide id="28" orient="horz" pos="552" userDrawn="1">
          <p15:clr>
            <a:srgbClr val="F26B43"/>
          </p15:clr>
        </p15:guide>
        <p15:guide id="29" orient="horz" pos="1152" userDrawn="1">
          <p15:clr>
            <a:srgbClr val="F26B43"/>
          </p15:clr>
        </p15:guide>
        <p15:guide id="30" orient="horz" pos="3600" userDrawn="1">
          <p15:clr>
            <a:srgbClr val="F26B43"/>
          </p15:clr>
        </p15:guide>
        <p15:guide id="31" pos="3840" userDrawn="1">
          <p15:clr>
            <a:srgbClr val="F26B43"/>
          </p15:clr>
        </p15:guide>
        <p15:guide id="32" orient="horz" pos="3864" userDrawn="1">
          <p15:clr>
            <a:srgbClr val="F26B43"/>
          </p15:clr>
        </p15:guide>
        <p15:guide id="33" orient="horz" pos="3984" userDrawn="1">
          <p15:clr>
            <a:srgbClr val="F26B43"/>
          </p15:clr>
        </p15:guide>
        <p15:guide id="34" orient="horz" pos="624" userDrawn="1">
          <p15:clr>
            <a:srgbClr val="F26B43"/>
          </p15:clr>
        </p15:guide>
        <p15:guide id="35" pos="3072" userDrawn="1">
          <p15:clr>
            <a:srgbClr val="F26B43"/>
          </p15:clr>
        </p15:guide>
        <p15:guide id="36" orient="horz" pos="2088" userDrawn="1">
          <p15:clr>
            <a:srgbClr val="F26B43"/>
          </p15:clr>
        </p15:guide>
        <p15:guide id="37" orient="horz" pos="3144" userDrawn="1">
          <p15:clr>
            <a:srgbClr val="F26B43"/>
          </p15:clr>
        </p15:guide>
        <p15:guide id="38" orient="horz" pos="27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8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7" Type="http://schemas.openxmlformats.org/officeDocument/2006/relationships/image" Target="../media/image11.png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10.png"/><Relationship Id="rId5" Type="http://schemas.openxmlformats.org/officeDocument/2006/relationships/image" Target="../media/image9.tiff"/><Relationship Id="rId4" Type="http://schemas.openxmlformats.org/officeDocument/2006/relationships/image" Target="../media/image8.tif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7" Type="http://schemas.openxmlformats.org/officeDocument/2006/relationships/image" Target="../media/image11.png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10.png"/><Relationship Id="rId5" Type="http://schemas.openxmlformats.org/officeDocument/2006/relationships/image" Target="../media/image9.tiff"/><Relationship Id="rId4" Type="http://schemas.openxmlformats.org/officeDocument/2006/relationships/image" Target="../media/image8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7" Type="http://schemas.openxmlformats.org/officeDocument/2006/relationships/image" Target="../media/image11.png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10.png"/><Relationship Id="rId5" Type="http://schemas.openxmlformats.org/officeDocument/2006/relationships/image" Target="../media/image9.tiff"/><Relationship Id="rId4" Type="http://schemas.openxmlformats.org/officeDocument/2006/relationships/image" Target="../media/image8.tif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7" Type="http://schemas.openxmlformats.org/officeDocument/2006/relationships/image" Target="../media/image11.png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10.png"/><Relationship Id="rId5" Type="http://schemas.openxmlformats.org/officeDocument/2006/relationships/image" Target="../media/image9.tiff"/><Relationship Id="rId4" Type="http://schemas.openxmlformats.org/officeDocument/2006/relationships/image" Target="../media/image8.tif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AE4902-5FC6-4744-B3C1-AFAAF63E72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5139" b="-565"/>
          <a:stretch/>
        </p:blipFill>
        <p:spPr>
          <a:xfrm>
            <a:off x="9065519" y="1124712"/>
            <a:ext cx="3126481" cy="55460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775BB-C6E4-F84F-9599-A0B0C9671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691640"/>
            <a:ext cx="10363200" cy="2907656"/>
          </a:xfrm>
        </p:spPr>
        <p:txBody>
          <a:bodyPr/>
          <a:lstStyle/>
          <a:p>
            <a:r>
              <a:rPr lang="en-US" sz="4800" dirty="0"/>
              <a:t>Team Development </a:t>
            </a:r>
            <a:br>
              <a:rPr lang="en-US" sz="4800" dirty="0"/>
            </a:br>
            <a:r>
              <a:rPr lang="en-US" sz="4800" dirty="0"/>
              <a:t>&amp; Assessment</a:t>
            </a:r>
            <a:br>
              <a:rPr lang="en-US" sz="4800" dirty="0"/>
            </a:br>
            <a:br>
              <a:rPr lang="en-US" sz="4800" dirty="0"/>
            </a:br>
            <a:r>
              <a:rPr lang="en-US" sz="3600" dirty="0"/>
              <a:t>Module 2: Designing &amp; Launching Teams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303049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0B1D-F704-384B-9163-4D589D83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Dimensions of Team Effectiveness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DCC2D1-53D6-4449-9D8D-667A2A2A4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105" y="1904678"/>
            <a:ext cx="2743200" cy="2743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FC695AF-1100-C64A-9CA7-5249B3582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92" y="1904678"/>
            <a:ext cx="2743200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AA8159-41A3-8F40-8E22-C563E1108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0" y="1820877"/>
            <a:ext cx="2743200" cy="274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56B7ED-5202-794E-8EC9-6264C9A5072C}"/>
              </a:ext>
            </a:extLst>
          </p:cNvPr>
          <p:cNvSpPr txBox="1"/>
          <p:nvPr/>
        </p:nvSpPr>
        <p:spPr>
          <a:xfrm>
            <a:off x="1115592" y="4749427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team delivers results that meet or exceed stakeholders’ expectations.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3B5602-BC54-DE4A-9629-9611F5CE0AA7}"/>
              </a:ext>
            </a:extLst>
          </p:cNvPr>
          <p:cNvSpPr txBox="1"/>
          <p:nvPr/>
        </p:nvSpPr>
        <p:spPr>
          <a:xfrm>
            <a:off x="5005105" y="4647878"/>
            <a:ext cx="2743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Team members learn and expand their capabilities—both as individuals and as a unit.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A3BB9-26E9-AE44-8AF4-0D223DB38A93}"/>
              </a:ext>
            </a:extLst>
          </p:cNvPr>
          <p:cNvSpPr txBox="1"/>
          <p:nvPr/>
        </p:nvSpPr>
        <p:spPr>
          <a:xfrm>
            <a:off x="8839200" y="4595538"/>
            <a:ext cx="2743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Team members feel positively about the experience they had working with one another.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6556D66-2FF0-D84B-B08F-A6EA9F364F4A}"/>
              </a:ext>
            </a:extLst>
          </p:cNvPr>
          <p:cNvSpPr/>
          <p:nvPr/>
        </p:nvSpPr>
        <p:spPr bwMode="auto">
          <a:xfrm>
            <a:off x="5009382" y="1904678"/>
            <a:ext cx="685800" cy="685800"/>
          </a:xfrm>
          <a:prstGeom prst="ellipse">
            <a:avLst/>
          </a:prstGeom>
          <a:solidFill>
            <a:srgbClr val="800000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642938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bg1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B1BEBAD-2AB6-9F45-B274-BF5FDA3F9DB9}"/>
              </a:ext>
            </a:extLst>
          </p:cNvPr>
          <p:cNvSpPr/>
          <p:nvPr/>
        </p:nvSpPr>
        <p:spPr bwMode="auto">
          <a:xfrm>
            <a:off x="609600" y="1904678"/>
            <a:ext cx="685800" cy="685800"/>
          </a:xfrm>
          <a:prstGeom prst="ellipse">
            <a:avLst/>
          </a:prstGeom>
          <a:solidFill>
            <a:srgbClr val="800000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642938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bg1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5FCF05D-2842-DF48-8CB6-9DF2C6F2A40A}"/>
              </a:ext>
            </a:extLst>
          </p:cNvPr>
          <p:cNvSpPr/>
          <p:nvPr/>
        </p:nvSpPr>
        <p:spPr bwMode="auto">
          <a:xfrm>
            <a:off x="8431966" y="1904678"/>
            <a:ext cx="685800" cy="685800"/>
          </a:xfrm>
          <a:prstGeom prst="ellipse">
            <a:avLst/>
          </a:prstGeom>
          <a:solidFill>
            <a:srgbClr val="800000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642938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bg1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512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72AF4D7-8D4E-F845-88F8-8B599A772180}"/>
              </a:ext>
            </a:extLst>
          </p:cNvPr>
          <p:cNvGrpSpPr/>
          <p:nvPr/>
        </p:nvGrpSpPr>
        <p:grpSpPr>
          <a:xfrm>
            <a:off x="8827361" y="2432145"/>
            <a:ext cx="2743200" cy="2173145"/>
            <a:chOff x="8839200" y="2604808"/>
            <a:chExt cx="2743200" cy="217314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B130070-DA03-7146-9DB6-EBFB1E53238A}"/>
                </a:ext>
              </a:extLst>
            </p:cNvPr>
            <p:cNvSpPr/>
            <p:nvPr/>
          </p:nvSpPr>
          <p:spPr bwMode="auto">
            <a:xfrm>
              <a:off x="8839200" y="2604808"/>
              <a:ext cx="2743200" cy="2173145"/>
            </a:xfrm>
            <a:prstGeom prst="ellipse">
              <a:avLst/>
            </a:prstGeom>
            <a:noFill/>
            <a:ln w="25400" cap="flat" cmpd="sng" algn="ctr">
              <a:solidFill>
                <a:srgbClr val="A5141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100" dirty="0">
                  <a:latin typeface="Playfair Display" pitchFamily="2" charset="77"/>
                  <a:ea typeface="ヒラギノ角ゴ Pro W3" pitchFamily="96" charset="-128"/>
                  <a:cs typeface="Arial" charset="0"/>
                  <a:sym typeface="Gill Sans" pitchFamily="96" charset="0"/>
                </a:rPr>
                <a:t>Team Effectiveness</a:t>
              </a: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247CA02-BFFF-8943-9CBA-7F5174D3A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99431" y="3631843"/>
              <a:ext cx="685800" cy="6858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2C1B67C-0D7C-3B41-A1E6-0F0AFE439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13631" y="3631843"/>
              <a:ext cx="685800" cy="6858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2542181-E3EE-9F4A-8E65-071AFC7F9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85231" y="3631843"/>
              <a:ext cx="685800" cy="685800"/>
            </a:xfrm>
            <a:prstGeom prst="rect">
              <a:avLst/>
            </a:prstGeom>
          </p:spPr>
        </p:pic>
      </p:grpSp>
      <p:sp>
        <p:nvSpPr>
          <p:cNvPr id="9" name="Right Arrow 8">
            <a:extLst>
              <a:ext uri="{FF2B5EF4-FFF2-40B4-BE49-F238E27FC236}">
                <a16:creationId xmlns:a16="http://schemas.microsoft.com/office/drawing/2014/main" id="{C81CC368-8382-B04F-ABE8-849526E705DD}"/>
              </a:ext>
            </a:extLst>
          </p:cNvPr>
          <p:cNvSpPr/>
          <p:nvPr/>
        </p:nvSpPr>
        <p:spPr>
          <a:xfrm>
            <a:off x="2573356" y="2923494"/>
            <a:ext cx="1919422" cy="1144655"/>
          </a:xfrm>
          <a:prstGeom prst="rightArrow">
            <a:avLst/>
          </a:prstGeom>
          <a:solidFill>
            <a:srgbClr val="A51417"/>
          </a:solidFill>
          <a:ln>
            <a:solidFill>
              <a:srgbClr val="A5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/>
              <a:t>Team Launch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5C3A87-B0C3-024F-BE4A-18FDB00AEBBE}"/>
              </a:ext>
            </a:extLst>
          </p:cNvPr>
          <p:cNvGrpSpPr/>
          <p:nvPr/>
        </p:nvGrpSpPr>
        <p:grpSpPr>
          <a:xfrm>
            <a:off x="621439" y="2581422"/>
            <a:ext cx="1828800" cy="1828800"/>
            <a:chOff x="274603" y="4226713"/>
            <a:chExt cx="1828800" cy="18288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2C4F414-0635-4344-A9C3-8FDCAAB44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6103" y="5259352"/>
              <a:ext cx="685800" cy="685800"/>
            </a:xfrm>
            <a:prstGeom prst="rect">
              <a:avLst/>
            </a:prstGeom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FB6CE2F-7108-0B46-8F60-64B1BAE28EF4}"/>
                </a:ext>
              </a:extLst>
            </p:cNvPr>
            <p:cNvSpPr/>
            <p:nvPr/>
          </p:nvSpPr>
          <p:spPr bwMode="auto">
            <a:xfrm>
              <a:off x="274603" y="4226713"/>
              <a:ext cx="1828800" cy="1828800"/>
            </a:xfrm>
            <a:prstGeom prst="ellipse">
              <a:avLst/>
            </a:prstGeom>
            <a:noFill/>
            <a:ln w="25400" cap="flat" cmpd="sng" algn="ctr">
              <a:solidFill>
                <a:srgbClr val="A5141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100" dirty="0">
                  <a:latin typeface="Playfair Display" pitchFamily="2" charset="77"/>
                  <a:ea typeface="ヒラギノ角ゴ Pro W3" pitchFamily="96" charset="-128"/>
                  <a:cs typeface="Arial" charset="0"/>
                  <a:sym typeface="Gill Sans" pitchFamily="96" charset="0"/>
                </a:rPr>
                <a:t>Team Design</a:t>
              </a: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859299F-5465-9645-9195-238A536603B3}"/>
              </a:ext>
            </a:extLst>
          </p:cNvPr>
          <p:cNvSpPr/>
          <p:nvPr/>
        </p:nvSpPr>
        <p:spPr>
          <a:xfrm>
            <a:off x="4542161" y="2455041"/>
            <a:ext cx="3210211" cy="2127352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535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en-US" sz="2100" dirty="0">
              <a:solidFill>
                <a:srgbClr val="69787B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5A4ECB-6BAA-0546-842C-5B1D31F075D2}"/>
              </a:ext>
            </a:extLst>
          </p:cNvPr>
          <p:cNvSpPr/>
          <p:nvPr/>
        </p:nvSpPr>
        <p:spPr>
          <a:xfrm>
            <a:off x="4542162" y="2455041"/>
            <a:ext cx="32102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Team Processes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B64A1B-44AA-6C43-B671-E786C3875C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264" y="3657501"/>
            <a:ext cx="685800" cy="685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DD793E-7A65-B649-90AD-7B6976940A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264" y="2961487"/>
            <a:ext cx="685800" cy="6858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137342A-CC80-E749-8FDB-36724CB9585F}"/>
              </a:ext>
            </a:extLst>
          </p:cNvPr>
          <p:cNvSpPr/>
          <p:nvPr/>
        </p:nvSpPr>
        <p:spPr>
          <a:xfrm>
            <a:off x="5464063" y="3096638"/>
            <a:ext cx="221308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/>
              <a:t>Cognitive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7AB3B0-8C69-844F-8F42-A91AD85D0A0C}"/>
              </a:ext>
            </a:extLst>
          </p:cNvPr>
          <p:cNvSpPr/>
          <p:nvPr/>
        </p:nvSpPr>
        <p:spPr>
          <a:xfrm>
            <a:off x="5464063" y="3797584"/>
            <a:ext cx="221308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/>
              <a:t>Socio-emotional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AB9F7B7A-EEC8-7F42-99C1-E7F7177D7F4A}"/>
              </a:ext>
            </a:extLst>
          </p:cNvPr>
          <p:cNvSpPr/>
          <p:nvPr/>
        </p:nvSpPr>
        <p:spPr>
          <a:xfrm>
            <a:off x="7794882" y="3255356"/>
            <a:ext cx="973052" cy="526722"/>
          </a:xfrm>
          <a:prstGeom prst="rightArrow">
            <a:avLst/>
          </a:prstGeom>
          <a:solidFill>
            <a:srgbClr val="A51417"/>
          </a:solidFill>
          <a:ln>
            <a:solidFill>
              <a:srgbClr val="A5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0886AB8C-5D34-934F-9498-5A1DF9530770}"/>
              </a:ext>
            </a:extLst>
          </p:cNvPr>
          <p:cNvCxnSpPr>
            <a:stCxn id="5" idx="4"/>
            <a:endCxn id="12" idx="4"/>
          </p:cNvCxnSpPr>
          <p:nvPr/>
        </p:nvCxnSpPr>
        <p:spPr>
          <a:xfrm rot="5400000" flipH="1">
            <a:off x="5769866" y="176195"/>
            <a:ext cx="195068" cy="8663122"/>
          </a:xfrm>
          <a:prstGeom prst="curvedConnector3">
            <a:avLst>
              <a:gd name="adj1" fmla="val -577867"/>
            </a:avLst>
          </a:prstGeom>
          <a:ln w="50800">
            <a:solidFill>
              <a:schemeClr val="bg1">
                <a:lumMod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B8AF6853-F0A8-E24A-B6F1-FE6512F94841}"/>
              </a:ext>
            </a:extLst>
          </p:cNvPr>
          <p:cNvCxnSpPr>
            <a:stCxn id="5" idx="0"/>
            <a:endCxn id="13" idx="0"/>
          </p:cNvCxnSpPr>
          <p:nvPr/>
        </p:nvCxnSpPr>
        <p:spPr>
          <a:xfrm rot="16200000" flipH="1" flipV="1">
            <a:off x="8161666" y="417746"/>
            <a:ext cx="22896" cy="4051694"/>
          </a:xfrm>
          <a:prstGeom prst="curvedConnector3">
            <a:avLst>
              <a:gd name="adj1" fmla="val -3614994"/>
            </a:avLst>
          </a:prstGeom>
          <a:ln w="50800">
            <a:solidFill>
              <a:schemeClr val="bg1">
                <a:lumMod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8F363E0-CB85-094D-82B8-98BADF160EE0}"/>
              </a:ext>
            </a:extLst>
          </p:cNvPr>
          <p:cNvSpPr/>
          <p:nvPr/>
        </p:nvSpPr>
        <p:spPr>
          <a:xfrm>
            <a:off x="6568009" y="1187939"/>
            <a:ext cx="32102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Team Learning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6ED6BC-1E00-A248-A8A0-66B7C0999462}"/>
              </a:ext>
            </a:extLst>
          </p:cNvPr>
          <p:cNvSpPr/>
          <p:nvPr/>
        </p:nvSpPr>
        <p:spPr>
          <a:xfrm>
            <a:off x="4466938" y="5254563"/>
            <a:ext cx="32102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Team Learning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5EE056-F2A5-B64E-BC4E-5D0D70C2484A}"/>
              </a:ext>
            </a:extLst>
          </p:cNvPr>
          <p:cNvSpPr txBox="1"/>
          <p:nvPr/>
        </p:nvSpPr>
        <p:spPr>
          <a:xfrm>
            <a:off x="621439" y="337457"/>
            <a:ext cx="63321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Our Overarching Framework</a:t>
            </a:r>
          </a:p>
        </p:txBody>
      </p:sp>
    </p:spTree>
    <p:extLst>
      <p:ext uri="{BB962C8B-B14F-4D97-AF65-F5344CB8AC3E}">
        <p14:creationId xmlns:p14="http://schemas.microsoft.com/office/powerpoint/2010/main" val="2854706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D4012-3A1F-CB44-9941-00EADE2B6C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400" dirty="0"/>
              <a:t>Today’s Objectives</a:t>
            </a:r>
            <a:endParaRPr lang="en-US" sz="24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Think critically about the promise and perils of diversity in teams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Learn a model for team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Learn a model for launching new teams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0194DAC5-8D68-DAEC-4AED-BAC956CCECB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9075" r="907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914787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72AF4D7-8D4E-F845-88F8-8B599A772180}"/>
              </a:ext>
            </a:extLst>
          </p:cNvPr>
          <p:cNvGrpSpPr/>
          <p:nvPr/>
        </p:nvGrpSpPr>
        <p:grpSpPr>
          <a:xfrm>
            <a:off x="8827361" y="2432145"/>
            <a:ext cx="2743200" cy="2173145"/>
            <a:chOff x="8839200" y="2604808"/>
            <a:chExt cx="2743200" cy="217314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B130070-DA03-7146-9DB6-EBFB1E53238A}"/>
                </a:ext>
              </a:extLst>
            </p:cNvPr>
            <p:cNvSpPr/>
            <p:nvPr/>
          </p:nvSpPr>
          <p:spPr bwMode="auto">
            <a:xfrm>
              <a:off x="8839200" y="2604808"/>
              <a:ext cx="2743200" cy="2173145"/>
            </a:xfrm>
            <a:prstGeom prst="ellipse">
              <a:avLst/>
            </a:prstGeom>
            <a:noFill/>
            <a:ln w="25400" cap="flat" cmpd="sng" algn="ctr">
              <a:solidFill>
                <a:srgbClr val="A5141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100" dirty="0">
                  <a:latin typeface="Playfair Display" pitchFamily="2" charset="77"/>
                  <a:ea typeface="ヒラギノ角ゴ Pro W3" pitchFamily="96" charset="-128"/>
                  <a:cs typeface="Arial" charset="0"/>
                  <a:sym typeface="Gill Sans" pitchFamily="96" charset="0"/>
                </a:rPr>
                <a:t>Team Effectiveness</a:t>
              </a: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247CA02-BFFF-8943-9CBA-7F5174D3A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99431" y="3631843"/>
              <a:ext cx="685800" cy="6858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2C1B67C-0D7C-3B41-A1E6-0F0AFE439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13631" y="3631843"/>
              <a:ext cx="685800" cy="6858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2542181-E3EE-9F4A-8E65-071AFC7F9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85231" y="3631843"/>
              <a:ext cx="685800" cy="685800"/>
            </a:xfrm>
            <a:prstGeom prst="rect">
              <a:avLst/>
            </a:prstGeom>
          </p:spPr>
        </p:pic>
      </p:grpSp>
      <p:sp>
        <p:nvSpPr>
          <p:cNvPr id="9" name="Right Arrow 8">
            <a:extLst>
              <a:ext uri="{FF2B5EF4-FFF2-40B4-BE49-F238E27FC236}">
                <a16:creationId xmlns:a16="http://schemas.microsoft.com/office/drawing/2014/main" id="{C81CC368-8382-B04F-ABE8-849526E705DD}"/>
              </a:ext>
            </a:extLst>
          </p:cNvPr>
          <p:cNvSpPr/>
          <p:nvPr/>
        </p:nvSpPr>
        <p:spPr>
          <a:xfrm>
            <a:off x="2573356" y="2923494"/>
            <a:ext cx="1919422" cy="1144655"/>
          </a:xfrm>
          <a:prstGeom prst="rightArrow">
            <a:avLst/>
          </a:prstGeom>
          <a:solidFill>
            <a:srgbClr val="A51417"/>
          </a:solidFill>
          <a:ln>
            <a:solidFill>
              <a:srgbClr val="A5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/>
              <a:t>Team Launch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5C3A87-B0C3-024F-BE4A-18FDB00AEBBE}"/>
              </a:ext>
            </a:extLst>
          </p:cNvPr>
          <p:cNvGrpSpPr/>
          <p:nvPr/>
        </p:nvGrpSpPr>
        <p:grpSpPr>
          <a:xfrm>
            <a:off x="621439" y="2581422"/>
            <a:ext cx="1828800" cy="1828800"/>
            <a:chOff x="274603" y="4226713"/>
            <a:chExt cx="1828800" cy="18288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2C4F414-0635-4344-A9C3-8FDCAAB44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6103" y="5259352"/>
              <a:ext cx="685800" cy="685800"/>
            </a:xfrm>
            <a:prstGeom prst="rect">
              <a:avLst/>
            </a:prstGeom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FB6CE2F-7108-0B46-8F60-64B1BAE28EF4}"/>
                </a:ext>
              </a:extLst>
            </p:cNvPr>
            <p:cNvSpPr/>
            <p:nvPr/>
          </p:nvSpPr>
          <p:spPr bwMode="auto">
            <a:xfrm>
              <a:off x="274603" y="4226713"/>
              <a:ext cx="1828800" cy="1828800"/>
            </a:xfrm>
            <a:prstGeom prst="ellipse">
              <a:avLst/>
            </a:prstGeom>
            <a:noFill/>
            <a:ln w="25400" cap="flat" cmpd="sng" algn="ctr">
              <a:solidFill>
                <a:srgbClr val="A5141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100" dirty="0">
                  <a:latin typeface="Playfair Display" pitchFamily="2" charset="77"/>
                  <a:ea typeface="ヒラギノ角ゴ Pro W3" pitchFamily="96" charset="-128"/>
                  <a:cs typeface="Arial" charset="0"/>
                  <a:sym typeface="Gill Sans" pitchFamily="96" charset="0"/>
                </a:rPr>
                <a:t>Team Design</a:t>
              </a: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859299F-5465-9645-9195-238A536603B3}"/>
              </a:ext>
            </a:extLst>
          </p:cNvPr>
          <p:cNvSpPr/>
          <p:nvPr/>
        </p:nvSpPr>
        <p:spPr>
          <a:xfrm>
            <a:off x="4542161" y="2455041"/>
            <a:ext cx="3210211" cy="2127352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535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en-US" sz="2100" dirty="0">
              <a:solidFill>
                <a:srgbClr val="69787B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5A4ECB-6BAA-0546-842C-5B1D31F075D2}"/>
              </a:ext>
            </a:extLst>
          </p:cNvPr>
          <p:cNvSpPr/>
          <p:nvPr/>
        </p:nvSpPr>
        <p:spPr>
          <a:xfrm>
            <a:off x="4542162" y="2455041"/>
            <a:ext cx="32102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Team Processes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B64A1B-44AA-6C43-B671-E786C3875C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264" y="3657501"/>
            <a:ext cx="685800" cy="685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DD793E-7A65-B649-90AD-7B6976940A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264" y="2961487"/>
            <a:ext cx="685800" cy="6858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137342A-CC80-E749-8FDB-36724CB9585F}"/>
              </a:ext>
            </a:extLst>
          </p:cNvPr>
          <p:cNvSpPr/>
          <p:nvPr/>
        </p:nvSpPr>
        <p:spPr>
          <a:xfrm>
            <a:off x="5464063" y="3096638"/>
            <a:ext cx="221308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/>
              <a:t>Cognitive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7AB3B0-8C69-844F-8F42-A91AD85D0A0C}"/>
              </a:ext>
            </a:extLst>
          </p:cNvPr>
          <p:cNvSpPr/>
          <p:nvPr/>
        </p:nvSpPr>
        <p:spPr>
          <a:xfrm>
            <a:off x="5464063" y="3797584"/>
            <a:ext cx="221308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/>
              <a:t>Socio-emotional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AB9F7B7A-EEC8-7F42-99C1-E7F7177D7F4A}"/>
              </a:ext>
            </a:extLst>
          </p:cNvPr>
          <p:cNvSpPr/>
          <p:nvPr/>
        </p:nvSpPr>
        <p:spPr>
          <a:xfrm>
            <a:off x="7794882" y="3255356"/>
            <a:ext cx="973052" cy="526722"/>
          </a:xfrm>
          <a:prstGeom prst="rightArrow">
            <a:avLst/>
          </a:prstGeom>
          <a:solidFill>
            <a:srgbClr val="A51417"/>
          </a:solidFill>
          <a:ln>
            <a:solidFill>
              <a:srgbClr val="A5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0886AB8C-5D34-934F-9498-5A1DF9530770}"/>
              </a:ext>
            </a:extLst>
          </p:cNvPr>
          <p:cNvCxnSpPr>
            <a:stCxn id="5" idx="4"/>
            <a:endCxn id="12" idx="4"/>
          </p:cNvCxnSpPr>
          <p:nvPr/>
        </p:nvCxnSpPr>
        <p:spPr>
          <a:xfrm rot="5400000" flipH="1">
            <a:off x="5769866" y="176195"/>
            <a:ext cx="195068" cy="8663122"/>
          </a:xfrm>
          <a:prstGeom prst="curvedConnector3">
            <a:avLst>
              <a:gd name="adj1" fmla="val -577867"/>
            </a:avLst>
          </a:prstGeom>
          <a:ln w="50800">
            <a:solidFill>
              <a:schemeClr val="bg1">
                <a:lumMod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B8AF6853-F0A8-E24A-B6F1-FE6512F94841}"/>
              </a:ext>
            </a:extLst>
          </p:cNvPr>
          <p:cNvCxnSpPr>
            <a:stCxn id="5" idx="0"/>
            <a:endCxn id="13" idx="0"/>
          </p:cNvCxnSpPr>
          <p:nvPr/>
        </p:nvCxnSpPr>
        <p:spPr>
          <a:xfrm rot="16200000" flipH="1" flipV="1">
            <a:off x="8161666" y="417746"/>
            <a:ext cx="22896" cy="4051694"/>
          </a:xfrm>
          <a:prstGeom prst="curvedConnector3">
            <a:avLst>
              <a:gd name="adj1" fmla="val -3614994"/>
            </a:avLst>
          </a:prstGeom>
          <a:ln w="50800">
            <a:solidFill>
              <a:schemeClr val="bg1">
                <a:lumMod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8F363E0-CB85-094D-82B8-98BADF160EE0}"/>
              </a:ext>
            </a:extLst>
          </p:cNvPr>
          <p:cNvSpPr/>
          <p:nvPr/>
        </p:nvSpPr>
        <p:spPr>
          <a:xfrm>
            <a:off x="6568009" y="1187939"/>
            <a:ext cx="32102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Team Learning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6ED6BC-1E00-A248-A8A0-66B7C0999462}"/>
              </a:ext>
            </a:extLst>
          </p:cNvPr>
          <p:cNvSpPr/>
          <p:nvPr/>
        </p:nvSpPr>
        <p:spPr>
          <a:xfrm>
            <a:off x="4466938" y="5254563"/>
            <a:ext cx="32102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Team Learning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5EE056-F2A5-B64E-BC4E-5D0D70C2484A}"/>
              </a:ext>
            </a:extLst>
          </p:cNvPr>
          <p:cNvSpPr txBox="1"/>
          <p:nvPr/>
        </p:nvSpPr>
        <p:spPr>
          <a:xfrm>
            <a:off x="621439" y="337457"/>
            <a:ext cx="63321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Our Overarching Framework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9E61D4-C841-9A56-5639-BBF20A3B8F6B}"/>
              </a:ext>
            </a:extLst>
          </p:cNvPr>
          <p:cNvSpPr/>
          <p:nvPr/>
        </p:nvSpPr>
        <p:spPr>
          <a:xfrm>
            <a:off x="123044" y="2061752"/>
            <a:ext cx="2867377" cy="2794856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44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35CA-0D4B-0F42-81B9-44962526A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Promise of Diverse Teams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7AACB-A4F4-1C42-B979-E300292CB2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800" b="0" dirty="0"/>
              <a:t>A team of smart people with diverse perspectives and expertise can tackle highly complex problems more effectively and efficiently than people working alone.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EAD7381-0390-E2DF-26C7-832E5957D4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86513" y="2166167"/>
            <a:ext cx="4876800" cy="3211465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AB5F4F-D4EF-AEA3-E55E-01D608EB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1" y="1620067"/>
            <a:ext cx="30734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6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161680A-4466-D54B-86E6-AD0FFDAA6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Reality of Diverse Teams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493CB2B-009C-DB4D-9A94-E30560CD2A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results of several meta-analyses show null effects of diversity on team task performance.</a:t>
            </a:r>
          </a:p>
          <a:p>
            <a:r>
              <a:rPr lang="en-US" sz="2000" b="0" dirty="0"/>
              <a:t>A number of individual and interpersonal tendencies create barriers to realizing the benefits of diversity in groups and organizations. Just assembling a diverse group often does not yield benefits. Skillful leadership is needed to overcome these barriers and gain the benefits of diversity.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F6A69F7-F206-814E-846A-A501214E00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869"/>
          <a:stretch/>
        </p:blipFill>
        <p:spPr>
          <a:xfrm>
            <a:off x="5926140" y="1828800"/>
            <a:ext cx="5351459" cy="39174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AD70A60-224A-6946-9437-D4DFF7E3BBDA}"/>
              </a:ext>
            </a:extLst>
          </p:cNvPr>
          <p:cNvSpPr txBox="1"/>
          <p:nvPr/>
        </p:nvSpPr>
        <p:spPr>
          <a:xfrm>
            <a:off x="914399" y="6025897"/>
            <a:ext cx="4329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See endnotes A &amp; B in van Knippenberg et al. (2020)</a:t>
            </a:r>
          </a:p>
        </p:txBody>
      </p:sp>
    </p:spTree>
    <p:extLst>
      <p:ext uri="{BB962C8B-B14F-4D97-AF65-F5344CB8AC3E}">
        <p14:creationId xmlns:p14="http://schemas.microsoft.com/office/powerpoint/2010/main" val="283735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5A859-A18F-E54D-9C34-B8EC555355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Dual Pathways of Effects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B9E353-3C27-684B-B871-B2DCDE9E2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2486"/>
            <a:ext cx="10157408" cy="42793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C1FF72-3B2E-8F4F-AD4A-CFABE65F6CD6}"/>
              </a:ext>
            </a:extLst>
          </p:cNvPr>
          <p:cNvSpPr txBox="1"/>
          <p:nvPr/>
        </p:nvSpPr>
        <p:spPr>
          <a:xfrm>
            <a:off x="914400" y="6069875"/>
            <a:ext cx="3873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van Knippenberg et al. (2020)</a:t>
            </a:r>
          </a:p>
        </p:txBody>
      </p:sp>
    </p:spTree>
    <p:extLst>
      <p:ext uri="{BB962C8B-B14F-4D97-AF65-F5344CB8AC3E}">
        <p14:creationId xmlns:p14="http://schemas.microsoft.com/office/powerpoint/2010/main" val="112212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72AF4D7-8D4E-F845-88F8-8B599A772180}"/>
              </a:ext>
            </a:extLst>
          </p:cNvPr>
          <p:cNvGrpSpPr/>
          <p:nvPr/>
        </p:nvGrpSpPr>
        <p:grpSpPr>
          <a:xfrm>
            <a:off x="8827361" y="2432145"/>
            <a:ext cx="2743200" cy="2173145"/>
            <a:chOff x="8839200" y="2604808"/>
            <a:chExt cx="2743200" cy="217314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B130070-DA03-7146-9DB6-EBFB1E53238A}"/>
                </a:ext>
              </a:extLst>
            </p:cNvPr>
            <p:cNvSpPr/>
            <p:nvPr/>
          </p:nvSpPr>
          <p:spPr bwMode="auto">
            <a:xfrm>
              <a:off x="8839200" y="2604808"/>
              <a:ext cx="2743200" cy="2173145"/>
            </a:xfrm>
            <a:prstGeom prst="ellipse">
              <a:avLst/>
            </a:prstGeom>
            <a:noFill/>
            <a:ln w="25400" cap="flat" cmpd="sng" algn="ctr">
              <a:solidFill>
                <a:srgbClr val="A5141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100" dirty="0">
                  <a:latin typeface="Playfair Display" pitchFamily="2" charset="77"/>
                  <a:ea typeface="ヒラギノ角ゴ Pro W3" pitchFamily="96" charset="-128"/>
                  <a:cs typeface="Arial" charset="0"/>
                  <a:sym typeface="Gill Sans" pitchFamily="96" charset="0"/>
                </a:rPr>
                <a:t>Team Effectiveness</a:t>
              </a: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247CA02-BFFF-8943-9CBA-7F5174D3A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99431" y="3631843"/>
              <a:ext cx="685800" cy="6858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2C1B67C-0D7C-3B41-A1E6-0F0AFE439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13631" y="3631843"/>
              <a:ext cx="685800" cy="6858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2542181-E3EE-9F4A-8E65-071AFC7F9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85231" y="3631843"/>
              <a:ext cx="685800" cy="685800"/>
            </a:xfrm>
            <a:prstGeom prst="rect">
              <a:avLst/>
            </a:prstGeom>
          </p:spPr>
        </p:pic>
      </p:grpSp>
      <p:sp>
        <p:nvSpPr>
          <p:cNvPr id="9" name="Right Arrow 8">
            <a:extLst>
              <a:ext uri="{FF2B5EF4-FFF2-40B4-BE49-F238E27FC236}">
                <a16:creationId xmlns:a16="http://schemas.microsoft.com/office/drawing/2014/main" id="{C81CC368-8382-B04F-ABE8-849526E705DD}"/>
              </a:ext>
            </a:extLst>
          </p:cNvPr>
          <p:cNvSpPr/>
          <p:nvPr/>
        </p:nvSpPr>
        <p:spPr>
          <a:xfrm>
            <a:off x="2573356" y="2923494"/>
            <a:ext cx="1919422" cy="1144655"/>
          </a:xfrm>
          <a:prstGeom prst="rightArrow">
            <a:avLst/>
          </a:prstGeom>
          <a:solidFill>
            <a:srgbClr val="A51417"/>
          </a:solidFill>
          <a:ln>
            <a:solidFill>
              <a:srgbClr val="A5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/>
              <a:t>Team Launch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5C3A87-B0C3-024F-BE4A-18FDB00AEBBE}"/>
              </a:ext>
            </a:extLst>
          </p:cNvPr>
          <p:cNvGrpSpPr/>
          <p:nvPr/>
        </p:nvGrpSpPr>
        <p:grpSpPr>
          <a:xfrm>
            <a:off x="621439" y="2581422"/>
            <a:ext cx="1828800" cy="1828800"/>
            <a:chOff x="274603" y="4226713"/>
            <a:chExt cx="1828800" cy="18288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2C4F414-0635-4344-A9C3-8FDCAAB44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6103" y="5259352"/>
              <a:ext cx="685800" cy="685800"/>
            </a:xfrm>
            <a:prstGeom prst="rect">
              <a:avLst/>
            </a:prstGeom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FB6CE2F-7108-0B46-8F60-64B1BAE28EF4}"/>
                </a:ext>
              </a:extLst>
            </p:cNvPr>
            <p:cNvSpPr/>
            <p:nvPr/>
          </p:nvSpPr>
          <p:spPr bwMode="auto">
            <a:xfrm>
              <a:off x="274603" y="4226713"/>
              <a:ext cx="1828800" cy="1828800"/>
            </a:xfrm>
            <a:prstGeom prst="ellipse">
              <a:avLst/>
            </a:prstGeom>
            <a:noFill/>
            <a:ln w="25400" cap="flat" cmpd="sng" algn="ctr">
              <a:solidFill>
                <a:srgbClr val="A5141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100" dirty="0">
                  <a:latin typeface="Playfair Display" pitchFamily="2" charset="77"/>
                  <a:ea typeface="ヒラギノ角ゴ Pro W3" pitchFamily="96" charset="-128"/>
                  <a:cs typeface="Arial" charset="0"/>
                  <a:sym typeface="Gill Sans" pitchFamily="96" charset="0"/>
                </a:rPr>
                <a:t>Team Design</a:t>
              </a: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859299F-5465-9645-9195-238A536603B3}"/>
              </a:ext>
            </a:extLst>
          </p:cNvPr>
          <p:cNvSpPr/>
          <p:nvPr/>
        </p:nvSpPr>
        <p:spPr>
          <a:xfrm>
            <a:off x="4542161" y="2455041"/>
            <a:ext cx="3210211" cy="2127352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535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en-US" sz="2100" dirty="0">
              <a:solidFill>
                <a:srgbClr val="69787B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5A4ECB-6BAA-0546-842C-5B1D31F075D2}"/>
              </a:ext>
            </a:extLst>
          </p:cNvPr>
          <p:cNvSpPr/>
          <p:nvPr/>
        </p:nvSpPr>
        <p:spPr>
          <a:xfrm>
            <a:off x="4542162" y="2455041"/>
            <a:ext cx="32102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Team Processes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B64A1B-44AA-6C43-B671-E786C3875C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264" y="3657501"/>
            <a:ext cx="685800" cy="685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DD793E-7A65-B649-90AD-7B6976940A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264" y="2961487"/>
            <a:ext cx="685800" cy="6858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137342A-CC80-E749-8FDB-36724CB9585F}"/>
              </a:ext>
            </a:extLst>
          </p:cNvPr>
          <p:cNvSpPr/>
          <p:nvPr/>
        </p:nvSpPr>
        <p:spPr>
          <a:xfrm>
            <a:off x="5464063" y="3096638"/>
            <a:ext cx="221308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/>
              <a:t>Cognitive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7AB3B0-8C69-844F-8F42-A91AD85D0A0C}"/>
              </a:ext>
            </a:extLst>
          </p:cNvPr>
          <p:cNvSpPr/>
          <p:nvPr/>
        </p:nvSpPr>
        <p:spPr>
          <a:xfrm>
            <a:off x="5464063" y="3797584"/>
            <a:ext cx="221308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/>
              <a:t>Socio-emotional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AB9F7B7A-EEC8-7F42-99C1-E7F7177D7F4A}"/>
              </a:ext>
            </a:extLst>
          </p:cNvPr>
          <p:cNvSpPr/>
          <p:nvPr/>
        </p:nvSpPr>
        <p:spPr>
          <a:xfrm>
            <a:off x="7794882" y="3255356"/>
            <a:ext cx="973052" cy="526722"/>
          </a:xfrm>
          <a:prstGeom prst="rightArrow">
            <a:avLst/>
          </a:prstGeom>
          <a:solidFill>
            <a:srgbClr val="A51417"/>
          </a:solidFill>
          <a:ln>
            <a:solidFill>
              <a:srgbClr val="A5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0886AB8C-5D34-934F-9498-5A1DF9530770}"/>
              </a:ext>
            </a:extLst>
          </p:cNvPr>
          <p:cNvCxnSpPr>
            <a:stCxn id="5" idx="4"/>
            <a:endCxn id="12" idx="4"/>
          </p:cNvCxnSpPr>
          <p:nvPr/>
        </p:nvCxnSpPr>
        <p:spPr>
          <a:xfrm rot="5400000" flipH="1">
            <a:off x="5769866" y="176195"/>
            <a:ext cx="195068" cy="8663122"/>
          </a:xfrm>
          <a:prstGeom prst="curvedConnector3">
            <a:avLst>
              <a:gd name="adj1" fmla="val -577867"/>
            </a:avLst>
          </a:prstGeom>
          <a:ln w="50800">
            <a:solidFill>
              <a:schemeClr val="bg1">
                <a:lumMod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B8AF6853-F0A8-E24A-B6F1-FE6512F94841}"/>
              </a:ext>
            </a:extLst>
          </p:cNvPr>
          <p:cNvCxnSpPr>
            <a:stCxn id="5" idx="0"/>
            <a:endCxn id="13" idx="0"/>
          </p:cNvCxnSpPr>
          <p:nvPr/>
        </p:nvCxnSpPr>
        <p:spPr>
          <a:xfrm rot="16200000" flipH="1" flipV="1">
            <a:off x="8161666" y="417746"/>
            <a:ext cx="22896" cy="4051694"/>
          </a:xfrm>
          <a:prstGeom prst="curvedConnector3">
            <a:avLst>
              <a:gd name="adj1" fmla="val -3614994"/>
            </a:avLst>
          </a:prstGeom>
          <a:ln w="50800">
            <a:solidFill>
              <a:schemeClr val="bg1">
                <a:lumMod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8F363E0-CB85-094D-82B8-98BADF160EE0}"/>
              </a:ext>
            </a:extLst>
          </p:cNvPr>
          <p:cNvSpPr/>
          <p:nvPr/>
        </p:nvSpPr>
        <p:spPr>
          <a:xfrm>
            <a:off x="6568009" y="1187939"/>
            <a:ext cx="32102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Team Learning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6ED6BC-1E00-A248-A8A0-66B7C0999462}"/>
              </a:ext>
            </a:extLst>
          </p:cNvPr>
          <p:cNvSpPr/>
          <p:nvPr/>
        </p:nvSpPr>
        <p:spPr>
          <a:xfrm>
            <a:off x="4466938" y="5254563"/>
            <a:ext cx="32102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Team Learning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5EE056-F2A5-B64E-BC4E-5D0D70C2484A}"/>
              </a:ext>
            </a:extLst>
          </p:cNvPr>
          <p:cNvSpPr txBox="1"/>
          <p:nvPr/>
        </p:nvSpPr>
        <p:spPr>
          <a:xfrm>
            <a:off x="621439" y="337457"/>
            <a:ext cx="63321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Our Overarching Framework</a:t>
            </a:r>
          </a:p>
        </p:txBody>
      </p:sp>
    </p:spTree>
    <p:extLst>
      <p:ext uri="{BB962C8B-B14F-4D97-AF65-F5344CB8AC3E}">
        <p14:creationId xmlns:p14="http://schemas.microsoft.com/office/powerpoint/2010/main" val="3062525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EA4BA7-3C44-438C-0B5C-82E1EA49CDFA}"/>
              </a:ext>
            </a:extLst>
          </p:cNvPr>
          <p:cNvSpPr/>
          <p:nvPr/>
        </p:nvSpPr>
        <p:spPr>
          <a:xfrm>
            <a:off x="1346993" y="1012823"/>
            <a:ext cx="4553744" cy="16002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I understand this team’s principle objectives and purpose?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I know the primary stakeholders for this team’s work?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Can I clearly specify why this team is being put together?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EC24CAB-4C37-0096-B9CC-1CECA4853FBD}"/>
              </a:ext>
            </a:extLst>
          </p:cNvPr>
          <p:cNvSpPr/>
          <p:nvPr/>
        </p:nvSpPr>
        <p:spPr>
          <a:xfrm>
            <a:off x="247650" y="928685"/>
            <a:ext cx="1538288" cy="17684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Why?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126215-74AD-381C-6817-44428E73310E}"/>
              </a:ext>
            </a:extLst>
          </p:cNvPr>
          <p:cNvSpPr/>
          <p:nvPr/>
        </p:nvSpPr>
        <p:spPr>
          <a:xfrm>
            <a:off x="1346993" y="2851148"/>
            <a:ext cx="4553744" cy="16002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I understand the skills and perspectives needed for the team to succeed?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Have I identified who has the requisite skills for taskwork and teamwork?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prospective members have the time to devote to the team?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B710CA8-C089-3899-DA65-7DD18E12453B}"/>
              </a:ext>
            </a:extLst>
          </p:cNvPr>
          <p:cNvSpPr/>
          <p:nvPr/>
        </p:nvSpPr>
        <p:spPr>
          <a:xfrm>
            <a:off x="247650" y="2767010"/>
            <a:ext cx="1538288" cy="17684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Who?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2E6DBC-A51E-0938-A99B-9F6B7AE7AFDB}"/>
              </a:ext>
            </a:extLst>
          </p:cNvPr>
          <p:cNvSpPr/>
          <p:nvPr/>
        </p:nvSpPr>
        <p:spPr>
          <a:xfrm>
            <a:off x="1346993" y="4703760"/>
            <a:ext cx="4553744" cy="16002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I know what role(s) each team member will be asked to play on this team?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Can I articulate the responsibilities and commitments associated with each role?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Am I clear on the role that I will play as project leader? 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3B6D9BD-711F-9C1C-48FA-DB7E865F6212}"/>
              </a:ext>
            </a:extLst>
          </p:cNvPr>
          <p:cNvSpPr/>
          <p:nvPr/>
        </p:nvSpPr>
        <p:spPr>
          <a:xfrm>
            <a:off x="247650" y="4619622"/>
            <a:ext cx="1538288" cy="17684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DD5D67-4DBF-3F06-E190-1B1D03AB9F3F}"/>
              </a:ext>
            </a:extLst>
          </p:cNvPr>
          <p:cNvSpPr/>
          <p:nvPr/>
        </p:nvSpPr>
        <p:spPr>
          <a:xfrm>
            <a:off x="7390606" y="1012823"/>
            <a:ext cx="4553743" cy="16002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I know when key stakeholders expect the team’s ultimate deliverable?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Can I specify critical milestones that can help pace the project?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Have I designed a clear initial timeline for the team’s work? 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5C0E255-F382-5869-4A52-9444693E527A}"/>
              </a:ext>
            </a:extLst>
          </p:cNvPr>
          <p:cNvSpPr/>
          <p:nvPr/>
        </p:nvSpPr>
        <p:spPr>
          <a:xfrm>
            <a:off x="6291264" y="928685"/>
            <a:ext cx="1538288" cy="17684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When?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449A65-F577-F8B5-D6AC-0C890DDA7402}"/>
              </a:ext>
            </a:extLst>
          </p:cNvPr>
          <p:cNvSpPr/>
          <p:nvPr/>
        </p:nvSpPr>
        <p:spPr>
          <a:xfrm>
            <a:off x="7390606" y="2851148"/>
            <a:ext cx="4553743" cy="16002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I know where team members will collaborate with one another—in person and/or virtually?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Can I identify places where team members can build relationships with each other?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78D9C65-1D12-7B92-FABB-C1E76194B28D}"/>
              </a:ext>
            </a:extLst>
          </p:cNvPr>
          <p:cNvSpPr/>
          <p:nvPr/>
        </p:nvSpPr>
        <p:spPr>
          <a:xfrm>
            <a:off x="6291264" y="2767010"/>
            <a:ext cx="1538288" cy="17684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Where?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707903-3335-8CB4-A9A3-189FC0935E51}"/>
              </a:ext>
            </a:extLst>
          </p:cNvPr>
          <p:cNvSpPr txBox="1"/>
          <p:nvPr/>
        </p:nvSpPr>
        <p:spPr>
          <a:xfrm>
            <a:off x="247650" y="74542"/>
            <a:ext cx="63914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Checklist for Leading Team Design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1157653-7F89-CB17-7AB4-558868467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" y="680270"/>
            <a:ext cx="1216660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85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BF689-8DF3-7FBF-A62F-19D0447DB0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Army Crew Team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Fall 2001: Measurement of individual rowing skill and 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Spring Break, 2002: Atlanta Retreat with “seat racing” and selection of Varsity team members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May, 2022: Coach P needs to decide on roster for Nationals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91BA1A-A9E2-B738-1ABD-0B4F4F33A889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2" r="913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54211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72AF4D7-8D4E-F845-88F8-8B599A772180}"/>
              </a:ext>
            </a:extLst>
          </p:cNvPr>
          <p:cNvGrpSpPr/>
          <p:nvPr/>
        </p:nvGrpSpPr>
        <p:grpSpPr>
          <a:xfrm>
            <a:off x="8827361" y="2432145"/>
            <a:ext cx="2743200" cy="2173145"/>
            <a:chOff x="8839200" y="2604808"/>
            <a:chExt cx="2743200" cy="217314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B130070-DA03-7146-9DB6-EBFB1E53238A}"/>
                </a:ext>
              </a:extLst>
            </p:cNvPr>
            <p:cNvSpPr/>
            <p:nvPr/>
          </p:nvSpPr>
          <p:spPr bwMode="auto">
            <a:xfrm>
              <a:off x="8839200" y="2604808"/>
              <a:ext cx="2743200" cy="2173145"/>
            </a:xfrm>
            <a:prstGeom prst="ellipse">
              <a:avLst/>
            </a:prstGeom>
            <a:noFill/>
            <a:ln w="25400" cap="flat" cmpd="sng" algn="ctr">
              <a:solidFill>
                <a:srgbClr val="A5141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100" dirty="0">
                  <a:latin typeface="Playfair Display" pitchFamily="2" charset="77"/>
                  <a:ea typeface="ヒラギノ角ゴ Pro W3" pitchFamily="96" charset="-128"/>
                  <a:cs typeface="Arial" charset="0"/>
                  <a:sym typeface="Gill Sans" pitchFamily="96" charset="0"/>
                </a:rPr>
                <a:t>Team Effectiveness</a:t>
              </a: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247CA02-BFFF-8943-9CBA-7F5174D3A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99431" y="3631843"/>
              <a:ext cx="685800" cy="6858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2C1B67C-0D7C-3B41-A1E6-0F0AFE439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13631" y="3631843"/>
              <a:ext cx="685800" cy="6858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2542181-E3EE-9F4A-8E65-071AFC7F9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85231" y="3631843"/>
              <a:ext cx="685800" cy="685800"/>
            </a:xfrm>
            <a:prstGeom prst="rect">
              <a:avLst/>
            </a:prstGeom>
          </p:spPr>
        </p:pic>
      </p:grpSp>
      <p:sp>
        <p:nvSpPr>
          <p:cNvPr id="9" name="Right Arrow 8">
            <a:extLst>
              <a:ext uri="{FF2B5EF4-FFF2-40B4-BE49-F238E27FC236}">
                <a16:creationId xmlns:a16="http://schemas.microsoft.com/office/drawing/2014/main" id="{C81CC368-8382-B04F-ABE8-849526E705DD}"/>
              </a:ext>
            </a:extLst>
          </p:cNvPr>
          <p:cNvSpPr/>
          <p:nvPr/>
        </p:nvSpPr>
        <p:spPr>
          <a:xfrm>
            <a:off x="2573356" y="2923494"/>
            <a:ext cx="1919422" cy="1144655"/>
          </a:xfrm>
          <a:prstGeom prst="rightArrow">
            <a:avLst/>
          </a:prstGeom>
          <a:solidFill>
            <a:srgbClr val="A51417"/>
          </a:solidFill>
          <a:ln>
            <a:solidFill>
              <a:srgbClr val="A5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/>
              <a:t>Team Launch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5C3A87-B0C3-024F-BE4A-18FDB00AEBBE}"/>
              </a:ext>
            </a:extLst>
          </p:cNvPr>
          <p:cNvGrpSpPr/>
          <p:nvPr/>
        </p:nvGrpSpPr>
        <p:grpSpPr>
          <a:xfrm>
            <a:off x="621439" y="2581422"/>
            <a:ext cx="1828800" cy="1828800"/>
            <a:chOff x="274603" y="4226713"/>
            <a:chExt cx="1828800" cy="18288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2C4F414-0635-4344-A9C3-8FDCAAB44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6103" y="5259352"/>
              <a:ext cx="685800" cy="685800"/>
            </a:xfrm>
            <a:prstGeom prst="rect">
              <a:avLst/>
            </a:prstGeom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FB6CE2F-7108-0B46-8F60-64B1BAE28EF4}"/>
                </a:ext>
              </a:extLst>
            </p:cNvPr>
            <p:cNvSpPr/>
            <p:nvPr/>
          </p:nvSpPr>
          <p:spPr bwMode="auto">
            <a:xfrm>
              <a:off x="274603" y="4226713"/>
              <a:ext cx="1828800" cy="1828800"/>
            </a:xfrm>
            <a:prstGeom prst="ellipse">
              <a:avLst/>
            </a:prstGeom>
            <a:noFill/>
            <a:ln w="25400" cap="flat" cmpd="sng" algn="ctr">
              <a:solidFill>
                <a:srgbClr val="A5141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100" dirty="0">
                  <a:latin typeface="Playfair Display" pitchFamily="2" charset="77"/>
                  <a:ea typeface="ヒラギノ角ゴ Pro W3" pitchFamily="96" charset="-128"/>
                  <a:cs typeface="Arial" charset="0"/>
                  <a:sym typeface="Gill Sans" pitchFamily="96" charset="0"/>
                </a:rPr>
                <a:t>Team Design</a:t>
              </a: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  <a:p>
              <a:pPr algn="ctr" defTabSz="642938" fontAlgn="base">
                <a:spcBef>
                  <a:spcPct val="0"/>
                </a:spcBef>
                <a:spcAft>
                  <a:spcPct val="0"/>
                </a:spcAft>
              </a:pPr>
              <a:endParaRPr lang="en-US" sz="2100" dirty="0">
                <a:solidFill>
                  <a:srgbClr val="6C7373"/>
                </a:solidFill>
                <a:latin typeface="Playfair Display" pitchFamily="2" charset="77"/>
                <a:ea typeface="ヒラギノ角ゴ Pro W3" pitchFamily="96" charset="-128"/>
                <a:cs typeface="Arial" charset="0"/>
                <a:sym typeface="Gill Sans" pitchFamily="96" charset="0"/>
              </a:endParaRPr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859299F-5465-9645-9195-238A536603B3}"/>
              </a:ext>
            </a:extLst>
          </p:cNvPr>
          <p:cNvSpPr/>
          <p:nvPr/>
        </p:nvSpPr>
        <p:spPr>
          <a:xfrm>
            <a:off x="4542161" y="2455041"/>
            <a:ext cx="3210211" cy="2127352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5351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en-US" sz="2100" dirty="0">
              <a:solidFill>
                <a:srgbClr val="69787B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5A4ECB-6BAA-0546-842C-5B1D31F075D2}"/>
              </a:ext>
            </a:extLst>
          </p:cNvPr>
          <p:cNvSpPr/>
          <p:nvPr/>
        </p:nvSpPr>
        <p:spPr>
          <a:xfrm>
            <a:off x="4542162" y="2455041"/>
            <a:ext cx="32102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Team Processes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B64A1B-44AA-6C43-B671-E786C3875C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264" y="3657501"/>
            <a:ext cx="685800" cy="685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DD793E-7A65-B649-90AD-7B6976940A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264" y="2961487"/>
            <a:ext cx="685800" cy="6858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137342A-CC80-E749-8FDB-36724CB9585F}"/>
              </a:ext>
            </a:extLst>
          </p:cNvPr>
          <p:cNvSpPr/>
          <p:nvPr/>
        </p:nvSpPr>
        <p:spPr>
          <a:xfrm>
            <a:off x="5464063" y="3096638"/>
            <a:ext cx="221308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/>
              <a:t>Cognitive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7AB3B0-8C69-844F-8F42-A91AD85D0A0C}"/>
              </a:ext>
            </a:extLst>
          </p:cNvPr>
          <p:cNvSpPr/>
          <p:nvPr/>
        </p:nvSpPr>
        <p:spPr>
          <a:xfrm>
            <a:off x="5464063" y="3797584"/>
            <a:ext cx="221308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/>
              <a:t>Socio-emotional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AB9F7B7A-EEC8-7F42-99C1-E7F7177D7F4A}"/>
              </a:ext>
            </a:extLst>
          </p:cNvPr>
          <p:cNvSpPr/>
          <p:nvPr/>
        </p:nvSpPr>
        <p:spPr>
          <a:xfrm>
            <a:off x="7794882" y="3255356"/>
            <a:ext cx="973052" cy="526722"/>
          </a:xfrm>
          <a:prstGeom prst="rightArrow">
            <a:avLst/>
          </a:prstGeom>
          <a:solidFill>
            <a:srgbClr val="A51417"/>
          </a:solidFill>
          <a:ln>
            <a:solidFill>
              <a:srgbClr val="A5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0886AB8C-5D34-934F-9498-5A1DF9530770}"/>
              </a:ext>
            </a:extLst>
          </p:cNvPr>
          <p:cNvCxnSpPr>
            <a:stCxn id="5" idx="4"/>
            <a:endCxn id="12" idx="4"/>
          </p:cNvCxnSpPr>
          <p:nvPr/>
        </p:nvCxnSpPr>
        <p:spPr>
          <a:xfrm rot="5400000" flipH="1">
            <a:off x="5769866" y="176195"/>
            <a:ext cx="195068" cy="8663122"/>
          </a:xfrm>
          <a:prstGeom prst="curvedConnector3">
            <a:avLst>
              <a:gd name="adj1" fmla="val -577867"/>
            </a:avLst>
          </a:prstGeom>
          <a:ln w="50800">
            <a:solidFill>
              <a:schemeClr val="bg1">
                <a:lumMod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B8AF6853-F0A8-E24A-B6F1-FE6512F94841}"/>
              </a:ext>
            </a:extLst>
          </p:cNvPr>
          <p:cNvCxnSpPr>
            <a:stCxn id="5" idx="0"/>
            <a:endCxn id="13" idx="0"/>
          </p:cNvCxnSpPr>
          <p:nvPr/>
        </p:nvCxnSpPr>
        <p:spPr>
          <a:xfrm rot="16200000" flipH="1" flipV="1">
            <a:off x="8161666" y="417746"/>
            <a:ext cx="22896" cy="4051694"/>
          </a:xfrm>
          <a:prstGeom prst="curvedConnector3">
            <a:avLst>
              <a:gd name="adj1" fmla="val -3614994"/>
            </a:avLst>
          </a:prstGeom>
          <a:ln w="50800">
            <a:solidFill>
              <a:schemeClr val="bg1">
                <a:lumMod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8F363E0-CB85-094D-82B8-98BADF160EE0}"/>
              </a:ext>
            </a:extLst>
          </p:cNvPr>
          <p:cNvSpPr/>
          <p:nvPr/>
        </p:nvSpPr>
        <p:spPr>
          <a:xfrm>
            <a:off x="6568009" y="1187939"/>
            <a:ext cx="32102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Team Learning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6ED6BC-1E00-A248-A8A0-66B7C0999462}"/>
              </a:ext>
            </a:extLst>
          </p:cNvPr>
          <p:cNvSpPr/>
          <p:nvPr/>
        </p:nvSpPr>
        <p:spPr>
          <a:xfrm>
            <a:off x="4466938" y="5254563"/>
            <a:ext cx="32102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Team Learning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5EE056-F2A5-B64E-BC4E-5D0D70C2484A}"/>
              </a:ext>
            </a:extLst>
          </p:cNvPr>
          <p:cNvSpPr txBox="1"/>
          <p:nvPr/>
        </p:nvSpPr>
        <p:spPr>
          <a:xfrm>
            <a:off x="621439" y="337457"/>
            <a:ext cx="63321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Our Overarching Framework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9E61D4-C841-9A56-5639-BBF20A3B8F6B}"/>
              </a:ext>
            </a:extLst>
          </p:cNvPr>
          <p:cNvSpPr/>
          <p:nvPr/>
        </p:nvSpPr>
        <p:spPr>
          <a:xfrm>
            <a:off x="1993039" y="2216633"/>
            <a:ext cx="2867377" cy="2794856"/>
          </a:xfrm>
          <a:prstGeom prst="rect">
            <a:avLst/>
          </a:prstGeom>
          <a:solidFill>
            <a:schemeClr val="accent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38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86222-E71A-054A-8D22-527D3C5E0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Launch is a Critical Period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6768E-C54A-E74E-86E3-332B084CEC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b="0" dirty="0"/>
              <a:t>A </a:t>
            </a:r>
            <a:r>
              <a:rPr lang="en-US" sz="2400" b="0" i="1" dirty="0"/>
              <a:t>critical period</a:t>
            </a:r>
            <a:r>
              <a:rPr lang="en-US" sz="2400" b="0" dirty="0"/>
              <a:t> is a developmental stage when a facet of an organism is particularly sensitive to stimuli and plastic—able to change</a:t>
            </a:r>
            <a:endParaRPr lang="en-US" sz="2400" b="0" i="1" dirty="0"/>
          </a:p>
          <a:p>
            <a:r>
              <a:rPr lang="en-US" sz="2400" b="0" dirty="0"/>
              <a:t>Research suggests project-based teams have three relatively discrete critical periods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Team launch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Temporal midpoint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/>
              <a:t>“The Showdown”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59DB8E-3ED2-094E-AB12-2C8AAA1E7A17}"/>
              </a:ext>
            </a:extLst>
          </p:cNvPr>
          <p:cNvSpPr txBox="1"/>
          <p:nvPr/>
        </p:nvSpPr>
        <p:spPr>
          <a:xfrm>
            <a:off x="0" y="6327303"/>
            <a:ext cx="45384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Ericksen &amp; Dyer (2004); </a:t>
            </a:r>
            <a:r>
              <a:rPr lang="en-US" sz="1400" dirty="0" err="1"/>
              <a:t>Gersick</a:t>
            </a:r>
            <a:r>
              <a:rPr lang="en-US" sz="1400" dirty="0"/>
              <a:t> (1989); Knight (2015)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4157E4A-56CF-2034-47CB-3EF5794AF2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71223" y="1828800"/>
            <a:ext cx="3107380" cy="3886200"/>
          </a:xfrm>
        </p:spPr>
      </p:pic>
    </p:spTree>
    <p:extLst>
      <p:ext uri="{BB962C8B-B14F-4D97-AF65-F5344CB8AC3E}">
        <p14:creationId xmlns:p14="http://schemas.microsoft.com/office/powerpoint/2010/main" val="317644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61325B-0FC3-DE40-81D4-246BB6C28A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1800" dirty="0"/>
              <a:t>Effective leaders start the team promptly, rather than delaying the team launch</a:t>
            </a:r>
            <a:endParaRPr lang="en-US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Invest time early on in recruiting team members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Mobilize the team as quickly as possible with a launch meeting</a:t>
            </a:r>
            <a:endParaRPr lang="en-US" sz="1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9A691-D3A5-5C49-94E3-62C776CA3D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800" dirty="0"/>
              <a:t>Effective leaders proactively gather requirements from key stakeholders</a:t>
            </a:r>
            <a:endParaRPr lang="en-US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Seek out stakeholders’ differing perspectives on the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Establish clear objectives with the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Cultivate shared purpose</a:t>
            </a:r>
            <a:endParaRPr lang="en-US" sz="1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34A62-965D-6F43-BBD4-85BA905D26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1800" dirty="0"/>
              <a:t>Effective leaders strategically  select team members</a:t>
            </a:r>
            <a:endParaRPr lang="en-US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Considering the nature of the task, seek out the requisite knowledge, skills, and 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Take into account people’s availability and other commitments</a:t>
            </a:r>
            <a:endParaRPr lang="en-US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A3FDB4-A33C-DA48-B950-D25021E4A6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Effective Team Launch Kicks off a Virtuous Cycle along Three Dimensions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B4DC0B-7B34-534F-B8B0-443F79FFCF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000" dirty="0"/>
              <a:t>Time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C3E934-B597-0840-8E7E-2FB4EFF4F8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000" dirty="0"/>
              <a:t>Task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3D59763-6B24-0949-8F66-1B625C13DA2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2000" dirty="0"/>
              <a:t>Talent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90D9FA-371F-654E-A7E2-CC3275FAA1F9}"/>
              </a:ext>
            </a:extLst>
          </p:cNvPr>
          <p:cNvSpPr txBox="1"/>
          <p:nvPr/>
        </p:nvSpPr>
        <p:spPr>
          <a:xfrm>
            <a:off x="8678180" y="6260330"/>
            <a:ext cx="23471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Ericksen &amp; Dyer (2004)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8E7FC7-9FB8-85F2-7D62-99E43D82D7A0}"/>
              </a:ext>
            </a:extLst>
          </p:cNvPr>
          <p:cNvSpPr txBox="1"/>
          <p:nvPr/>
        </p:nvSpPr>
        <p:spPr>
          <a:xfrm>
            <a:off x="902208" y="5487769"/>
            <a:ext cx="3291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2"/>
                </a:solidFill>
              </a:rPr>
              <a:t>Effective launch produces a surplus of 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8EF49A-29F3-97AF-A1A6-5E55EF48417E}"/>
              </a:ext>
            </a:extLst>
          </p:cNvPr>
          <p:cNvSpPr txBox="1"/>
          <p:nvPr/>
        </p:nvSpPr>
        <p:spPr>
          <a:xfrm>
            <a:off x="4462272" y="5487768"/>
            <a:ext cx="3291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2"/>
                </a:solidFill>
              </a:rPr>
              <a:t>Effective launch produces a surplus of knowledge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BDE433-1BBA-0670-AEE2-41036B1D2D49}"/>
              </a:ext>
            </a:extLst>
          </p:cNvPr>
          <p:cNvSpPr txBox="1"/>
          <p:nvPr/>
        </p:nvSpPr>
        <p:spPr>
          <a:xfrm>
            <a:off x="7985760" y="5487767"/>
            <a:ext cx="3291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2"/>
                </a:solidFill>
              </a:rPr>
              <a:t>Effective launch produces a surplus of human capital</a:t>
            </a:r>
          </a:p>
        </p:txBody>
      </p:sp>
    </p:spTree>
    <p:extLst>
      <p:ext uri="{BB962C8B-B14F-4D97-AF65-F5344CB8AC3E}">
        <p14:creationId xmlns:p14="http://schemas.microsoft.com/office/powerpoint/2010/main" val="255272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EA4BA7-3C44-438C-0B5C-82E1EA49CDFA}"/>
              </a:ext>
            </a:extLst>
          </p:cNvPr>
          <p:cNvSpPr/>
          <p:nvPr/>
        </p:nvSpPr>
        <p:spPr>
          <a:xfrm>
            <a:off x="1275556" y="1419061"/>
            <a:ext cx="4553744" cy="105600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Discuss the purpose and objectives of the team, including key stakeholders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Agree upon collective goals and the goals of individual team members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DD5D67-4DBF-3F06-E190-1B1D03AB9F3F}"/>
              </a:ext>
            </a:extLst>
          </p:cNvPr>
          <p:cNvSpPr/>
          <p:nvPr/>
        </p:nvSpPr>
        <p:spPr>
          <a:xfrm>
            <a:off x="7390606" y="1449800"/>
            <a:ext cx="4553743" cy="16002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team members have a shared understanding of the team’s main objectives?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team members understand what one another hopes to gain from the experience?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449A65-F577-F8B5-D6AC-0C890DDA7402}"/>
              </a:ext>
            </a:extLst>
          </p:cNvPr>
          <p:cNvSpPr/>
          <p:nvPr/>
        </p:nvSpPr>
        <p:spPr>
          <a:xfrm>
            <a:off x="7390606" y="3174758"/>
            <a:ext cx="4553743" cy="16002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team members have a shared understanding of the team’s resources?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Are team members aware of one another’s strengths and weaknesses?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707903-3335-8CB4-A9A3-189FC0935E51}"/>
              </a:ext>
            </a:extLst>
          </p:cNvPr>
          <p:cNvSpPr txBox="1"/>
          <p:nvPr/>
        </p:nvSpPr>
        <p:spPr>
          <a:xfrm>
            <a:off x="247650" y="74542"/>
            <a:ext cx="64908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Checklist for Leading Team Launch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1157653-7F89-CB17-7AB4-558868467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" y="680270"/>
            <a:ext cx="12166600" cy="4571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7A31808-0739-D749-D75B-6E88BA707F44}"/>
              </a:ext>
            </a:extLst>
          </p:cNvPr>
          <p:cNvSpPr/>
          <p:nvPr/>
        </p:nvSpPr>
        <p:spPr>
          <a:xfrm>
            <a:off x="1275556" y="2693903"/>
            <a:ext cx="4553744" cy="105600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Discuss and document the team’s strengths and weaknesses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Consider team members’ skills, perspectives, and past work history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89B4BD-8148-7BD0-8D8A-CBB1AC82545B}"/>
              </a:ext>
            </a:extLst>
          </p:cNvPr>
          <p:cNvSpPr/>
          <p:nvPr/>
        </p:nvSpPr>
        <p:spPr>
          <a:xfrm>
            <a:off x="1275556" y="4067093"/>
            <a:ext cx="4553744" cy="105600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Discuss methods for communication and collaboration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Agree upon team members’ roles and the “rules of engagement”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5280DB-7441-D7AD-2594-1889AC464073}"/>
              </a:ext>
            </a:extLst>
          </p:cNvPr>
          <p:cNvSpPr/>
          <p:nvPr/>
        </p:nvSpPr>
        <p:spPr>
          <a:xfrm>
            <a:off x="1275556" y="5440283"/>
            <a:ext cx="4553744" cy="105600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Discuss the initial task strategy for the focal project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Agree upon important milestones and the immediate next steps</a:t>
            </a: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D8B99F73-3E06-9EE5-83AE-DC293A3B4757}"/>
              </a:ext>
            </a:extLst>
          </p:cNvPr>
          <p:cNvSpPr/>
          <p:nvPr/>
        </p:nvSpPr>
        <p:spPr>
          <a:xfrm>
            <a:off x="768349" y="1432032"/>
            <a:ext cx="1014414" cy="103334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404DFA-D3A9-EEC8-A3DE-E70D10FC3D1D}"/>
              </a:ext>
            </a:extLst>
          </p:cNvPr>
          <p:cNvSpPr/>
          <p:nvPr/>
        </p:nvSpPr>
        <p:spPr>
          <a:xfrm>
            <a:off x="7390606" y="4896091"/>
            <a:ext cx="4553743" cy="16002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team members have a shared understanding of the initial strategy, including critical milestones?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Have team members agreed upon how to communicate and collaborate?</a:t>
            </a:r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B018E44B-1191-AA1A-3FAA-299C9E9E7703}"/>
              </a:ext>
            </a:extLst>
          </p:cNvPr>
          <p:cNvSpPr/>
          <p:nvPr/>
        </p:nvSpPr>
        <p:spPr>
          <a:xfrm>
            <a:off x="768349" y="2701411"/>
            <a:ext cx="1014414" cy="103334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F7E77FFD-4FBF-16BA-E923-141FBD435DD9}"/>
              </a:ext>
            </a:extLst>
          </p:cNvPr>
          <p:cNvSpPr/>
          <p:nvPr/>
        </p:nvSpPr>
        <p:spPr>
          <a:xfrm>
            <a:off x="768349" y="4067093"/>
            <a:ext cx="1014414" cy="103334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833575DF-BEE0-EFC4-8A7F-63F294D376C1}"/>
              </a:ext>
            </a:extLst>
          </p:cNvPr>
          <p:cNvSpPr/>
          <p:nvPr/>
        </p:nvSpPr>
        <p:spPr>
          <a:xfrm>
            <a:off x="768349" y="5455435"/>
            <a:ext cx="1014414" cy="103334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EB589C-A480-0FD7-E928-54A176A34C54}"/>
              </a:ext>
            </a:extLst>
          </p:cNvPr>
          <p:cNvSpPr/>
          <p:nvPr/>
        </p:nvSpPr>
        <p:spPr>
          <a:xfrm>
            <a:off x="6362702" y="1564100"/>
            <a:ext cx="1371600" cy="1371600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B507427-DA87-0430-9B8F-6763B1CE8E14}"/>
              </a:ext>
            </a:extLst>
          </p:cNvPr>
          <p:cNvSpPr/>
          <p:nvPr/>
        </p:nvSpPr>
        <p:spPr>
          <a:xfrm>
            <a:off x="6362702" y="3289058"/>
            <a:ext cx="1371600" cy="1371600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AF53B0F-1920-136D-B5BE-3A3FA94B2E50}"/>
              </a:ext>
            </a:extLst>
          </p:cNvPr>
          <p:cNvSpPr/>
          <p:nvPr/>
        </p:nvSpPr>
        <p:spPr>
          <a:xfrm>
            <a:off x="6362702" y="5014016"/>
            <a:ext cx="1371600" cy="1371600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3758A3-4E84-23CF-BC56-99F99515E0EF}"/>
              </a:ext>
            </a:extLst>
          </p:cNvPr>
          <p:cNvSpPr txBox="1"/>
          <p:nvPr/>
        </p:nvSpPr>
        <p:spPr>
          <a:xfrm>
            <a:off x="247650" y="868865"/>
            <a:ext cx="5298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Four Steps to Develop a Team Charter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0A2629-AFE4-E8FD-0757-D604F4C42A2E}"/>
              </a:ext>
            </a:extLst>
          </p:cNvPr>
          <p:cNvSpPr txBox="1"/>
          <p:nvPr/>
        </p:nvSpPr>
        <p:spPr>
          <a:xfrm>
            <a:off x="5829300" y="865609"/>
            <a:ext cx="6300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Confirm You Have Answered These Questions</a:t>
            </a:r>
          </a:p>
        </p:txBody>
      </p:sp>
    </p:spTree>
    <p:extLst>
      <p:ext uri="{BB962C8B-B14F-4D97-AF65-F5344CB8AC3E}">
        <p14:creationId xmlns:p14="http://schemas.microsoft.com/office/powerpoint/2010/main" val="174145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1" grpId="0" animBg="1"/>
      <p:bldP spid="23" grpId="0" animBg="1"/>
      <p:bldP spid="14" grpId="0" animBg="1"/>
      <p:bldP spid="15" grpId="0" animBg="1"/>
      <p:bldP spid="16" grpId="0" animBg="1"/>
      <p:bldP spid="3" grpId="0" animBg="1"/>
      <p:bldP spid="30" grpId="0" animBg="1"/>
      <p:bldP spid="31" grpId="0" animBg="1"/>
      <p:bldP spid="32" grpId="0" animBg="1"/>
      <p:bldP spid="33" grpId="0" animBg="1"/>
      <p:bldP spid="4" grpId="0" animBg="1"/>
      <p:bldP spid="34" grpId="0" animBg="1"/>
      <p:bldP spid="35" grpId="0" animBg="1"/>
      <p:bldP spid="5" grpId="0"/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B7990F-E254-AEAC-9BA9-B23BC8DF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Next: Leading Decision-Making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7F8152-C03E-9719-A914-9982A7EA4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dirty="0"/>
              <a:t>Read “What you don’t know about making decisions”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dirty="0"/>
              <a:t>Read “Making dumb groups smarter”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dirty="0"/>
              <a:t>Review your Bauer Leadership Center assessment report. You will use this in time working on your Team Charter</a:t>
            </a:r>
          </a:p>
        </p:txBody>
      </p:sp>
    </p:spTree>
    <p:extLst>
      <p:ext uri="{BB962C8B-B14F-4D97-AF65-F5344CB8AC3E}">
        <p14:creationId xmlns:p14="http://schemas.microsoft.com/office/powerpoint/2010/main" val="133960724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2_Office Theme">
  <a:themeElements>
    <a:clrScheme name="WU Olin Wow">
      <a:dk1>
        <a:srgbClr val="000000"/>
      </a:dk1>
      <a:lt1>
        <a:srgbClr val="FFFFFF"/>
      </a:lt1>
      <a:dk2>
        <a:srgbClr val="A51417"/>
      </a:dk2>
      <a:lt2>
        <a:srgbClr val="E7E6E6"/>
      </a:lt2>
      <a:accent1>
        <a:srgbClr val="007360"/>
      </a:accent1>
      <a:accent2>
        <a:srgbClr val="173E3A"/>
      </a:accent2>
      <a:accent3>
        <a:srgbClr val="C8C8C8"/>
      </a:accent3>
      <a:accent4>
        <a:srgbClr val="6C7373"/>
      </a:accent4>
      <a:accent5>
        <a:srgbClr val="F8BE15"/>
      </a:accent5>
      <a:accent6>
        <a:srgbClr val="005F85"/>
      </a:accent6>
      <a:hlink>
        <a:srgbClr val="A51417"/>
      </a:hlink>
      <a:folHlink>
        <a:srgbClr val="954F72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ashU Olin">
  <a:themeElements>
    <a:clrScheme name="WU Olin Wow">
      <a:dk1>
        <a:srgbClr val="000000"/>
      </a:dk1>
      <a:lt1>
        <a:srgbClr val="FFFFFF"/>
      </a:lt1>
      <a:dk2>
        <a:srgbClr val="A51417"/>
      </a:dk2>
      <a:lt2>
        <a:srgbClr val="E7E6E6"/>
      </a:lt2>
      <a:accent1>
        <a:srgbClr val="007360"/>
      </a:accent1>
      <a:accent2>
        <a:srgbClr val="173E3A"/>
      </a:accent2>
      <a:accent3>
        <a:srgbClr val="C8C8C8"/>
      </a:accent3>
      <a:accent4>
        <a:srgbClr val="6C7373"/>
      </a:accent4>
      <a:accent5>
        <a:srgbClr val="F8BE15"/>
      </a:accent5>
      <a:accent6>
        <a:srgbClr val="005F85"/>
      </a:accent6>
      <a:hlink>
        <a:srgbClr val="A51417"/>
      </a:hlink>
      <a:folHlink>
        <a:srgbClr val="954F72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ashU Olin" id="{1E43207E-B7E6-1042-BD7F-0DBDF98D80F1}" vid="{F290A36D-932F-AF49-9C61-559F1FFC16B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18393</TotalTime>
  <Words>943</Words>
  <Application>Microsoft Macintosh PowerPoint</Application>
  <PresentationFormat>Widescreen</PresentationFormat>
  <Paragraphs>138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Georgia</vt:lpstr>
      <vt:lpstr>Playfair Display</vt:lpstr>
      <vt:lpstr>Source Sans Pro</vt:lpstr>
      <vt:lpstr>2_Office Theme</vt:lpstr>
      <vt:lpstr>WashU Olin</vt:lpstr>
      <vt:lpstr>Team Development  &amp; Assessment  Module 2: Designing &amp; Launching Teams</vt:lpstr>
      <vt:lpstr>Three Dimensions of Team Effectiveness</vt:lpstr>
      <vt:lpstr>PowerPoint Presentation</vt:lpstr>
      <vt:lpstr>PowerPoint Presentation</vt:lpstr>
      <vt:lpstr>PowerPoint Presentation</vt:lpstr>
      <vt:lpstr>The Promise of Diverse Teams</vt:lpstr>
      <vt:lpstr>The Reality of Diverse Teams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 Launch is a Critical Period</vt:lpstr>
      <vt:lpstr>PowerPoint Presentation</vt:lpstr>
      <vt:lpstr>PowerPoint Presentation</vt:lpstr>
      <vt:lpstr>Next: Leading Decision-Making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Knight, Andrew</cp:lastModifiedBy>
  <cp:revision>1941</cp:revision>
  <dcterms:created xsi:type="dcterms:W3CDTF">2018-06-08T20:46:10Z</dcterms:created>
  <dcterms:modified xsi:type="dcterms:W3CDTF">2024-08-24T16:08:27Z</dcterms:modified>
</cp:coreProperties>
</file>