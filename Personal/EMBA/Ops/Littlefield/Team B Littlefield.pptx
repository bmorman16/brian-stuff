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89" r:id="rId3"/>
    <p:sldId id="29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9"/>
    <p:restoredTop sz="94650"/>
  </p:normalViewPr>
  <p:slideViewPr>
    <p:cSldViewPr snapToGrid="0">
      <p:cViewPr varScale="1">
        <p:scale>
          <a:sx n="94" d="100"/>
          <a:sy n="94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4F998-33F0-4C42-AAA3-E2894E84536F}" type="datetimeFigureOut">
              <a:rPr lang="en-US" smtClean="0"/>
              <a:t>6/7/25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B0B2C-E256-5B45-A904-4A116B54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950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197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CC0F-E683-E888-C2E0-5F490E0ED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0E6C4-D022-B384-FEB1-50B528E50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4564E-BD72-0C6B-171A-531612F92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338AD-2936-96D9-397F-DE88D8FC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656B2-93EA-E4C6-D3FB-A74BD56B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26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E087-ADFF-AD50-E0E8-DFB4093F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38AF7-8103-7C61-12D5-3A17F9C2E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529E-AE45-3033-38B1-EDCCBBA8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C92F-AB4F-7C32-DE3E-EFFD5D9D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339E6-E4F8-0168-A89D-9085EBBC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3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A56E-6603-BF24-3FC7-1B3591D1D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1783D-D93B-2A7D-92B2-0359221F2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8EFA8-025E-71EC-5B53-4173CF45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396FD-36A1-5C92-ECC5-2930F60C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13EB3-D33E-A769-099D-1A4E6158C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4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6F5B-9EC3-0880-9CAE-5476762B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39B9-3EE7-3414-1886-CDD389485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3D503-C737-A682-65E3-68F9D9102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E5F27-21D6-857F-7FB2-126DCB7C6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90631-0888-493B-EFEC-2211D43BF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BFBB-59F0-2456-E7DF-2AA3FEFB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4B18-F191-99C0-EE2C-4E03A8BB9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9966A-0360-9684-9C88-F867D1A78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97CBE-163D-37C6-BFC1-0CED60F07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E747F-ECED-4331-A377-2223AC293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3154D-D864-6D59-1E31-6121BC1E5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A81A0-32ED-13AB-72F3-A5C10A1C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5AB48-1300-B6EA-62E7-652077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15A83-A44C-CB79-0E86-E0D0761F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6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1CDD-B1CF-66DD-EA4F-7255BBD93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DC782-7AD2-BE44-1061-ABD08B703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89399-99C6-5190-41DC-9E0C379E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88BE7-BB28-1843-4321-914A345F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7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3A0BA-5C5E-A741-AD94-06FA08DC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0C4EF-77E6-072F-AF9E-2B984A3B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4E8E-19C8-E4AE-47B2-A17E92B5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3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5C54-924C-CF72-E442-A7B18AE8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1A2D-9F07-A787-FA20-F3E685397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B71D8-249C-C9DE-B944-898C3FC9D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0751C-EDD0-8936-2CBE-28CF072C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1D816-C76D-3EB8-6282-36AFB1BC2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A9BA5-3456-C930-FA14-A69EC71E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3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2399-F0DE-0244-A859-8F3B4887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B0C87-2171-8BB4-0AD7-4A2B15B1D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15F7F-038D-FBD2-073E-B9BCDE367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ED2E4-1087-8AE5-F4E1-FE7AEF2B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C41DE-9051-5055-2349-8EBB2B295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50EF7-3623-D4B3-623D-EF982E89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2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89BF-B239-BCBB-F3F4-3F31DE11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165F7-3E48-36B5-B435-57EC4B8E9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71334-C988-8789-91A6-D8C48D0C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B3923-AA93-7AC6-D7B1-390900ED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75646-1727-CC07-F5F0-D8F6CA20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1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14437-A44F-B23C-FC10-EBC2AFFCC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B13DE-96D4-2A0D-A6A8-99AC9BBF3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9871E-8E84-78CD-E3B5-C8DCF5D7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0E91E-350B-CFA0-148C-31FAAB26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2DFBA-C35C-4FD7-7EB7-F9CBE07B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4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E1674-B3CA-9B60-B6D8-4DB58032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9ACCC-5D27-C968-ED62-1AA2380CC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DDABA-ED03-831C-238C-45BE83CCB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169EA-CBA9-9E4E-A5DF-D4D99A80332D}" type="datetimeFigureOut">
              <a:rPr lang="en-US" smtClean="0"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DE675-8039-B233-E972-FA8223F21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8286-5959-247C-6793-3FA75B3B8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17FD1-810C-7646-A120-DE8D996FA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9161-E29B-07DB-4071-A15D0AF1D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09356-BAA8-6384-0AC4-B3EB33ABE0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99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4BA42A-28A0-4897-79AB-45ECCD3A54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8062" y="3691391"/>
            <a:ext cx="3536219" cy="3236756"/>
          </a:xfrm>
          <a:prstGeom prst="rect">
            <a:avLst/>
          </a:prstGeom>
        </p:spPr>
      </p:pic>
      <p:sp>
        <p:nvSpPr>
          <p:cNvPr id="183" name="Google Shape;183;p24"/>
          <p:cNvSpPr txBox="1"/>
          <p:nvPr/>
        </p:nvSpPr>
        <p:spPr>
          <a:xfrm>
            <a:off x="2956337" y="3691391"/>
            <a:ext cx="10794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dirty="0"/>
          </a:p>
        </p:txBody>
      </p:sp>
      <p:sp>
        <p:nvSpPr>
          <p:cNvPr id="184" name="Google Shape;184;p24"/>
          <p:cNvSpPr txBox="1"/>
          <p:nvPr/>
        </p:nvSpPr>
        <p:spPr>
          <a:xfrm>
            <a:off x="7658022" y="3370824"/>
            <a:ext cx="996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dirty="0"/>
          </a:p>
        </p:txBody>
      </p:sp>
      <p:sp>
        <p:nvSpPr>
          <p:cNvPr id="185" name="Google Shape;185;p24"/>
          <p:cNvSpPr txBox="1"/>
          <p:nvPr/>
        </p:nvSpPr>
        <p:spPr>
          <a:xfrm>
            <a:off x="1524001" y="1"/>
            <a:ext cx="9143999" cy="341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/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B 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(6</a:t>
            </a:r>
            <a:r>
              <a:rPr lang="en-US" sz="1600" b="1" baseline="300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place)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Cash: $1,615,687  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S1: 1 → 2 (day 33) → 3 (day 38) → 4 (day 39) → 5 (day 97) → 6 (day 130) → 7 (day 156) → 8 (day 163) → 9 (day 220) → 10 (day 233) → 11 (day 254) → 10 (day 328) → 8 (day 329) → 7 (day 334) → 5 (day 338) → 3 (day 343) → 2 (day 354) → 1 (day 355)  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S2: 1 → 2 (day 86) → 3 (day 196) → 2 (day 331) → 1 (day 340)  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S3: 1 → 2 (day 218) → 1 (day 235)  </a:t>
            </a:r>
          </a:p>
          <a:p>
            <a:pPr marL="342900" indent="-342900"/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Capacity Management  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S1: util &gt;95% by day 22 but ramped 1→11 too fast—should add one at util &gt;90% (~day 20) and trim when util &lt;70% (~day 260).  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S2: add at util &gt;80% (~day 86), sell when util &lt;40% (~day 330).  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S3: added at util &lt;60%—should add only if util &gt;90% (never reached).  </a:t>
            </a:r>
          </a:p>
          <a:p>
            <a:pPr marL="342900" indent="-342900"/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Contract Strategy  </a:t>
            </a:r>
          </a:p>
          <a:p>
            <a:pPr marL="342900" indent="-342900">
              <a:buFontTx/>
              <a:buChar char="-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Switched to C3 ($250/job) by day 42; early S1 shortage (days 1–33) forced some C2/C1 fills. Maintaining two S1 machines by day 20 would support uninterrupted C3 until day 175. </a:t>
            </a:r>
          </a:p>
          <a:p>
            <a:pPr marL="342900" indent="-342900">
              <a:buFontTx/>
              <a:buChar char="-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Inventory Performance  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Stockouts around days 174.7–176.9 during peak C3 demand.  </a:t>
            </a:r>
          </a:p>
          <a:p>
            <a:pPr marL="342900" indent="-342900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Leftover ≈1 106 kits (~$110,600)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1875E-5405-1C46-AFC1-56BB97AEC9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79464" y="4060723"/>
            <a:ext cx="3033211" cy="280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2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/>
        </p:nvSpPr>
        <p:spPr>
          <a:xfrm>
            <a:off x="5296041" y="548681"/>
            <a:ext cx="20319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Utilization 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3503713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1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7815808" y="1988840"/>
            <a:ext cx="10164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2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4CDA6-E1E8-AE27-8E95-DD4314AF7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3496" y="2679122"/>
            <a:ext cx="3757975" cy="3453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B2E8FF-463B-9B52-C5C6-9B1E7EAF7F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8961" y="2679121"/>
            <a:ext cx="3654237" cy="345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54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321</Words>
  <Application>Microsoft Macintosh PowerPoint</Application>
  <PresentationFormat>Widescreen</PresentationFormat>
  <Paragraphs>22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Cordia, Kim</dc:creator>
  <cp:lastModifiedBy>Cordia, Kim</cp:lastModifiedBy>
  <cp:revision>1</cp:revision>
  <dcterms:created xsi:type="dcterms:W3CDTF">2025-06-07T20:45:43Z</dcterms:created>
  <dcterms:modified xsi:type="dcterms:W3CDTF">2025-06-07T20:47:30Z</dcterms:modified>
</cp:coreProperties>
</file>