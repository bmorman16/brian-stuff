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3.xml" ContentType="application/vnd.openxmlformats-officedocument.presentationml.notesSlide+xml"/>
  <Override PartName="/ppt/ink/ink39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0.xml" ContentType="application/inkml+xml"/>
  <Override PartName="/ppt/notesSlides/notesSlide6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notesSlides/notesSlide7.xml" ContentType="application/vnd.openxmlformats-officedocument.presentationml.notesSlide+xml"/>
  <Override PartName="/ppt/ink/ink4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4"/>
  </p:notesMasterIdLst>
  <p:handoutMasterIdLst>
    <p:handoutMasterId r:id="rId115"/>
  </p:handoutMasterIdLst>
  <p:sldIdLst>
    <p:sldId id="421" r:id="rId2"/>
    <p:sldId id="518" r:id="rId3"/>
    <p:sldId id="563" r:id="rId4"/>
    <p:sldId id="465" r:id="rId5"/>
    <p:sldId id="256" r:id="rId6"/>
    <p:sldId id="615" r:id="rId7"/>
    <p:sldId id="423" r:id="rId8"/>
    <p:sldId id="616" r:id="rId9"/>
    <p:sldId id="617" r:id="rId10"/>
    <p:sldId id="278" r:id="rId11"/>
    <p:sldId id="519" r:id="rId12"/>
    <p:sldId id="516" r:id="rId13"/>
    <p:sldId id="281" r:id="rId14"/>
    <p:sldId id="282" r:id="rId15"/>
    <p:sldId id="266" r:id="rId16"/>
    <p:sldId id="263" r:id="rId17"/>
    <p:sldId id="262" r:id="rId18"/>
    <p:sldId id="260" r:id="rId19"/>
    <p:sldId id="477" r:id="rId20"/>
    <p:sldId id="517" r:id="rId21"/>
    <p:sldId id="483" r:id="rId22"/>
    <p:sldId id="425" r:id="rId23"/>
    <p:sldId id="457" r:id="rId24"/>
    <p:sldId id="557" r:id="rId25"/>
    <p:sldId id="459" r:id="rId26"/>
    <p:sldId id="458" r:id="rId27"/>
    <p:sldId id="461" r:id="rId28"/>
    <p:sldId id="558" r:id="rId29"/>
    <p:sldId id="559" r:id="rId30"/>
    <p:sldId id="556" r:id="rId31"/>
    <p:sldId id="424" r:id="rId32"/>
    <p:sldId id="460" r:id="rId33"/>
    <p:sldId id="560" r:id="rId34"/>
    <p:sldId id="484" r:id="rId35"/>
    <p:sldId id="485" r:id="rId36"/>
    <p:sldId id="486" r:id="rId37"/>
    <p:sldId id="487" r:id="rId38"/>
    <p:sldId id="488" r:id="rId39"/>
    <p:sldId id="489" r:id="rId40"/>
    <p:sldId id="490" r:id="rId41"/>
    <p:sldId id="491" r:id="rId42"/>
    <p:sldId id="492" r:id="rId43"/>
    <p:sldId id="493" r:id="rId44"/>
    <p:sldId id="494" r:id="rId45"/>
    <p:sldId id="495" r:id="rId46"/>
    <p:sldId id="496" r:id="rId47"/>
    <p:sldId id="561" r:id="rId48"/>
    <p:sldId id="498" r:id="rId49"/>
    <p:sldId id="499" r:id="rId50"/>
    <p:sldId id="500" r:id="rId51"/>
    <p:sldId id="501" r:id="rId52"/>
    <p:sldId id="305" r:id="rId53"/>
    <p:sldId id="306" r:id="rId54"/>
    <p:sldId id="504" r:id="rId55"/>
    <p:sldId id="505" r:id="rId56"/>
    <p:sldId id="506" r:id="rId57"/>
    <p:sldId id="507" r:id="rId58"/>
    <p:sldId id="508" r:id="rId59"/>
    <p:sldId id="564" r:id="rId60"/>
    <p:sldId id="565" r:id="rId61"/>
    <p:sldId id="566" r:id="rId62"/>
    <p:sldId id="567" r:id="rId63"/>
    <p:sldId id="552" r:id="rId64"/>
    <p:sldId id="514" r:id="rId65"/>
    <p:sldId id="474" r:id="rId66"/>
    <p:sldId id="482" r:id="rId67"/>
    <p:sldId id="569" r:id="rId68"/>
    <p:sldId id="570" r:id="rId69"/>
    <p:sldId id="571" r:id="rId70"/>
    <p:sldId id="572" r:id="rId71"/>
    <p:sldId id="573" r:id="rId72"/>
    <p:sldId id="574" r:id="rId73"/>
    <p:sldId id="575" r:id="rId74"/>
    <p:sldId id="576" r:id="rId75"/>
    <p:sldId id="577" r:id="rId76"/>
    <p:sldId id="581" r:id="rId77"/>
    <p:sldId id="578" r:id="rId78"/>
    <p:sldId id="579" r:id="rId79"/>
    <p:sldId id="580" r:id="rId80"/>
    <p:sldId id="470" r:id="rId81"/>
    <p:sldId id="582" r:id="rId82"/>
    <p:sldId id="583" r:id="rId83"/>
    <p:sldId id="584" r:id="rId84"/>
    <p:sldId id="585" r:id="rId85"/>
    <p:sldId id="586" r:id="rId86"/>
    <p:sldId id="587" r:id="rId87"/>
    <p:sldId id="588" r:id="rId88"/>
    <p:sldId id="589" r:id="rId89"/>
    <p:sldId id="590" r:id="rId90"/>
    <p:sldId id="591" r:id="rId91"/>
    <p:sldId id="592" r:id="rId92"/>
    <p:sldId id="593" r:id="rId93"/>
    <p:sldId id="594" r:id="rId94"/>
    <p:sldId id="595" r:id="rId95"/>
    <p:sldId id="596" r:id="rId96"/>
    <p:sldId id="597" r:id="rId97"/>
    <p:sldId id="599" r:id="rId98"/>
    <p:sldId id="600" r:id="rId99"/>
    <p:sldId id="601" r:id="rId100"/>
    <p:sldId id="602" r:id="rId101"/>
    <p:sldId id="603" r:id="rId102"/>
    <p:sldId id="604" r:id="rId103"/>
    <p:sldId id="605" r:id="rId104"/>
    <p:sldId id="606" r:id="rId105"/>
    <p:sldId id="607" r:id="rId106"/>
    <p:sldId id="608" r:id="rId107"/>
    <p:sldId id="609" r:id="rId108"/>
    <p:sldId id="610" r:id="rId109"/>
    <p:sldId id="611" r:id="rId110"/>
    <p:sldId id="612" r:id="rId111"/>
    <p:sldId id="613" r:id="rId112"/>
    <p:sldId id="614" r:id="rId113"/>
  </p:sldIdLst>
  <p:sldSz cx="12192000" cy="6858000"/>
  <p:notesSz cx="6997700" cy="9271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F27"/>
    <a:srgbClr val="C8C8C8"/>
    <a:srgbClr val="A51417"/>
    <a:srgbClr val="CFF1FD"/>
    <a:srgbClr val="CEE5FE"/>
    <a:srgbClr val="CCECFF"/>
    <a:srgbClr val="C0D2DE"/>
    <a:srgbClr val="BDD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1"/>
    <p:restoredTop sz="96273" autoAdjust="0"/>
  </p:normalViewPr>
  <p:slideViewPr>
    <p:cSldViewPr snapToGrid="0">
      <p:cViewPr varScale="1">
        <p:scale>
          <a:sx n="131" d="100"/>
          <a:sy n="131" d="100"/>
        </p:scale>
        <p:origin x="1808" y="1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rn, John" userId="231099543_tp_box_2" providerId="OAuth2" clId="{448D1B1F-505F-A140-8E76-3EC8EAF6DA12}"/>
    <pc:docChg chg="custSel addSld modSld">
      <pc:chgData name="Horn, John" userId="231099543_tp_box_2" providerId="OAuth2" clId="{448D1B1F-505F-A140-8E76-3EC8EAF6DA12}" dt="2023-01-08T03:53:42.261" v="8"/>
      <pc:docMkLst>
        <pc:docMk/>
      </pc:docMkLst>
      <pc:sldChg chg="modSp mod">
        <pc:chgData name="Horn, John" userId="231099543_tp_box_2" providerId="OAuth2" clId="{448D1B1F-505F-A140-8E76-3EC8EAF6DA12}" dt="2023-01-08T03:51:19.621" v="3" actId="20577"/>
        <pc:sldMkLst>
          <pc:docMk/>
          <pc:sldMk cId="0" sldId="262"/>
        </pc:sldMkLst>
      </pc:sldChg>
      <pc:sldChg chg="addSp delSp modSp mod">
        <pc:chgData name="Horn, John" userId="231099543_tp_box_2" providerId="OAuth2" clId="{448D1B1F-505F-A140-8E76-3EC8EAF6DA12}" dt="2023-01-08T03:52:07.097" v="7"/>
        <pc:sldMkLst>
          <pc:docMk/>
          <pc:sldMk cId="0" sldId="278"/>
        </pc:sldMkLst>
      </pc:sldChg>
      <pc:sldChg chg="addSp delSp modSp">
        <pc:chgData name="Horn, John" userId="231099543_tp_box_2" providerId="OAuth2" clId="{448D1B1F-505F-A140-8E76-3EC8EAF6DA12}" dt="2023-01-08T03:51:49.928" v="5"/>
        <pc:sldMkLst>
          <pc:docMk/>
          <pc:sldMk cId="0" sldId="291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2551977813" sldId="457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1923149850" sldId="458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3062623210" sldId="459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3650054438" sldId="460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1469316442" sldId="461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1453382429" sldId="555"/>
        </pc:sldMkLst>
      </pc:sldChg>
      <pc:sldChg chg="add">
        <pc:chgData name="Horn, John" userId="231099543_tp_box_2" providerId="OAuth2" clId="{448D1B1F-505F-A140-8E76-3EC8EAF6DA12}" dt="2023-01-08T03:53:42.261" v="8"/>
        <pc:sldMkLst>
          <pc:docMk/>
          <pc:sldMk cId="1726734937" sldId="556"/>
        </pc:sldMkLst>
      </pc:sldChg>
    </pc:docChg>
  </pc:docChgLst>
  <pc:docChgLst>
    <pc:chgData name="Horn, John" userId="231099543_tp_box_2" providerId="OAuth2" clId="{9ECAA752-67F1-8A48-A80D-B812C534923E}"/>
    <pc:docChg chg="modSld">
      <pc:chgData name="Horn, John" userId="231099543_tp_box_2" providerId="OAuth2" clId="{9ECAA752-67F1-8A48-A80D-B812C534923E}" dt="2023-01-12T04:10:02.790" v="17" actId="20577"/>
      <pc:docMkLst>
        <pc:docMk/>
      </pc:docMkLst>
      <pc:sldChg chg="modSp mod">
        <pc:chgData name="Horn, John" userId="231099543_tp_box_2" providerId="OAuth2" clId="{9ECAA752-67F1-8A48-A80D-B812C534923E}" dt="2023-01-12T04:10:02.790" v="17" actId="20577"/>
        <pc:sldMkLst>
          <pc:docMk/>
          <pc:sldMk cId="1264981391" sldId="518"/>
        </pc:sldMkLst>
      </pc:sldChg>
    </pc:docChg>
  </pc:docChgLst>
  <pc:docChgLst>
    <pc:chgData name="Horn, John" userId="231099543_tp_box_2" providerId="OAuth2" clId="{82579522-6660-3D4F-B028-AE3521185EE4}"/>
    <pc:docChg chg="addSld modSld">
      <pc:chgData name="Horn, John" userId="231099543_tp_box_2" providerId="OAuth2" clId="{82579522-6660-3D4F-B028-AE3521185EE4}" dt="2023-01-05T20:11:28.543" v="1"/>
      <pc:docMkLst>
        <pc:docMk/>
      </pc:docMkLst>
      <pc:sldChg chg="add">
        <pc:chgData name="Horn, John" userId="231099543_tp_box_2" providerId="OAuth2" clId="{82579522-6660-3D4F-B028-AE3521185EE4}" dt="2023-01-05T20:11:28.543" v="1"/>
        <pc:sldMkLst>
          <pc:docMk/>
          <pc:sldMk cId="0" sldId="271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272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273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274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275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289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290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3826150934" sldId="318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3472150847" sldId="322"/>
        </pc:sldMkLst>
      </pc:sldChg>
      <pc:sldChg chg="modSp mod">
        <pc:chgData name="Horn, John" userId="231099543_tp_box_2" providerId="OAuth2" clId="{82579522-6660-3D4F-B028-AE3521185EE4}" dt="2023-01-05T20:10:58.353" v="0" actId="20577"/>
        <pc:sldMkLst>
          <pc:docMk/>
          <pc:sldMk cId="3615124859" sldId="421"/>
        </pc:sldMkLst>
      </pc:sldChg>
      <pc:sldChg chg="add">
        <pc:chgData name="Horn, John" userId="231099543_tp_box_2" providerId="OAuth2" clId="{82579522-6660-3D4F-B028-AE3521185EE4}" dt="2023-01-05T20:11:28.543" v="1"/>
        <pc:sldMkLst>
          <pc:docMk/>
          <pc:sldMk cId="0" sldId="554"/>
        </pc:sldMkLst>
      </pc:sldChg>
    </pc:docChg>
  </pc:docChgLst>
  <pc:docChgLst>
    <pc:chgData name="Horn, John" userId="231099543_tp_box_2" providerId="OAuth2" clId="{17BFA747-BD55-3D41-8002-C08E3620C304}"/>
    <pc:docChg chg="addSld delSld modSld">
      <pc:chgData name="Horn, John" userId="231099543_tp_box_2" providerId="OAuth2" clId="{17BFA747-BD55-3D41-8002-C08E3620C304}" dt="2023-01-05T05:07:44.295" v="2" actId="2696"/>
      <pc:docMkLst>
        <pc:docMk/>
      </pc:docMkLst>
      <pc:sldChg chg="del">
        <pc:chgData name="Horn, John" userId="231099543_tp_box_2" providerId="OAuth2" clId="{17BFA747-BD55-3D41-8002-C08E3620C304}" dt="2023-01-05T05:07:44.295" v="2" actId="2696"/>
        <pc:sldMkLst>
          <pc:docMk/>
          <pc:sldMk cId="0" sldId="279"/>
        </pc:sldMkLst>
      </pc:sldChg>
      <pc:sldChg chg="add">
        <pc:chgData name="Horn, John" userId="231099543_tp_box_2" providerId="OAuth2" clId="{17BFA747-BD55-3D41-8002-C08E3620C304}" dt="2023-01-05T05:07:30.932" v="1"/>
        <pc:sldMkLst>
          <pc:docMk/>
          <pc:sldMk cId="2056117696" sldId="516"/>
        </pc:sldMkLst>
      </pc:sldChg>
      <pc:sldChg chg="add">
        <pc:chgData name="Horn, John" userId="231099543_tp_box_2" providerId="OAuth2" clId="{17BFA747-BD55-3D41-8002-C08E3620C304}" dt="2023-01-05T05:05:27.008" v="0"/>
        <pc:sldMkLst>
          <pc:docMk/>
          <pc:sldMk cId="1264981391" sldId="518"/>
        </pc:sldMkLst>
      </pc:sldChg>
      <pc:sldChg chg="add">
        <pc:chgData name="Horn, John" userId="231099543_tp_box_2" providerId="OAuth2" clId="{17BFA747-BD55-3D41-8002-C08E3620C304}" dt="2023-01-05T05:07:30.932" v="1"/>
        <pc:sldMkLst>
          <pc:docMk/>
          <pc:sldMk cId="0" sldId="519"/>
        </pc:sldMkLst>
      </pc:sldChg>
    </pc:docChg>
  </pc:docChgLst>
  <pc:docChgLst>
    <pc:chgData name="Horn, John" userId="231099543_tp_box_2" providerId="OAuth2" clId="{2430A2F7-556A-AE49-9D90-1E033DED008E}"/>
    <pc:docChg chg="undo custSel addSld delSld modSld sldOrd">
      <pc:chgData name="Horn, John" userId="231099543_tp_box_2" providerId="OAuth2" clId="{2430A2F7-556A-AE49-9D90-1E033DED008E}" dt="2023-01-09T17:20:16.999" v="159" actId="1035"/>
      <pc:docMkLst>
        <pc:docMk/>
      </pc:docMkLst>
      <pc:sldChg chg="addSp delSp modSp">
        <pc:chgData name="Horn, John" userId="231099543_tp_box_2" providerId="OAuth2" clId="{2430A2F7-556A-AE49-9D90-1E033DED008E}" dt="2023-01-09T16:13:46.243" v="1"/>
        <pc:sldMkLst>
          <pc:docMk/>
          <pc:sldMk cId="0" sldId="263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0" sldId="271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0" sldId="272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0" sldId="273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0" sldId="274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0" sldId="275"/>
        </pc:sldMkLst>
      </pc:sldChg>
      <pc:sldChg chg="add del">
        <pc:chgData name="Horn, John" userId="231099543_tp_box_2" providerId="OAuth2" clId="{2430A2F7-556A-AE49-9D90-1E033DED008E}" dt="2023-01-09T17:18:16.745" v="123"/>
        <pc:sldMkLst>
          <pc:docMk/>
          <pc:sldMk cId="0" sldId="284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0" sldId="289"/>
        </pc:sldMkLst>
      </pc:sldChg>
      <pc:sldChg chg="modSp add del mod">
        <pc:chgData name="Horn, John" userId="231099543_tp_box_2" providerId="OAuth2" clId="{2430A2F7-556A-AE49-9D90-1E033DED008E}" dt="2023-01-09T16:22:42.292" v="68" actId="20577"/>
        <pc:sldMkLst>
          <pc:docMk/>
          <pc:sldMk cId="0" sldId="290"/>
        </pc:sldMkLst>
      </pc:sldChg>
      <pc:sldChg chg="add ord">
        <pc:chgData name="Horn, John" userId="231099543_tp_box_2" providerId="OAuth2" clId="{2430A2F7-556A-AE49-9D90-1E033DED008E}" dt="2023-01-09T17:16:41.036" v="118" actId="20578"/>
        <pc:sldMkLst>
          <pc:docMk/>
          <pc:sldMk cId="676845871" sldId="305"/>
        </pc:sldMkLst>
      </pc:sldChg>
      <pc:sldChg chg="add ord">
        <pc:chgData name="Horn, John" userId="231099543_tp_box_2" providerId="OAuth2" clId="{2430A2F7-556A-AE49-9D90-1E033DED008E}" dt="2023-01-09T17:16:41.036" v="118" actId="20578"/>
        <pc:sldMkLst>
          <pc:docMk/>
          <pc:sldMk cId="3571913636" sldId="306"/>
        </pc:sldMkLst>
      </pc:sldChg>
      <pc:sldChg chg="del">
        <pc:chgData name="Horn, John" userId="231099543_tp_box_2" providerId="OAuth2" clId="{2430A2F7-556A-AE49-9D90-1E033DED008E}" dt="2023-01-09T16:21:52.144" v="53" actId="2696"/>
        <pc:sldMkLst>
          <pc:docMk/>
          <pc:sldMk cId="3826150934" sldId="318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3472150847" sldId="322"/>
        </pc:sldMkLst>
      </pc:sldChg>
      <pc:sldChg chg="add">
        <pc:chgData name="Horn, John" userId="231099543_tp_box_2" providerId="OAuth2" clId="{2430A2F7-556A-AE49-9D90-1E033DED008E}" dt="2023-01-09T16:17:21.077" v="5"/>
        <pc:sldMkLst>
          <pc:docMk/>
          <pc:sldMk cId="536750900" sldId="424"/>
        </pc:sldMkLst>
      </pc:sldChg>
      <pc:sldChg chg="add">
        <pc:chgData name="Horn, John" userId="231099543_tp_box_2" providerId="OAuth2" clId="{2430A2F7-556A-AE49-9D90-1E033DED008E}" dt="2023-01-09T16:16:21.017" v="2"/>
        <pc:sldMkLst>
          <pc:docMk/>
          <pc:sldMk cId="2950891949" sldId="425"/>
        </pc:sldMkLst>
      </pc:sldChg>
      <pc:sldChg chg="modSp add">
        <pc:chgData name="Horn, John" userId="231099543_tp_box_2" providerId="OAuth2" clId="{2430A2F7-556A-AE49-9D90-1E033DED008E}" dt="2023-01-09T16:58:15.703" v="114" actId="255"/>
        <pc:sldMkLst>
          <pc:docMk/>
          <pc:sldMk cId="3002909088" sldId="454"/>
        </pc:sldMkLst>
      </pc:sldChg>
      <pc:sldChg chg="add del">
        <pc:chgData name="Horn, John" userId="231099543_tp_box_2" providerId="OAuth2" clId="{2430A2F7-556A-AE49-9D90-1E033DED008E}" dt="2023-01-09T16:24:55.538" v="104"/>
        <pc:sldMkLst>
          <pc:docMk/>
          <pc:sldMk cId="1154896999" sldId="465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3795650540" sldId="474"/>
        </pc:sldMkLst>
      </pc:sldChg>
      <pc:sldChg chg="add del">
        <pc:chgData name="Horn, John" userId="231099543_tp_box_2" providerId="OAuth2" clId="{2430A2F7-556A-AE49-9D90-1E033DED008E}" dt="2023-01-09T16:21:52.895" v="61"/>
        <pc:sldMkLst>
          <pc:docMk/>
          <pc:sldMk cId="3498414040" sldId="475"/>
        </pc:sldMkLst>
      </pc:sldChg>
      <pc:sldChg chg="add del">
        <pc:chgData name="Horn, John" userId="231099543_tp_box_2" providerId="OAuth2" clId="{2430A2F7-556A-AE49-9D90-1E033DED008E}" dt="2023-01-09T16:27:49.256" v="107" actId="2696"/>
        <pc:sldMkLst>
          <pc:docMk/>
          <pc:sldMk cId="1545279464" sldId="482"/>
        </pc:sldMkLst>
      </pc:sldChg>
      <pc:sldChg chg="delSp modSp add del mod ord">
        <pc:chgData name="Horn, John" userId="231099543_tp_box_2" providerId="OAuth2" clId="{2430A2F7-556A-AE49-9D90-1E033DED008E}" dt="2023-01-09T16:28:40.080" v="112" actId="1076"/>
        <pc:sldMkLst>
          <pc:docMk/>
          <pc:sldMk cId="3800928871" sldId="483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3623578709" sldId="484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167317808" sldId="485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1641477182" sldId="486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658144703" sldId="487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1341206033" sldId="488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1749699971" sldId="489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2775732987" sldId="490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3682173220" sldId="491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34618587" sldId="492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752591056" sldId="493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496517627" sldId="494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1537201226" sldId="495"/>
        </pc:sldMkLst>
      </pc:sldChg>
      <pc:sldChg chg="add del">
        <pc:chgData name="Horn, John" userId="231099543_tp_box_2" providerId="OAuth2" clId="{2430A2F7-556A-AE49-9D90-1E033DED008E}" dt="2023-01-09T16:18:46.237" v="23"/>
        <pc:sldMkLst>
          <pc:docMk/>
          <pc:sldMk cId="2380626917" sldId="496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2216968670" sldId="498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3136515553" sldId="499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1773470505" sldId="500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2276819188" sldId="501"/>
        </pc:sldMkLst>
      </pc:sldChg>
      <pc:sldChg chg="add del">
        <pc:chgData name="Horn, John" userId="231099543_tp_box_2" providerId="OAuth2" clId="{2430A2F7-556A-AE49-9D90-1E033DED008E}" dt="2023-01-09T17:16:36.403" v="115" actId="2696"/>
        <pc:sldMkLst>
          <pc:docMk/>
          <pc:sldMk cId="1772855537" sldId="502"/>
        </pc:sldMkLst>
      </pc:sldChg>
      <pc:sldChg chg="add del">
        <pc:chgData name="Horn, John" userId="231099543_tp_box_2" providerId="OAuth2" clId="{2430A2F7-556A-AE49-9D90-1E033DED008E}" dt="2023-01-09T17:16:36.438" v="116" actId="2696"/>
        <pc:sldMkLst>
          <pc:docMk/>
          <pc:sldMk cId="1891664315" sldId="503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3455603293" sldId="504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3669633001" sldId="505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1914067038" sldId="506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784645287" sldId="507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2430731243" sldId="508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414517836" sldId="509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2594265339" sldId="510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590600100" sldId="511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1652118588" sldId="512"/>
        </pc:sldMkLst>
      </pc:sldChg>
      <pc:sldChg chg="add">
        <pc:chgData name="Horn, John" userId="231099543_tp_box_2" providerId="OAuth2" clId="{2430A2F7-556A-AE49-9D90-1E033DED008E}" dt="2023-01-09T16:21:52.895" v="61"/>
        <pc:sldMkLst>
          <pc:docMk/>
          <pc:sldMk cId="1063524800" sldId="514"/>
        </pc:sldMkLst>
      </pc:sldChg>
      <pc:sldChg chg="modSp mod modAnim">
        <pc:chgData name="Horn, John" userId="231099543_tp_box_2" providerId="OAuth2" clId="{2430A2F7-556A-AE49-9D90-1E033DED008E}" dt="2023-01-09T17:20:16.999" v="159" actId="1035"/>
        <pc:sldMkLst>
          <pc:docMk/>
          <pc:sldMk cId="2056117696" sldId="516"/>
        </pc:sldMkLst>
      </pc:sldChg>
      <pc:sldChg chg="add">
        <pc:chgData name="Horn, John" userId="231099543_tp_box_2" providerId="OAuth2" clId="{2430A2F7-556A-AE49-9D90-1E033DED008E}" dt="2023-01-09T16:25:14.682" v="106"/>
        <pc:sldMkLst>
          <pc:docMk/>
          <pc:sldMk cId="713045986" sldId="517"/>
        </pc:sldMkLst>
      </pc:sldChg>
      <pc:sldChg chg="modSp mod">
        <pc:chgData name="Horn, John" userId="231099543_tp_box_2" providerId="OAuth2" clId="{2430A2F7-556A-AE49-9D90-1E033DED008E}" dt="2023-01-09T16:23:50.109" v="102" actId="20577"/>
        <pc:sldMkLst>
          <pc:docMk/>
          <pc:sldMk cId="1264981391" sldId="518"/>
        </pc:sldMkLst>
      </pc:sldChg>
      <pc:sldChg chg="modSp">
        <pc:chgData name="Horn, John" userId="231099543_tp_box_2" providerId="OAuth2" clId="{2430A2F7-556A-AE49-9D90-1E033DED008E}" dt="2023-01-09T17:18:26.717" v="124" actId="20577"/>
        <pc:sldMkLst>
          <pc:docMk/>
          <pc:sldMk cId="0" sldId="519"/>
        </pc:sldMkLst>
      </pc:sldChg>
      <pc:sldChg chg="del">
        <pc:chgData name="Horn, John" userId="231099543_tp_box_2" providerId="OAuth2" clId="{2430A2F7-556A-AE49-9D90-1E033DED008E}" dt="2023-01-09T16:18:59.380" v="24" actId="2696"/>
        <pc:sldMkLst>
          <pc:docMk/>
          <pc:sldMk cId="524374474" sldId="520"/>
        </pc:sldMkLst>
      </pc:sldChg>
      <pc:sldChg chg="add">
        <pc:chgData name="Horn, John" userId="231099543_tp_box_2" providerId="OAuth2" clId="{2430A2F7-556A-AE49-9D90-1E033DED008E}" dt="2023-01-09T16:21:52.895" v="61"/>
        <pc:sldMkLst>
          <pc:docMk/>
          <pc:sldMk cId="4010401408" sldId="520"/>
        </pc:sldMkLst>
      </pc:sldChg>
      <pc:sldChg chg="del">
        <pc:chgData name="Horn, John" userId="231099543_tp_box_2" providerId="OAuth2" clId="{2430A2F7-556A-AE49-9D90-1E033DED008E}" dt="2023-01-09T16:18:38.519" v="12" actId="2696"/>
        <pc:sldMkLst>
          <pc:docMk/>
          <pc:sldMk cId="1545279464" sldId="521"/>
        </pc:sldMkLst>
      </pc:sldChg>
      <pc:sldChg chg="del">
        <pc:chgData name="Horn, John" userId="231099543_tp_box_2" providerId="OAuth2" clId="{2430A2F7-556A-AE49-9D90-1E033DED008E}" dt="2023-01-09T16:18:38.529" v="14" actId="2696"/>
        <pc:sldMkLst>
          <pc:docMk/>
          <pc:sldMk cId="3800928871" sldId="522"/>
        </pc:sldMkLst>
      </pc:sldChg>
      <pc:sldChg chg="del">
        <pc:chgData name="Horn, John" userId="231099543_tp_box_2" providerId="OAuth2" clId="{2430A2F7-556A-AE49-9D90-1E033DED008E}" dt="2023-01-09T16:18:38.497" v="8" actId="2696"/>
        <pc:sldMkLst>
          <pc:docMk/>
          <pc:sldMk cId="3623578709" sldId="523"/>
        </pc:sldMkLst>
      </pc:sldChg>
      <pc:sldChg chg="del">
        <pc:chgData name="Horn, John" userId="231099543_tp_box_2" providerId="OAuth2" clId="{2430A2F7-556A-AE49-9D90-1E033DED008E}" dt="2023-01-09T16:18:38.491" v="7" actId="2696"/>
        <pc:sldMkLst>
          <pc:docMk/>
          <pc:sldMk cId="167317808" sldId="524"/>
        </pc:sldMkLst>
      </pc:sldChg>
      <pc:sldChg chg="del">
        <pc:chgData name="Horn, John" userId="231099543_tp_box_2" providerId="OAuth2" clId="{2430A2F7-556A-AE49-9D90-1E033DED008E}" dt="2023-01-09T16:18:38.584" v="20" actId="2696"/>
        <pc:sldMkLst>
          <pc:docMk/>
          <pc:sldMk cId="1641477182" sldId="525"/>
        </pc:sldMkLst>
      </pc:sldChg>
      <pc:sldChg chg="del">
        <pc:chgData name="Horn, John" userId="231099543_tp_box_2" providerId="OAuth2" clId="{2430A2F7-556A-AE49-9D90-1E033DED008E}" dt="2023-01-09T16:18:38.580" v="19" actId="2696"/>
        <pc:sldMkLst>
          <pc:docMk/>
          <pc:sldMk cId="658144703" sldId="526"/>
        </pc:sldMkLst>
      </pc:sldChg>
      <pc:sldChg chg="del">
        <pc:chgData name="Horn, John" userId="231099543_tp_box_2" providerId="OAuth2" clId="{2430A2F7-556A-AE49-9D90-1E033DED008E}" dt="2023-01-09T16:18:38.533" v="15" actId="2696"/>
        <pc:sldMkLst>
          <pc:docMk/>
          <pc:sldMk cId="1341206033" sldId="527"/>
        </pc:sldMkLst>
      </pc:sldChg>
      <pc:sldChg chg="del">
        <pc:chgData name="Horn, John" userId="231099543_tp_box_2" providerId="OAuth2" clId="{2430A2F7-556A-AE49-9D90-1E033DED008E}" dt="2023-01-09T16:18:38.514" v="11" actId="2696"/>
        <pc:sldMkLst>
          <pc:docMk/>
          <pc:sldMk cId="1749699971" sldId="528"/>
        </pc:sldMkLst>
      </pc:sldChg>
      <pc:sldChg chg="del">
        <pc:chgData name="Horn, John" userId="231099543_tp_box_2" providerId="OAuth2" clId="{2430A2F7-556A-AE49-9D90-1E033DED008E}" dt="2023-01-09T16:18:38.501" v="9" actId="2696"/>
        <pc:sldMkLst>
          <pc:docMk/>
          <pc:sldMk cId="2775732987" sldId="529"/>
        </pc:sldMkLst>
      </pc:sldChg>
      <pc:sldChg chg="del">
        <pc:chgData name="Horn, John" userId="231099543_tp_box_2" providerId="OAuth2" clId="{2430A2F7-556A-AE49-9D90-1E033DED008E}" dt="2023-01-09T16:18:38.525" v="13" actId="2696"/>
        <pc:sldMkLst>
          <pc:docMk/>
          <pc:sldMk cId="3682173220" sldId="530"/>
        </pc:sldMkLst>
      </pc:sldChg>
      <pc:sldChg chg="del">
        <pc:chgData name="Horn, John" userId="231099543_tp_box_2" providerId="OAuth2" clId="{2430A2F7-556A-AE49-9D90-1E033DED008E}" dt="2023-01-09T16:18:38.576" v="18" actId="2696"/>
        <pc:sldMkLst>
          <pc:docMk/>
          <pc:sldMk cId="34618587" sldId="531"/>
        </pc:sldMkLst>
      </pc:sldChg>
      <pc:sldChg chg="del">
        <pc:chgData name="Horn, John" userId="231099543_tp_box_2" providerId="OAuth2" clId="{2430A2F7-556A-AE49-9D90-1E033DED008E}" dt="2023-01-09T16:18:38.508" v="10" actId="2696"/>
        <pc:sldMkLst>
          <pc:docMk/>
          <pc:sldMk cId="752591056" sldId="532"/>
        </pc:sldMkLst>
      </pc:sldChg>
      <pc:sldChg chg="del">
        <pc:chgData name="Horn, John" userId="231099543_tp_box_2" providerId="OAuth2" clId="{2430A2F7-556A-AE49-9D90-1E033DED008E}" dt="2023-01-09T16:18:38.538" v="16" actId="2696"/>
        <pc:sldMkLst>
          <pc:docMk/>
          <pc:sldMk cId="496517627" sldId="533"/>
        </pc:sldMkLst>
      </pc:sldChg>
      <pc:sldChg chg="del">
        <pc:chgData name="Horn, John" userId="231099543_tp_box_2" providerId="OAuth2" clId="{2430A2F7-556A-AE49-9D90-1E033DED008E}" dt="2023-01-09T16:18:38.542" v="17" actId="2696"/>
        <pc:sldMkLst>
          <pc:docMk/>
          <pc:sldMk cId="1537201226" sldId="534"/>
        </pc:sldMkLst>
      </pc:sldChg>
      <pc:sldChg chg="del">
        <pc:chgData name="Horn, John" userId="231099543_tp_box_2" providerId="OAuth2" clId="{2430A2F7-556A-AE49-9D90-1E033DED008E}" dt="2023-01-09T16:18:38.480" v="6" actId="2696"/>
        <pc:sldMkLst>
          <pc:docMk/>
          <pc:sldMk cId="2380626917" sldId="535"/>
        </pc:sldMkLst>
      </pc:sldChg>
      <pc:sldChg chg="del">
        <pc:chgData name="Horn, John" userId="231099543_tp_box_2" providerId="OAuth2" clId="{2430A2F7-556A-AE49-9D90-1E033DED008E}" dt="2023-01-09T16:20:27.240" v="27" actId="2696"/>
        <pc:sldMkLst>
          <pc:docMk/>
          <pc:sldMk cId="1430017346" sldId="536"/>
        </pc:sldMkLst>
      </pc:sldChg>
      <pc:sldChg chg="del">
        <pc:chgData name="Horn, John" userId="231099543_tp_box_2" providerId="OAuth2" clId="{2430A2F7-556A-AE49-9D90-1E033DED008E}" dt="2023-01-09T16:20:27.331" v="38" actId="2696"/>
        <pc:sldMkLst>
          <pc:docMk/>
          <pc:sldMk cId="2216968670" sldId="537"/>
        </pc:sldMkLst>
      </pc:sldChg>
      <pc:sldChg chg="del">
        <pc:chgData name="Horn, John" userId="231099543_tp_box_2" providerId="OAuth2" clId="{2430A2F7-556A-AE49-9D90-1E033DED008E}" dt="2023-01-09T16:20:27.383" v="42" actId="2696"/>
        <pc:sldMkLst>
          <pc:docMk/>
          <pc:sldMk cId="3136515553" sldId="538"/>
        </pc:sldMkLst>
      </pc:sldChg>
      <pc:sldChg chg="del">
        <pc:chgData name="Horn, John" userId="231099543_tp_box_2" providerId="OAuth2" clId="{2430A2F7-556A-AE49-9D90-1E033DED008E}" dt="2023-01-09T16:20:27.280" v="35" actId="2696"/>
        <pc:sldMkLst>
          <pc:docMk/>
          <pc:sldMk cId="1773470505" sldId="539"/>
        </pc:sldMkLst>
      </pc:sldChg>
      <pc:sldChg chg="del">
        <pc:chgData name="Horn, John" userId="231099543_tp_box_2" providerId="OAuth2" clId="{2430A2F7-556A-AE49-9D90-1E033DED008E}" dt="2023-01-09T16:20:27.269" v="32" actId="2696"/>
        <pc:sldMkLst>
          <pc:docMk/>
          <pc:sldMk cId="2276819188" sldId="540"/>
        </pc:sldMkLst>
      </pc:sldChg>
      <pc:sldChg chg="del">
        <pc:chgData name="Horn, John" userId="231099543_tp_box_2" providerId="OAuth2" clId="{2430A2F7-556A-AE49-9D90-1E033DED008E}" dt="2023-01-09T16:20:27.273" v="33" actId="2696"/>
        <pc:sldMkLst>
          <pc:docMk/>
          <pc:sldMk cId="1772855537" sldId="541"/>
        </pc:sldMkLst>
      </pc:sldChg>
      <pc:sldChg chg="del">
        <pc:chgData name="Horn, John" userId="231099543_tp_box_2" providerId="OAuth2" clId="{2430A2F7-556A-AE49-9D90-1E033DED008E}" dt="2023-01-09T16:20:27.261" v="30" actId="2696"/>
        <pc:sldMkLst>
          <pc:docMk/>
          <pc:sldMk cId="1891664315" sldId="542"/>
        </pc:sldMkLst>
      </pc:sldChg>
      <pc:sldChg chg="del">
        <pc:chgData name="Horn, John" userId="231099543_tp_box_2" providerId="OAuth2" clId="{2430A2F7-556A-AE49-9D90-1E033DED008E}" dt="2023-01-09T16:20:27.334" v="39" actId="2696"/>
        <pc:sldMkLst>
          <pc:docMk/>
          <pc:sldMk cId="3455603293" sldId="543"/>
        </pc:sldMkLst>
      </pc:sldChg>
      <pc:sldChg chg="del">
        <pc:chgData name="Horn, John" userId="231099543_tp_box_2" providerId="OAuth2" clId="{2430A2F7-556A-AE49-9D90-1E033DED008E}" dt="2023-01-09T16:20:27.245" v="28" actId="2696"/>
        <pc:sldMkLst>
          <pc:docMk/>
          <pc:sldMk cId="3669633001" sldId="544"/>
        </pc:sldMkLst>
      </pc:sldChg>
      <pc:sldChg chg="del">
        <pc:chgData name="Horn, John" userId="231099543_tp_box_2" providerId="OAuth2" clId="{2430A2F7-556A-AE49-9D90-1E033DED008E}" dt="2023-01-09T16:20:27.290" v="37" actId="2696"/>
        <pc:sldMkLst>
          <pc:docMk/>
          <pc:sldMk cId="1914067038" sldId="545"/>
        </pc:sldMkLst>
      </pc:sldChg>
      <pc:sldChg chg="del">
        <pc:chgData name="Horn, John" userId="231099543_tp_box_2" providerId="OAuth2" clId="{2430A2F7-556A-AE49-9D90-1E033DED008E}" dt="2023-01-09T16:20:27.343" v="41" actId="2696"/>
        <pc:sldMkLst>
          <pc:docMk/>
          <pc:sldMk cId="784645287" sldId="546"/>
        </pc:sldMkLst>
      </pc:sldChg>
      <pc:sldChg chg="del">
        <pc:chgData name="Horn, John" userId="231099543_tp_box_2" providerId="OAuth2" clId="{2430A2F7-556A-AE49-9D90-1E033DED008E}" dt="2023-01-09T16:20:27.276" v="34" actId="2696"/>
        <pc:sldMkLst>
          <pc:docMk/>
          <pc:sldMk cId="2430731243" sldId="547"/>
        </pc:sldMkLst>
      </pc:sldChg>
      <pc:sldChg chg="del">
        <pc:chgData name="Horn, John" userId="231099543_tp_box_2" providerId="OAuth2" clId="{2430A2F7-556A-AE49-9D90-1E033DED008E}" dt="2023-01-09T16:20:27.341" v="40" actId="2696"/>
        <pc:sldMkLst>
          <pc:docMk/>
          <pc:sldMk cId="414517836" sldId="548"/>
        </pc:sldMkLst>
      </pc:sldChg>
      <pc:sldChg chg="del">
        <pc:chgData name="Horn, John" userId="231099543_tp_box_2" providerId="OAuth2" clId="{2430A2F7-556A-AE49-9D90-1E033DED008E}" dt="2023-01-09T16:20:27.257" v="29" actId="2696"/>
        <pc:sldMkLst>
          <pc:docMk/>
          <pc:sldMk cId="2594265339" sldId="549"/>
        </pc:sldMkLst>
      </pc:sldChg>
      <pc:sldChg chg="del">
        <pc:chgData name="Horn, John" userId="231099543_tp_box_2" providerId="OAuth2" clId="{2430A2F7-556A-AE49-9D90-1E033DED008E}" dt="2023-01-09T16:20:27.287" v="36" actId="2696"/>
        <pc:sldMkLst>
          <pc:docMk/>
          <pc:sldMk cId="590600100" sldId="550"/>
        </pc:sldMkLst>
      </pc:sldChg>
      <pc:sldChg chg="del">
        <pc:chgData name="Horn, John" userId="231099543_tp_box_2" providerId="OAuth2" clId="{2430A2F7-556A-AE49-9D90-1E033DED008E}" dt="2023-01-09T16:20:27.265" v="31" actId="2696"/>
        <pc:sldMkLst>
          <pc:docMk/>
          <pc:sldMk cId="1652118588" sldId="551"/>
        </pc:sldMkLst>
      </pc:sldChg>
      <pc:sldChg chg="del">
        <pc:chgData name="Horn, John" userId="231099543_tp_box_2" providerId="OAuth2" clId="{2430A2F7-556A-AE49-9D90-1E033DED008E}" dt="2023-01-09T16:21:52.223" v="59" actId="2696"/>
        <pc:sldMkLst>
          <pc:docMk/>
          <pc:sldMk cId="1063524800" sldId="553"/>
        </pc:sldMkLst>
      </pc:sldChg>
      <pc:sldChg chg="del">
        <pc:chgData name="Horn, John" userId="231099543_tp_box_2" providerId="OAuth2" clId="{2430A2F7-556A-AE49-9D90-1E033DED008E}" dt="2023-01-09T16:21:52.141" v="52" actId="2696"/>
        <pc:sldMkLst>
          <pc:docMk/>
          <pc:sldMk cId="0" sldId="554"/>
        </pc:sldMkLst>
      </pc:sldChg>
      <pc:sldChg chg="del">
        <pc:chgData name="Horn, John" userId="231099543_tp_box_2" providerId="OAuth2" clId="{2430A2F7-556A-AE49-9D90-1E033DED008E}" dt="2023-01-09T16:25:12.880" v="105" actId="2696"/>
        <pc:sldMkLst>
          <pc:docMk/>
          <pc:sldMk cId="1453382429" sldId="555"/>
        </pc:sldMkLst>
      </pc:sldChg>
      <pc:sldChg chg="add">
        <pc:chgData name="Horn, John" userId="231099543_tp_box_2" providerId="OAuth2" clId="{2430A2F7-556A-AE49-9D90-1E033DED008E}" dt="2023-01-09T16:16:29.757" v="3"/>
        <pc:sldMkLst>
          <pc:docMk/>
          <pc:sldMk cId="670307329" sldId="557"/>
        </pc:sldMkLst>
      </pc:sldChg>
      <pc:sldChg chg="add">
        <pc:chgData name="Horn, John" userId="231099543_tp_box_2" providerId="OAuth2" clId="{2430A2F7-556A-AE49-9D90-1E033DED008E}" dt="2023-01-09T16:17:10.743" v="4"/>
        <pc:sldMkLst>
          <pc:docMk/>
          <pc:sldMk cId="1403970720" sldId="558"/>
        </pc:sldMkLst>
      </pc:sldChg>
      <pc:sldChg chg="add">
        <pc:chgData name="Horn, John" userId="231099543_tp_box_2" providerId="OAuth2" clId="{2430A2F7-556A-AE49-9D90-1E033DED008E}" dt="2023-01-09T16:17:10.743" v="4"/>
        <pc:sldMkLst>
          <pc:docMk/>
          <pc:sldMk cId="921079718" sldId="559"/>
        </pc:sldMkLst>
      </pc:sldChg>
      <pc:sldChg chg="add ord">
        <pc:chgData name="Horn, John" userId="231099543_tp_box_2" providerId="OAuth2" clId="{2430A2F7-556A-AE49-9D90-1E033DED008E}" dt="2023-01-09T16:19:02.003" v="26" actId="20578"/>
        <pc:sldMkLst>
          <pc:docMk/>
          <pc:sldMk cId="3423709066" sldId="560"/>
        </pc:sldMkLst>
      </pc:sldChg>
      <pc:sldChg chg="add del">
        <pc:chgData name="Horn, John" userId="231099543_tp_box_2" providerId="OAuth2" clId="{2430A2F7-556A-AE49-9D90-1E033DED008E}" dt="2023-01-09T16:21:08.874" v="47"/>
        <pc:sldMkLst>
          <pc:docMk/>
          <pc:sldMk cId="3693324419" sldId="561"/>
        </pc:sldMkLst>
      </pc:sldChg>
      <pc:sldChg chg="add">
        <pc:chgData name="Horn, John" userId="231099543_tp_box_2" providerId="OAuth2" clId="{2430A2F7-556A-AE49-9D90-1E033DED008E}" dt="2023-01-09T16:21:52.895" v="61"/>
        <pc:sldMkLst>
          <pc:docMk/>
          <pc:sldMk cId="0" sldId="562"/>
        </pc:sldMkLst>
      </pc:sldChg>
    </pc:docChg>
  </pc:docChgLst>
  <pc:docChgLst>
    <pc:chgData name="Horn, John" userId="231099543_tp_box_2" providerId="OAuth2" clId="{9FCBEB85-1D16-D240-8D71-8E34CC5BDA32}"/>
    <pc:docChg chg="addSld delSld modSld">
      <pc:chgData name="Horn, John" userId="231099543_tp_box_2" providerId="OAuth2" clId="{9FCBEB85-1D16-D240-8D71-8E34CC5BDA32}" dt="2023-01-05T20:02:49.184" v="2" actId="2696"/>
      <pc:docMkLst>
        <pc:docMk/>
      </pc:docMkLst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504542470" sldId="424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415441411" sldId="425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4143258959" sldId="426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085850025" sldId="427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4227843560" sldId="428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705966886" sldId="429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00288897" sldId="430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807238327" sldId="431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612269034" sldId="432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290676588" sldId="433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387381930" sldId="434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019449343" sldId="435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104253021" sldId="436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548838700" sldId="437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468126475" sldId="438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573863157" sldId="439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600970629" sldId="440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683468810" sldId="441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055111554" sldId="442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164213190" sldId="443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982428218" sldId="444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159438976" sldId="445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153107661" sldId="446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852261051" sldId="448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902547320" sldId="449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587331009" sldId="450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94724947" sldId="451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876716095" sldId="452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339144111" sldId="454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872427656" sldId="455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170810082" sldId="456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861270144" sldId="457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591629420" sldId="458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177233835" sldId="459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900302851" sldId="460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205283101" sldId="461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984083668" sldId="462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416868206" sldId="463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757141401" sldId="464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992176389" sldId="466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056406731" sldId="467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51035800" sldId="468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527573623" sldId="469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772009371" sldId="470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496996707" sldId="471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4160524567" sldId="472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3533059921" sldId="473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795650540" sldId="474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498414040" sldId="475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1154816421" sldId="476"/>
        </pc:sldMkLst>
      </pc:sldChg>
      <pc:sldChg chg="del">
        <pc:chgData name="Horn, John" userId="231099543_tp_box_2" providerId="OAuth2" clId="{9FCBEB85-1D16-D240-8D71-8E34CC5BDA32}" dt="2023-01-05T20:02:49.184" v="2" actId="2696"/>
        <pc:sldMkLst>
          <pc:docMk/>
          <pc:sldMk cId="838985544" sldId="478"/>
        </pc:sldMkLst>
      </pc:sldChg>
      <pc:sldChg chg="del">
        <pc:chgData name="Horn, John" userId="231099543_tp_box_2" providerId="OAuth2" clId="{9FCBEB85-1D16-D240-8D71-8E34CC5BDA32}" dt="2023-01-05T20:02:37.603" v="1" actId="2696"/>
        <pc:sldMkLst>
          <pc:docMk/>
          <pc:sldMk cId="277538510" sldId="480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524374474" sldId="520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545279464" sldId="521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800928871" sldId="522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623578709" sldId="523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67317808" sldId="524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641477182" sldId="525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658144703" sldId="526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341206033" sldId="527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749699971" sldId="528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2775732987" sldId="529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682173220" sldId="530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4618587" sldId="531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752591056" sldId="532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496517627" sldId="533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537201226" sldId="534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2380626917" sldId="535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430017346" sldId="536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2216968670" sldId="537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136515553" sldId="538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773470505" sldId="539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2276819188" sldId="540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772855537" sldId="541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891664315" sldId="542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455603293" sldId="543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669633001" sldId="544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914067038" sldId="545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784645287" sldId="546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2430731243" sldId="547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414517836" sldId="548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2594265339" sldId="549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590600100" sldId="550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652118588" sldId="551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3092447373" sldId="552"/>
        </pc:sldMkLst>
      </pc:sldChg>
      <pc:sldChg chg="add">
        <pc:chgData name="Horn, John" userId="231099543_tp_box_2" providerId="OAuth2" clId="{9FCBEB85-1D16-D240-8D71-8E34CC5BDA32}" dt="2023-01-05T20:02:30.476" v="0"/>
        <pc:sldMkLst>
          <pc:docMk/>
          <pc:sldMk cId="1063524800" sldId="553"/>
        </pc:sldMkLst>
      </pc:sldChg>
      <pc:sldMasterChg chg="delSldLayout">
        <pc:chgData name="Horn, John" userId="231099543_tp_box_2" providerId="OAuth2" clId="{9FCBEB85-1D16-D240-8D71-8E34CC5BDA32}" dt="2023-01-05T20:02:49.184" v="2" actId="2696"/>
        <pc:sldMasterMkLst>
          <pc:docMk/>
          <pc:sldMasterMk cId="0" sldId="2147483648"/>
        </pc:sldMasterMkLst>
        <pc:sldLayoutChg chg="del">
          <pc:chgData name="Horn, John" userId="231099543_tp_box_2" providerId="OAuth2" clId="{9FCBEB85-1D16-D240-8D71-8E34CC5BDA32}" dt="2023-01-05T20:02:49.184" v="2" actId="2696"/>
          <pc:sldLayoutMkLst>
            <pc:docMk/>
            <pc:sldMasterMk cId="0" sldId="2147483648"/>
            <pc:sldLayoutMk cId="4172145425" sldId="2147483711"/>
          </pc:sldLayoutMkLst>
        </pc:sldLayoutChg>
        <pc:sldLayoutChg chg="del">
          <pc:chgData name="Horn, John" userId="231099543_tp_box_2" providerId="OAuth2" clId="{9FCBEB85-1D16-D240-8D71-8E34CC5BDA32}" dt="2023-01-05T20:02:49.184" v="2" actId="2696"/>
          <pc:sldLayoutMkLst>
            <pc:docMk/>
            <pc:sldMasterMk cId="0" sldId="2147483648"/>
            <pc:sldLayoutMk cId="3297412774" sldId="2147483712"/>
          </pc:sldLayoutMkLst>
        </pc:sldLayoutChg>
        <pc:sldLayoutChg chg="del">
          <pc:chgData name="Horn, John" userId="231099543_tp_box_2" providerId="OAuth2" clId="{9FCBEB85-1D16-D240-8D71-8E34CC5BDA32}" dt="2023-01-05T20:02:49.184" v="2" actId="2696"/>
          <pc:sldLayoutMkLst>
            <pc:docMk/>
            <pc:sldMasterMk cId="0" sldId="2147483648"/>
            <pc:sldLayoutMk cId="3784369737" sldId="2147483713"/>
          </pc:sldLayoutMkLst>
        </pc:sldLayoutChg>
      </pc:sldMasterChg>
    </pc:docChg>
  </pc:docChgLst>
  <pc:docChgLst>
    <pc:chgData name="Horn, John" userId="231099543_tp_box_2" providerId="OAuth2" clId="{7E6A5ABF-FCF1-414B-9AF0-7DB2494FB0D0}"/>
    <pc:docChg chg="modSld">
      <pc:chgData name="Horn, John" userId="231099543_tp_box_2" providerId="OAuth2" clId="{7E6A5ABF-FCF1-414B-9AF0-7DB2494FB0D0}" dt="2023-01-17T03:55:05.499" v="3" actId="14100"/>
      <pc:docMkLst>
        <pc:docMk/>
      </pc:docMkLst>
      <pc:sldChg chg="mod modShow">
        <pc:chgData name="Horn, John" userId="231099543_tp_box_2" providerId="OAuth2" clId="{7E6A5ABF-FCF1-414B-9AF0-7DB2494FB0D0}" dt="2023-01-17T03:53:59.465" v="1" actId="729"/>
        <pc:sldMkLst>
          <pc:docMk/>
          <pc:sldMk cId="0" sldId="266"/>
        </pc:sldMkLst>
      </pc:sldChg>
      <pc:sldChg chg="mod modShow">
        <pc:chgData name="Horn, John" userId="231099543_tp_box_2" providerId="OAuth2" clId="{7E6A5ABF-FCF1-414B-9AF0-7DB2494FB0D0}" dt="2023-01-17T03:53:56.175" v="0" actId="729"/>
        <pc:sldMkLst>
          <pc:docMk/>
          <pc:sldMk cId="0" sldId="282"/>
        </pc:sldMkLst>
      </pc:sldChg>
      <pc:sldChg chg="modSp mod">
        <pc:chgData name="Horn, John" userId="231099543_tp_box_2" providerId="OAuth2" clId="{7E6A5ABF-FCF1-414B-9AF0-7DB2494FB0D0}" dt="2023-01-17T03:55:05.499" v="3" actId="14100"/>
        <pc:sldMkLst>
          <pc:docMk/>
          <pc:sldMk cId="921079718" sldId="55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Math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10-454B-932E-E83D35F1E7F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10-454B-932E-E83D35F1E7FF}"/>
              </c:ext>
            </c:extLst>
          </c:dPt>
          <c:cat>
            <c:strRef>
              <c:f>Sheet1!$A$2:$A$3</c:f>
              <c:strCache>
                <c:ptCount val="2"/>
                <c:pt idx="0">
                  <c:v>Algebra</c:v>
                </c:pt>
                <c:pt idx="1">
                  <c:v>Calculus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3-FC44-95A8-4393F6FC4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latin typeface="Source Sans Pro" panose="020B0503030403020204" pitchFamily="34" charset="0"/>
          <a:ea typeface="Source Sans Pro" panose="020B0503030403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cs typeface="Arial" pitchFamily="34" charset="0"/>
              </a:defRPr>
            </a:lvl1pPr>
          </a:lstStyle>
          <a:p>
            <a:fld id="{45EEBEAD-2372-4A4F-A8FA-72FF041C9440}" type="slidenum">
              <a:rPr lang="en-US" altLang="en-US">
                <a:latin typeface="Source Sans Pro" panose="020B0503030403020204" pitchFamily="34" charset="0"/>
              </a:rPr>
              <a:pPr/>
              <a:t>‹#›</a:t>
            </a:fld>
            <a:endParaRPr lang="en-US" altLang="en-US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210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335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20805 6376 7305,'-18'-62'203,"-1"0"0,-3-4 0,-2-1 0,-4 1 0,-1-1 0,8 18 0,1 0 0,-1-1-133,1 0 1,0 0 0,0-1 0,-1 1-1,-1 0 1,0 1 0,0 2 0,-1 1-1,1 0 1,0 0 0,1 1 0,-1-1-222,2-1 0,-1 1 0,1-1 0,-1 2 0,1-1 0,-1 0 1,-2-2-1,-1 0 0,-1 0 0,-1-1 0,-1 0 0,-1 0 149,-3-1 1,0 1 0,-1 0 0,1 1 0,0 1 0,-1 1 0,0 4 0,0 0-1,0 0 1,-1 0 0,0-1 0,0 1 4,-2-1 0,-1 0 0,-1 1 1,-3 0-1,-2 0 0,-1 3 1,-1 1-1,-3 2 0,1 1 1,0 0-1,-1 0 0,1 1-14,-2 0 1,0 0 0,-1 1 0,-2 0 0,0 2 0,-2 0-1,-4 0 1,-2 1 0,0 1 0,0 1 0,-1 1 0,0 1-61,-2 2 0,0 1 1,-1 0-1,2 1 1,-1 1-1,0 1 1,-1 2-1,-1 1 1,-1 0-1,-1 0 1,-1 0-1,-1 1 146,0 0 1,0 0 0,-1 1 0,-1 1-1,-1 2 1,0 0-234,1 3 1,0 0-1,-1 2 1,-1 1 0,-1 1-1,0 1 160,0 2 0,0 0 0,0 2 0,0 1 1,0 1-1,-1 1 0,18-1 0,0 2 0,0 0 1,-1 0-1,1 1 0,-1 2 0,0-1 1,1 2-1,0 0 0,0 1 0,1 1 0,-1 0 1,0 1-1,0 1 0,0 0 0,1 1-93,0-1 1,0 2-1,1 0 1,-2 0 64,-2 1 1,-1 1 0,-1 0 0,2 2 0,3-1 0,0 1 0,1 1 0,-1 1 0,-3 1 0,1 1 0,-1 0 0,1 2 0,2 1 0,0 0 0,0 2 0,1 1 0,-1 1 0,1 1 0,-1 1 0,1 1-28,-2 0 0,0 1 0,1 1 0,0 1 0,0 2 1,1 1-1,0 1 0,0-1 0,-3 3 0,-1-1 0,1 2 1,0 0-1,-1 3 0,1 0 0,1 2 0,0 0-321,12-9 0,0 1 0,0 0 0,1 1 0,-1 0 371,-3 3 0,0-1 1,0 1-1,1 1 0,0 1 1,2 1-1,0 1 0,0 0 1,1 1-1,-1 1 0,-3 1 1,0 1-1,0 0 0,-1 0 1,2 1-1,-1 0 0,1 1 1,-1 0-1,1 0 0,1 1 1,-1 0-1,1 1 0,1 0 1,-1 1-1,1-1 25,0 1 0,0 0 0,1 1 0,0 0 0,1 0 0,0 1 1,2 0-1,-1 1 0,1 0 0,0 1 0,6-9 0,0 0 1,-1 1-1,1-1 0,0 1 0,0 1 0,1 0 0,-1 0 0,1 0 1,0 1-1,1 0 0,-1 0-49,1 1 1,0 1 0,1 0 0,0 0 0,0-1-1,1 1 58,-5 8 1,0 0-1,2 0 1,-1 0-1,1 1 1,5-8 0,1 1-1,0 0 1,0 0-1,0 1 1,1-2 0,-4 10-1,1-1 1,0 1-1,0-1 1,1 1 0,5-10-1,1 0 1,0 0-1,0 0 1,0 0 0,1 1-1,-3 10 1,1 1-1,0 0 1,0 0 0,0 0 35,1-1 0,0 1 0,0 0 0,0-1 1,1 1-1,2-2 0,-1 0 0,2 0 0,-1 0 1,1 0-1,-1-1 0,1 0 0,0 0 0,0 0 1,2 0-1,0 0 0,2 0 0,0 0 0,1 1 1,1-1-52,0 1 0,1 0 1,1 0-1,1 0 1,1-1 57,1 1 1,0-1-1,2 0 1,1 1-1,0 0 1,0 2-1,1 1 1,1 0-1,0 0 1,1 0 0,0-2-1,1 0 1,1 1-1,0-1 1,-1 0-1,1 0 1,0 0-1,1 0 1,-1 0-1,2 0 1,0 1 0,0 0-1,1 0 1,0 0-1,2 0 81,0 2 1,0 1 0,2-1-1,0 0 1,1 0-152,1-1 1,0 0-1,1-1 1,1 1 0,1 0-1,0-11 1,0 1-1,2 0 1,0 0 0,1-1-1,-1 0 1,4 8-1,1 1 1,0-2 0,0 1-1,0-1 1,1-1-1,-1-1 1,1 0 0,0 0-1,0 0 1,0-1-1,0-1 1,0 1 0,1-1-1,0-1-79,0 0 0,-1-1 1,2 0-1,-1-1 1,2-1 57,0-1 1,2-2-1,0 0 1,0 0-1,1-1 1,0-1 0,1 0-1,0-1 1,0 0-1,2-1 1,7 9 0,1-1-1,1-1 1,0-1-1,0-2 1,0-1-1,1-1 1,1 0 0,1-2-1,1-1 1,0 0-1,1-2 1,1-1 0,0-2-1,1 0 1,0-1-1,1-1 1,1-1-1,0-1 1,0-1 13,2-1 0,0 0 1,0-1-1,1-2 1,-2-2 1,0-2-1,0-1 1,2 0 0,3-1-1,1 1 1,0-2-1,0-2 1,-1-1 0,-1-2-1,0-1 1,1 0-1,1 0 1,0-1 0,0 0-1,1-1 1,1 0-1,0 0 1,1-1 0,-1 0 20,1-1 1,1 1 0,-1-1-1,1-1 1,1-3 0,0-1 0,0 0-1,1-1 1,-1-1 0,0 1 0,0-2-1,1 0 1,0-2 0,-1 0 0,1-1-1,1-1-31,-1 0 0,0-1 1,1-1-1,0 0 11,5-1 0,1 0 0,-1-1 0,-1-1 0,-5-2 1,-1 0-1,0-1 0,0-1 0,4-1 0,0-2 1,1 0-1,-1-1 0,0-1 0,-1-1 0,1 0 1,-1-2-1,0 0 0,1-2 0,-1 0 0,1-1-5,1-1 0,-1 0 0,1-1 1,0-1-1,0-1 0,1 0 1,-2-1-1,1-2 0,-2 0 0,0-1 1,-1-1-1,1-1 0,-1 1 1,-1-1-1,1 0 0,-1 0-17,1-2 0,0 1 1,0-1-1,-1 0 38,-2-1 0,-1 1 0,0-2 1,1 0-1,-7 2 0,1 0 1,0-1-1,1-1 0,-2 1 0,10-7 1,0-1-1,-1 1 0,0-2 1,0 0-1,0-1 0,0 0 0,-1 0 1,-1-1-1,-1 0 0,0-1 1,-1-1-13,-1 0 0,0-2 1,-1 0-1,0 0 1,2-1-1,-1-1 0,0-1 1,-1-1-1,-1-1 1,-1-1-1,0-2 1,-1 1-1,1-2 0,-2 0 1,1 0-1,-1-1-25,0 0 0,0-1 0,0 0 1,-2-1-17,-2 0 0,-2-1 0,-1-1 1,1 0-1,-1 1 0,0-1 0,-1-1 1,-1-1-1,-1-1 0,-2-1 0,0 0 1,0-1-1,-8 10 0,1 0 0,-1 0 1,0-1-1,-1 1 0,0-2 0,-1 1 1,0-1-1,0-1 0,-1 1 20,-1 0 0,-1 0 1,0 0-1,0-1 1,-1 0-1,0-2 0,0 0 1,-2-1-1,1 0 1,0 1-1,-1 0 1,0 1-1,0 0 0,-1-1 1,0 0-1,0-1 1,-1 0-1,0 0 0,0-1 1,-1 0 52,-1 0 0,-1-1 0,0 0 0,0 1 1,-1-1-1,0-1 0,0 0 0,0 0 0,-1 0 1,0 1-1,-1 0 0,-1 1 0,-1-1 1,1 1-1,-1 0 0,4-13 0,-1 0 0,1 0 1,-1 0 104,0 1 0,0 0 1,-1 0-1,0-1 1,-1 0-1,-1-1 1,-1 1-1,0-1 0,-1 1 1,0-1-1,-2 1 1,0 0-1,0 0 1,-1 1-1,0 0 0,-1 0 160,-1 2 0,0-1 0,-1 1 0,-1-1-259,0 0 0,-2 0 0,1 0 0,-2 0 0,1 3 0,0 0 0,-1 1 0,0-2 0,-1-1 0,0 0 0,-1-1 0,-1 1 0,1-1 0,-1 0 0,0 1 0,-1-1 0,-1 0 0,0 1 0,-1-1 0,-1 1 21,0 0 0,0 0 0,-1 0 0,-1 0-87,-1-2 1,0 0 0,-1 0 0,-1 1 0,0 4 0,0 0 0,-2 1 0,1 0 0,-2-3 0,1 1 0,-2-1 0,1 0 0,-1 1 0,0 0 0,0 1 0,0-1 0,-1 1 0,1-1-1,-1 1 1,1 0-242,0 1 0,0-1 0,0 1 1,0-1-1,-2 1 0,-1 0 1,1 0-1,-2 0 177,2 0 0,-1 1 0,0-1 0,-2 1 0,-1 0 1,-2 0-1,-1 0 0,-1 0 0,-1-1 0,0 1 1,-1-1-1,0 0 0,0 2 0,0 0 0,0 0 1,0 1-1,1 1 0,0 1 0,-1 1 0,0 0 1,1 1-1,-1 2 0,0-1 0,-2 2-143,0 0 0,-1 0 1,-1 1-1,-1 0 218,0 1 0,-1 1 0,-1 0 1,-1 1-1,-1-1 0,-1 2 1,0-1-1,-1 2 0,1 1 1,-1 1-1,0 0 0,-1 2 1,0 0-1,0 1 0,-2 1 1,1 0-1,-1 3 0,0 0 1,-1 2-1,-1-1-87,1 1 0,0 1 1,-1 0-1,0 2 174,-2 1 0,-1 1 0,0 1 0,-1 1 0,-15-9 0,-1 2 0,-1 1 0,14 11 0,0 0 0,0 2 0,-1-1 0,-16-7 0,1 1 1,-2 1-1,17 7 0,0 1 0,-1 1 0,0 0 114,-1 0 0,0 2 0,0-1 1,0 1-216,-1 1 1,0-1-1,-1 2 1,0 0-1,-4 3 1,0 0-1,-1 2 1,0 0-1,0 0 1,-1 0-1,1 1 1,0 1-1,-2 0 1,1 1-1,-1 0 1,0 1 0,0 1-1,-1 1 1,0 0-1,0 0 1,-1 1-1,0 0 1,0 1-1,-1 0 1,1 1-1,-1 0 1,0 1-1,0 1-30,-1-1 1,-1 2 0,1 0 0,0 1 0,0 1 0,1 1-1,0 1 1,0 2 0,-1 1 0,0 2 0,0 0 0,1 2 0,0 1-1,-1 1 1,1 1 0,0 1 22,-1 1 1,0 1-1,0 2 1,0 0 0,-2 2-1,-1 0 1,0 2 0,1 1-1,1 2 1,0 0 0,1 1-1,0 1 1,0 0 0,0 1-1,1 0 1,1 0 48,0 1 0,1 1 0,0 0 0,0 1 1,0 1-1,0 1 0,1 0 0,1 2 1,0 2-1,2 1 0,0 1 0,0 0 0,11-8 1,0 1-1,0 0 0,0 0 0,0 1 5,-1 1 0,1 1 0,-1 0 0,1 0 0,1 0 0,-8 9 0,2-1 0,0 1 0,1 1 0,8-7 0,0 0 0,0 1 0,0 0 0,2 0 0,-1 1 0,1 0 0,1 0 0,-1 0 0,2 2-8,-1-1 1,2 1 0,-1 1-1,1 0 1,0 1 0,-2 1-1,1 1 1,0 0 0,0 1-1,1 0 1,1 2 0,1 0-1,1 0 1,0 1 0,0 1-1,0 0 1,0 1 0,1 0-1,0 0 1,0 1-14,2 0 0,0 1 1,0 0-1,1 0 1,0 1-1,0 2 0,0 1 1,0 0-1,1 1 1,0 0-1,0 1 0,0 1 1,1 0-1,0 1 1,0 0-1,6-9 0,-1 0 1,1 0-1,0 1 1,1-1-1,0 2 10,-1 0 1,1 1 0,0 0-1,1 0 1,-1 0 0,2 1 7,-1-1 1,2-1-1,0 1 1,0 0-1,0 0 1,0 1-1,-1 2 1,0 2-1,0-1 1,0 1-1,1-1 1,0 1-1,2-1 1,0-1-1,1 0 1,0 1-1,1 0 1,0 0 0,1 0-1,0 1 1,1 0-1,0 0 1,0 1-1,0-1 1,1 1-1,1 0 1,0 0-1,0 0 1,0 0-1,0 0-70,1 0 0,0 0 1,0 0-1,0 1 0,0-1 1,0-1 56,1-1 0,0 0 0,0 0 0,1 0 0,-1 0 0,1-1 0,-1 1 0,1 0 0,-1 0 0,1 0 0,0 0 0,1-1 0,0 0 0,1-1 0,0 0 0,0 0 0,1 1 0,-1-1 0,1 12 0,-1-1 0,2 1 0,-1 0 0,2 0 0,0-1 0,0 0 0,1 0 0,0 0 0,1 0 23,0-1 0,0-1 0,1 1 0,0-1 0,1-1-5,1-2 0,0-1 0,1 0 0,1-1 0,0 1 1,1-1-1,1 0 0,0 0 0,1-1 0,2 0 1,0-3-1,0-1 0,2 0 0,0 0 0,1 0 1,0-1-1,0 1 0,1-1 0,0 1 0,1-1 1,-1-1-1,2 0 0,-1-1 0,1 1 0,0-1 1,4 14-1,0 0 0,0-1 0,1 0 0,0-1 1,1-1-1,1 0 0,0 0 64,0-1 1,1-1-1,0 0 1,3 0-1,1 0 1,2 0-1,2-1 1,1-1-1,1 0 1,2-1 0,1 0-1,0 0 1,-1-2-1,1-1 1,1 1-1,-1-1-85,1 0 1,-1 0-1,1-1 1,1-1 26,1-5 1,0-2 0,2 0 0,0 0-1,1 3 1,0 1 0,0-1 0,2-2-1,2-3 1,0-3 0,2 0 0,0 0-1,0-1 1,1 1 0,0-1 0,1-1-1,1 0 1,1-2 0,0 0 0,1-1 149,0 0 0,1-1 1,1-1-1,-1-1-224,-2-2 0,0-2 0,1-1 0,1-1 0,2 0 0,2-1 0,0-1 0,0-3 0,-2-1 0,0-2 0,0-2 0,1 0 0,1-1 0,1-1 1,1-2-1,-1 0 0,1-1 0,0-2 0,0 0 0,1-2-92,-1 0 1,1-1-1,0-1 1,0-2 131,3-1 0,1-2 0,0-1 1,-1-1-1,-3-1 0,0 0 1,-1-1-1,2-2 0,2-1 0,1-1 1,1-2-1,-1 0 0,1-1 1,-1-2-1,1 0 0,0-1 1,0-2-1,0-1 0,0-1 0,1-1 1,-1-1-1,0-2 0,0 0 1,1-1-1,-1-2 0,0 0 1,0-1-1,1-1 33,0-1 1,1-1 0,-1-1 0,0 0 4,-2-2 0,-1-1 1,0-1-1,1 0 1,-9 3-1,2-1 1,-1 0-1,1-1 1,-1 0-1,-2 0 1,-1-1-1,1-1 1,-1 0-1,-1 0 1,1 0-1,0-1 1,-1-1-1,1 0 1,-1 0-1,0-1 1,0 0-1,0-1 1,0 0-1,-1 0 17,2-2 1,-1 1 0,-1-2-1,1 1 1,-1-2-53,-2 0 0,1 0 0,-1-1 1,0-1-1,0 0 0,5-3 1,0-1-1,0 0 0,0 0 1,-2-2-1,-1 1 0,-1-2 1,0 0-1,-1 0 0,0-1 1,0 0-1,0-1 0,-1 0 1,0-1-1,0 0 0,-1 0 1,-1 0-1,0-1 0,-1 0 1,0 0-1,1-1 0,-1 0 1,-1 0-1,1-1 0,-1 0 1,0 0-1,-1-1 0,1-1 1,-1 1-1,0-1-93,0-1 1,0-1-1,-1 1 1,1-1-1,-1-1 93,1 0 0,1-1 0,-1 0 0,-1-1 0,0 0 1,-2 1-1,-2-1 0,0 0 0,0 0 0,0 0 0,0 0 1,0-1-1,0 0 0,-1 0 0,0-1 0,-1 1 0,0 0 1,-1-1-1,0 0 0,-1-1 0,1 0 0,-1 0 0,-1 0 1,1-1-1,0 0 28,0-1 1,0 1 0,0-1 0,0 0 0,-1-1 0,-1 0 0,0-1 0,-1 0 0,0 0 0,-1 1 0,0 0 0,0-1 0,-1 1 0,0 0 0,-1 0 0,0 1 0,0 0 0,-1 0 0,0 0 0,0 0 28,-1 0 1,1 0 0,0 0 0,-1 0 0,0 1 0,-2 0 0,0 0 0,-1 0 0,0 0-1,-1 0 1,-2 1 0,0-1 0,-1 0 0,-1 0 0,1 0 0,-1 2 0,-1-1 0,1 0 0,-1 1-1,0-1-31,0 2 0,0-1 0,0 1 0,-1 0 0,0 0 0,0 0 0,-1 0 0,0 1 0,-1-1 0,0 1 0,-1 1 0,-1 0 0,0 0 0,0 0 0,-1 0 0,-1-1 0,0 1 0,0-1 0,-2 0 0,1 0-46,-1 0 0,1 0 0,-2 0 0,0 1 1,-1-1-1,1-13 0,-2 0 0,0 1 0,-2-1 1,0 2-1,-1-1 0,-1 1 0,-1 0 0,-1 2 1,0 0-1,-2 0 0,0 1-33,-2 1 1,-1-1 0,-1 2 0,-1-1 0,-2 3 0,0 0 0,-2 0 0,-2 0 0,-2-2 0,-2 1 0,0 0 0,-2 0 0,0 1 0,-1 1-1,0-1 1,-1 2-1,0 0 0,-1 1 0,0 1 1,-1-1-1,-2-1 0,-1 1 0,0-1 1,-1 1-1,2 1 0,-1 0 0,0 1 1,-2 0-1,-2-1 0,-1 0 0,-1 0 1,-1 1-140,-2-1 0,0 1 0,-1-1 0,-1 1 183,1-1 1,-1-1-1,-1 2 1,0 0-1,-1 3 1,0 2-1,-1 0 1,0 0-1,0 0 1,0 0-1,-1 0 1,0 1-1,-1 2 1,0 0-1,0 0 1,0 1-1,-1 1 1,0 0-1,-1 1 1,0 1 73,-1 0 1,-1 1 0,0 0 0,0 0 18,1 0 0,-1 1 0,1 0 0,-3 2 0,0 3 0,-1 1 0,-1 1 0,1 1 0,1 0 0,0 1 0,0 0 0,-1 1 0,0 2 0,0 0 0,-1 1 0,0 0 0,0 1 0,-1 1 0,0 1 0,-1-1 1,0 1-1,-1-1 0,0 2 0,0-1 0,0 2 0,-1-1 0,1 2 0,-1 0 244,0 1 0,0 1 0,-1 1 0,1 1-346,1 0 1,1 0 0,-1 2 0,-1 1 0,-3 2 0,0 1 0,0 2 0,-1-1 0,2 1 0,0 0 0,-1 1-1,1 0 1,0 1 0,-1 1 0,1 0 0,-1 1 0,0 1 0,0 0 0,-1 2 0,1-1-43,0 2 1,0 0 0,1 1 0,-1 0 0,-1 0 0,-1 1 0,0 1 0,1 1 0,-2 1 0,1 1 0,-1 1 0,0 0 0,1 1 0,-1 1 0,1 0 0,-1 1-153,0 1 0,-1 1 0,1 1 0,0 0 178,-1 0 0,1 1 0,0 1 0,1 2 0,2 2 0,1 2 0,0 1 0,0 0 0,-2 1 0,1 1 1,0 1-1,0 1 0,0 1 0,-1 2 0,1 1 0,-1 1 0,0 2 0,0 2 0,1 1 0,-1 1 28,-1 1 1,0 0-1,1 2 1,2 1 7,4 0 1,2 0-1,1 2 1,-1 0-1,-6 3 1,-1 1 0,0 0-1,3 2 1,3 0-1,2 1 1,2 1 0,-2 1-1,-1 2 1,-1 1-1,1 1 1,0 0 0,10-8-1,-1 0 1,1 1-1,-1 1 1,2-1 0,-1 2-1,0 1 1,1-1-1,0 2 1,1-1-1,0 2 1,0-1 0,0 1-1,1 1 1,1-1-24,0 1 1,1 0 0,0 0-1,0 0 1,1 1 11,0 3 0,0-1 0,1 2 0,0 0 0,0-1 0,1 1 0,-1 0 0,1 0 0,1 1 0,-1 0 0,1 3 0,-1 1 0,1 0 0,0 0 0,1 1 0,-1 0 0,1 0 0,0 0 0,0 1 0,1 0 0,0 0 0,0 1 0,1 0 0,0 1 0,1-1 1,0 1 1,2 0-1,-1-1 1,1 2-1,1-1 1,-1 1 0,0 1-1,1 0 1,0 0-1,1 1 1,4-10 0,0 1-1,1 1 1,1-1-1,-1 1 1,0 0-1,-1 1 1,1 0 0,-1 0-1,0 0 1,1 1-1,-1-1 13,1 2 0,-1 0 1,0 0-1,1 1 0,0-1 1,2 0-1,0-1 0,2 0 1,0 0-1,0 0 0,1 0 1,1 0-1,-1 0 0,2 1 1,0-1-1,0 1 0,0 0 1,0 0-1,1 0 0,0-1 1,0 1-1,1 0 0,-1 0 1,1 0 36,0 1 1,0-1 0,0 1 0,1-1 0,-1 1 0,0 0-26,0 1 0,-1 0 1,0 1-1,0 0 0,1-1 1,0 1-1,1 0 1,0 0-1,1 0 0,0 0 1,0 0-1,0 0 0,0 0 1,0 0-1,0 0 1,0 0-1,1 0 0,0 0 1,1-1-1,0 0 0,1 0 1,0 0-1,1-1 1,0 1-1,0 0 0,1-1 1,0 1-1,1-1 0,0 1 1,0 0 48,0-1 0,1 0 1,0 1-1,0-1 0,1 0 1,-1 1-69,1-1 0,1 0 0,-1 1 0,1-1 0,0 1 0,1-1 0,-1-1 0,1 0 0,1 1 0,0-1 0,0 0 0,0-1 0,2 1 0,-1-1 1,1 0-1,1 0 0,0 0 0,0-1 0,2 11 0,1 0 0,1-1 0,0 1 0,0-1 0,2 0 0,-1-1 0,2 1 0,0-1 0,0 0 1,0-1-1,1 0 0,0-1 0,1 1 0,-1-1 0,1 0 0,0 0 0,-1 0 0,2 0 0,-1 0-22,0-2 0,0 1 1,0 0-1,1-1 0,0 0 47,0-4 0,0-1 1,1 1-1,1-2 1,1 1-1,2-1 1,2 1-1,0-1 0,1-1 1,1 0-1,0-3 1,1-1-1,1-1 1,0 0-1,0 0 0,1-1 1,1 0-1,0 0 1,0-1-1,1 0 1,8 11-1,1-1 0,1-1 1,1-1 119,1-1 1,1 0 0,1-2 0,0-1-99,-2-5 0,-1 0 0,1-2 1,3-1-1,4 1 0,3-1 0,2-1 1,-1-2-1,-3-3 0,0-1 0,1-2 1,1 1-1,2-1 0,1 0 1,1-1-1,0-1 0,2 0 0,1-2 1,1 0-1,0-1 0,1 0 0,1-2 1,1 0-1,0-1 0,1 0 1,1-1-1,-1-1 0,1 0-27,0 0 1,1-1-1,-1 0 1,2-1 0,1-2-1,1-1 1,1 0 0,0-2-1,-1 1 1,2-2 0,-1 0-1,1-1 1,-14-5-1,0-1 1,1 0 0,0 0-1,0-2-118,1 0 0,-1 0 0,1-1 1,1-1-1,-1-1 0,2-1 1,0-1-1,1 0 0,-1-2 1,0 0-1,-2-1 0,1-1 1,-1-1-1,0-1 0,1 0 0,-1-1 1,1 0-1,0 0 0,0-2 1,0 0-109,1 0 0,-1-2 0,1 0 0,-1-1 0,1-1 165,0 0 1,0-2 0,-1-1 0,1 0-1,0-2 1,1-2 0,0-1 0,0-1-1,0-2 1,0 0 0,1-1 0,-1-1-1,1-2 1,0 0 0,0-1 0,1-1-1,0-1 1,0 0 0,1-1 0,-1-1 46,2-2 0,0 0 0,1 0 0,-1-2 0,0 1 0,-10 4 0</inkml:trace>
  <inkml:trace contextRef="#ctx0" brushRef="#br0" timeOffset="1">19411 14042 7745,'33'-43'496,"8"13"0,9 24 1,9 35-1,-27 1 1,0 6 396,2 11 1,1 5-1,-7-10 1,0 3 0,2 1-1,3 6 1,2 1 0,0 2-1,4 3 1,0 2 0,1 1-545,-9-13 0,0 0 0,1 0 0,0 1 0,2 2 0,0 1 0,1-1 0,0 0 0,1 2 0,0 0 0,1-1 0,0 0 0,1-1 0,0 0 0,1-1 0,-1 0-620,0-1 0,-1-1 0,1-1 0,1 0 0,1-2 0,1-2 0,1 0 0,-1-1 0,10 11 0,0-2 0,0-1 0,1-2 0,1 0 0,0-1 67,-1-1 1,-1-1 0,1-1 0,-1-3 0,0-1 0,-1-1 0,-3-2-1,0-1 1,-1-1 0,-2-3 0,-1-1 0,0-1-336,14 13 0,0 0 0,0-1 1,0 1-1,-5 1 0,-1 1 1,-1-3-1,0-1-26,-3-4 0,-2-1 1,-6-3-1,-3-1 1,14 18-1,-10-3-298,-9-4 0,-11-6 346,-7-6-720,-5-7 0,-21-13 1237,-9-2 0,-7-3 0,-5-6 0,3 0 0</inkml:trace>
  <inkml:trace contextRef="#ctx0" brushRef="#br0" timeOffset="2">19476 14326 13623,'-39'0'0,"2"0"0,2 3 0,8 9 0,10 19 0,17 31 0,8-15 0,6 5 0,7 14 0,5 4 0,-5-16 0,2 2 0,0 2 0,3 4 0,1 2 0,-1 0 504,1 3 0,0 1 0,-1 0 0,-1-3 0,-1 0 0,-1 0 1,0-3-1,-2 0 0,1-1 0,-2-4 0,0 0 0,0-2-580,-1-3 1,0-1-1,1-4 1,7 8 0,0-6-1,-4-11 1,0-5 0,16 15-86,-8-17 1,-5-11 240,-4-7 0,-9-18 1,-12-18-1,-8-18-50,-10-17 0,0 18 1,-2-2-1,-4-14 1,-2-3-1,7 15 0,-2-2 1,0-1 24,-3-5 1,1-1 0,-1-2 0,0-6 0,1-2 0,0-1 0,-2-3 0,0-2-1,0-1 1,6 16 0,0-1 0,0 0 0,0 0-1016,0-1 0,0 0 1,0 0-1,1 0 1093,0 0 1,0 0 0,0-1 0,0 1 0,1-2 0,0 1 0,0-1-1,1 1 1,2 2 0,0 0 0,2 0 0,0 1 0,-2-13 0,1 2-1,2 2 1,3 8 0,0 2 0,2 3 1368,0-11 1,3 6-983,12-17 0,6 32 0,16 23 0,8 10 1,10 8-1,10 9 0,8 7-581,-32-4 1,1 0-146,3 3 1,2 0-1,5 2 1,2 1-1,4-1 1,1 0-1,2-1 1,0-1-1,1-1 1,-1 0-833,0-2 1,0-2 0,2 2 0,0-3 0,2-2 0,1-3 0,-2-1 0,-1-1-601,-1-1 1,0-1 0,-2-1 0,0-1 1637,-1-1 0,0 0 0,-2 0 0,0-1 0,2-3 0,0-1 0,-2-1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36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13113 9460 8111,'-13'0'1156,"4"-4"1,1 0 0,-1 2-555,2 5 1,3 3 0,7 4 0,2-3 0,3-1 0,2-3 879,1-2-1331,2-1 1,4 0 0,2 0-1,1 0 1,3 0 0,3 0 0,2 0-1,4 0 1,1-1 328,3-3-441,-5 2 1,5-8 0,-4 6 0,-1-1 0,1 1 0,-5 0-1,-3 1 1,-3 0 0,-3 0 0,-5-1 0,-9 1 0,-11 2-1,-7 2 1,-3 3 0,-2 4 0,-3 0 0,-3 1 0,-5 1 0,-5 3-1,-2 2 1,-2 3 0,0-3 0,1 0 0,-1-2 0,0 0-1,2 0 1,3-2 0,3-1 0,6-3 0,3-1 0,5-3-1,4-3-2244,4-4 1700,4-4 0,5-5 1,1 1-1,3-1 1,6 0-1,6 0 1,6 1 504,2 4 0,8-4 0,1 5 0</inkml:trace>
  <inkml:trace contextRef="#ctx0" brushRef="#br0" timeOffset="1">16056 9435 8099,'-26'0'527,"6"-6"1,-5 4 0,5-2 0,0 3 0,3 1 0,3 0 739,1 0 0,0-2 1,0-1-1,2-2 669,2-2-1439,-3 4 0,11-4 1,-2 4-1,6-3-151,6-1 1,2 2-1,3-2 1,5 0-178,7 0-114,0 4 0,10-7 0,-5 4 0,2 1 0,2-3-105,-3 1 0,4 0 0,-6-2 0,1 4 39,0-1 1,-7 3 0,4-4-1,-4 1 278,-5 3 0,-3 2-107,-4 1 1,-6 0-1,-6 0 26,-7 0 1,-4 1 0,-4 4-1,-2 2-48,-5 0 1,-2 3 0,-2-4-1,-1-1-61,-3 1 0,-2-2 1,-2-4-1,4 0-330,3 0 0,-1 0 0,1 0 0,0 0-631,2 0-1565,8 0 1,-6-1 2448,6-3 0,6 2 0,5-3 0</inkml:trace>
  <inkml:trace contextRef="#ctx0" brushRef="#br0" timeOffset="2">18753 9383 7942,'13'-13'660,"-6"6"1,5-3 0,-5 4 0,1 0 0,1 1 201,1 2 1,-4 3-1,-3 3 1,-6 2-1,-6 1 1,-4 1 1312,-4 1-1869,3-6 1,-11 8 0,4-4 0,-3 0 0,-2 1 0,0-1 0,0 1 1304,0 0-1416,0-4 0,2 7 0,1-6 0,3-1 1,0-1-1,1-2 0,1 0 1092,2 0-997,7 0 1,6 0 0,11 0-261,5 0 1,9-5-1,3 1 1,5 0-352,3-2 320,1 5 0,5-9 1,0 4-1,-2 0 0,-1-1-107,-2 0 1,4 2-1,0-2 1,-5 2 23,-4 2 207,-9-5 1,-1 7 0,-8-5 0,-4 2 261,-7 0 0,-7-1 0,-11 5 0,-8 0-4,-7 0-382,-10 0 1,1 0-1,-5 0 1,-2 2-1,0 1-29,2 1 0,-3 5 1,4-4-1,-1 1 199,-1 0-215,1 4 1,3-7 0,5 5 0,9 1 0,5 0-266,4-1 1,6-4 19,3 5 245,10-6 0,14 7 0,6-6 0,4-1 1,4-1 200,2-2 1,10-2 0,-1-1-1,3-2 27,-3-3-164,2 0 0,-10-1 0,4 1 0,-2-2 1,-4-1-44,-4 3 0,-4-2 0,-8 4 0,0-1 179,-3-3-210,-5 4 1,1-4 0,-9 6 0,-7 1 0,-5 0-270,-3-1 1,-2 2 0,-5-2 0,-3 4-4084,-5 4 3122,4-2 0,-11 14 1286,4-4 0,-10 10 0,2-2 0</inkml:trace>
  <inkml:trace contextRef="#ctx0" brushRef="#br0" timeOffset="3">21128 9383 11791,'0'9'2087,"0"-1"-1372,0-5-157,0 3 1,-1-2-138,-4 0 0,2 1 0,-5-5 0,-2 0 767,-2 0-894,-6 0 1,2 0-1,-6 0 1,-2 0-1,-3 0 1099,-3 0-1206,-1 0 0,1 0 1,0 0-1,0 0 1,0 0 437,0 0-491,5 0 0,3 0 1,4 0-1,4 1-236,4 3 33,4-2 1,13 4 0,5-6 0,5 0 0,3 0 29,3 0 41,1 0 1,4-2 0,0-1 0,3-2 0,-3-1-1,-1 0 1,-2 2 177,-4-2-82,4 5 0,-7-6 0,4 4 1,-5-2-1,-3 2 744,-1 2-239,-6 1 0,2-1 381,-9-4-798,-3 4 0,-10-5 0,0 6-171,1 0 0,-1-1 0,-2-2-327,-2-1 248,8-1 0,-9 5 0,6 0 0,-3 0 0,-1 0-265,1 0 244,3 0 1,-1 0 0,0 0 0,0 0 0,0 0 0,1 2 0,2 1-545,2 1 421,5 0 0,-1 0 0,8 1-128,5-2 1,8-2-1,7-1 1,8-1-706,6-4 648,10-2 0,-4-10 0,5 1 0,-3 3 0,-2 5-3558,-2 2 3951,-8 2 0,4 4 0,-5 0 0</inkml:trace>
  <inkml:trace contextRef="#ctx0" brushRef="#br0" timeOffset="4">13926 9396 12074,'6'13'723,"0"-5"0,4 1 0,-3 1 0,-1 2 0,-2 0 0,0 1 243,0 0 0,-1-1 0,-7-2 1,-5-3-1,-2-1 0,-3-2 1123,-4 2-1764,-2-5 0,-7 5 0,-3-8 0,-4 0 0,-2-4 1,0-1-1,1-3 1282,0-2-1537,-3 5 0,5-4 0,3 3 0,4 0 0,3 1 0,3-1 0,2 3-70,2-1 0,2 2 0,8-2 0,7-1 0,11 0 0,6-5 0,10 5 0,0-2 0,2 1 0,6 5 0,-3-7 0,7 6 0,2 1 0,1 0 0,-1-2 0,2 4 0,-1-3 0,-1 2 0,-2 2 0,-1 0 0,-6 5 0,-5-1 0,-6 0 0,-9 2 0,-6-5 0,-9 5 0,-3-4 0,-8 0 0,-9 3 0,-6-2 0,-5-1 0,-6 3 0,-1-4 0,-2 5 0,-1-2 0,1 1 0,1-3 0,-2 0 0,3-2 0,-6 0 0,4 0 0,1 0 0,2 0 0,3 0 0,2 0 0,1 4 0,3 0 0,4-1 0,6 0 0,7 1 0,0-2 0,13 4 0,0-6 0,8 0 0,10 0 0,6 0 0,5 0 0,8 0 0,0 0 0,5 0 0,-1 0 0,0-6 0,-7 4 0,-1-3 0,0 0 0,0 1 0,3 1 0,-5 2 0,1-1 0,-6 0 0,0-3 0,-2 2 0,-3 2 0,-3 1 0,-10 0 0,-3 0 0,-11 1 0,-7 2 0,-9 3 0,-6 1 0,-5-4 0,-10 8 0,-3-2 0,-3 1 0,-4 0 0,0-1 0,-6-2 0,-1 2 0,-5 2 0,-2-4 0,0 0 0,4-1 0,7-2-1571,7 1 1,10-1 0,10-3-1125,6 4 0,13 0 0,15 6 2695,11-3 0,6 1 0,4 4 0</inkml:trace>
  <inkml:trace contextRef="#ctx0" brushRef="#br0" timeOffset="5">16391 9344 6837,'7'0'-193,"-1"0"248,-6 6 620,0-5-137,0 5 311,0-6 240,0 6-606,-6 1 1,4 0 0,-6-1 0,1-2 0,0 1 203,-3-2 0,-3-2 0,-3-1 0,-2 0 1030,-2 0-1380,4 0 1,-13 0-1,2 0 1,-3 0-1,-3 0 340,0 0 0,-2 1 0,-2 2 0,3 2 293,4-3-883,2 0 0,8 2 0,3 0 1,3 1 34,1 0 0,7-2 0,6 5 1,9-3 201,6-2-361,0 4 1,13-5 0,0 2-1,3-3 1,5-2 2,1-3 1,6 1 0,0-4 0,-2 0 151,-6-1-28,3 0 1,-10-1 0,5 2 0,-2 0 0,-7 1 107,-5 0 1,-5 2 0,-3 3 442,-2-4-489,-3 4 0,-8-5 0,-2 6 0,-6 0 136,-6 0 0,-4 4 0,-6 1 1,-1-1 532,-3 2-685,-3 1 0,-10 2 0,-2-2 0,1 0 0,-2 0 27,0 3 1,0-3-1,0 0 1,6-1-164,4-3 0,13 4 0,-5-5 0,12 3 0,5 1 0,9-4 0,12 2 0,6-4-442,5-4 323,10 2 0,3-9 0,9 2 0,3-1 0,0 0-155,-3 1 0,-3 1 0,-1-5 1,-1 0 144,1 0 1,-7 0-1,-7 2 1,-6 1-20,-5 1 283,-6 0 1,-3 1 0,-6 1 0,-5 1 0,-7 2 45,-7-2-435,-4 4 1,-8-3-1,-2 5 1,-3 1 0,-2 2-1361,0 1 662,0 6 1,2-7 0,1 4 0,5 1 951,3-1 0,0 1 0,8 5 0</inkml:trace>
  <inkml:trace contextRef="#ctx0" brushRef="#br0" timeOffset="6">18985 9448 7874,'-12'-6'609,"3"3"0,0-6 0,-1 1 0,-1 1 1756,-2 2-2114,0 4 1,0 1-1,0 1 1,-1 2-1,-2 3 1,-3 0-1,-2-1 457,-6-2 1,1-1-300,-4-2 1,1 0 0,0 0-1,-2 0 1,-2 0 0,-4 0 1789,-5 0-2025,-4-6 0,-11 4 1,-5-2-1,-4 1 0,-1 0 595,4-1 1,4 0-487,7 4 0,6 4 0,6 2 1,9 0-1,9-1 0,8 0 264,5 0-494,3-3-1,6 5 1,2-4 0,2 1 0,6-1 62,6-2-85,4 5 0,12-4 0,3 2 0,7-3 0,5-1 0,6 0 0,6 0-187,6 0 110,2 0 0,-4-4 1,-1 0-1,-5 1 1,-2 0 100,-5-1 0,-8 2 0,-4-2 0,-8 1 183,-7-1 224,-4 2 1,-13-3 0,-6 5 728,-7 0-1151,-11 0 1,-2 0 0,-6 0 0,-1 1 0,-3 2 0,-4 3 0,-5-1-40,-4 1 0,-3 4 0,-7-4 0,-2 4 0,-3-3 0,-3 0 0,0 0 0,1-4 0,8 5 0,3-6 0,5 3 0,6-2 0,5-2 0,9-1 0,14 0 0,13 0 0,8 0 0,12-4 0,3-1 0,7 3 0,4 0-70,2 2 0,7 0 0,4 0 0,8 0 0,2 0-686,1 0 706,5 0 0,-13-1 0,3-2 0,-3-3 1,-4 0-1,-6-1 0,-8 0 520,-7-3-340,-8-2 0,-5 1 0,-8 1 0,-1 1 1,-3-1 203,-2-1-334,-7 4 0,-1-5 0,-7 5 0,-2 0 0,-3 1 0,-1 2 0,-4 0 0,-5 1 0,2 1 0,-15 4 0,2 1 0,-4 2 0,-6 2 0,-5 3 0,2 2 0,-9-3 0,6-1 0,3 2 0,3 2 0,6-1 0,4-1 0,7-1 0,10-6-168,10 2 1,8-5 0,11 0 0,7 0 0,6 0-1166,1 0 0,6-1 0,-2-2 1,7-1-7066,7 1 8398,-2 7 0,20 9 0,-3 7 0</inkml:trace>
  <inkml:trace contextRef="#ctx0" brushRef="#br0" timeOffset="7">21283 9357 10528,'7'7'1413,"-1"5"1,-6-4-1,-2 3-555,-2-3 0,-3-2 0,-6-6 0,-1 0 1,-4 0-1,-3 0 1468,-4 0-2026,0 0 0,-7 0 1,-4 1-1,-4 2 1,-4 1-1,1 1 1,1-1 1363,5 0-1244,1 6 1,7-8 0,5 2 635,4-2-999,8-2 0,18-2 0,13-2 0,8-5 0,9-2 1,5-2-58,7 0 0,8-6 0,-2 4 0,6-7 0,2 0 0,-2 2 0,-4 3 0,0-3 0,-17 6 0,0-3 0,-8 4 0,-4 4 0,-8 2 0,-6 3 0,-7 2 0,-11-2 0,-5 4 0,-5 3 0,-7 1 0,-2 6 0,-4-7 0,-2 6 0,-4 1 0,-3 0 0,-2-2 0,0 4 0,-4-5 0,0 4 0,3-1 0,3-1 0,2 1-855,1-4 0,7 4 0,5-6 0,8 0 855,5 2 0,9 1 0,7 6 0</inkml:trace>
  <inkml:trace contextRef="#ctx0" brushRef="#br0" timeOffset="8">27491 4646 18350,'26'-7'0,"-2"3"0,-1 4 0,-3 6 0,0 8 0,-1 9 0,-2 7 0,-4 2 0,-4-1 0,-4-2 0,-2-2 0,-1-3 0,-4-2 0,-4-6 0,-7-6 0,-7-6 0,-5-3 0,-4-1 0,-3-1 0,-1-5 0,-4-5 0,-5-6 0,-8-5 0,-7-2 0,-10-2 0,30 13 0,0 2 0,-2-1 0,0 1 0,0 1 0,0 1 0,2 2 0,0 1 0,-31 2 0,9 9 0,12 14 9830,11 14-9822,19 10 0,5 14 1,14 2-1,4 2 1,7-3-1,8 0 1,8-5-1,5-3 1,3-7-1,2-7 1,1-13-1,5-10 1,6-12-1,11-11 1,-28-2-1,1-3 0,2-6 1,0-3-1,1-4 1,-2-4-1,0-3 1,-1-2-1,0-3 1,-2-3-1,0-2 1,-2-3-1,0-2 1,-3-2-1,-1 0 1,-2-2-1,-3 1 0,-3 0 1,-2 2-1,-2 0 1,-4 3-1,-1 0 1,-1 3-1,-2 1 1,-1 2-1,0 1 1,-2 3-1,0 1 1,0-27-1,-2 12 1,-4 15-1,-2 14 0,-4 14 1,-5 14-1,-5 13 1,-3 17-1,-3 16 1,-2 17-1,13-29 1,0 2-1,0 2 1,0 2-1,1 0 1,0 1-9,1 1 0,0 1-352,-2 0 1,2 2 0,4 0-1,1 1 1,-1-1 0,1-1-1,2-2 1,2-2 0,2-3-1,2-1 1,6 31 0,11-10 351,8-11 0,12-11 0,7-8 0</inkml:trace>
  <inkml:trace contextRef="#ctx0" brushRef="#br0" timeOffset="9">28278 4530 7829,'-6'-13'661,"-2"2"0,-4 4 6057,-1 7-5652,6 17 0,-3 10 1,6 13-1,1 2 1,2 2 1557,1 2-2733,0-4 1,1 5 0,2-8-1,3-8 1,1-6 0,1-8-1,1-4-131,0-5 1,-6-5 0,1-11 132,-3-9 436,-6-12 0,-3-10 0,-5-10 0,1-5 0,0-8 2592,3-5-2748,-2-5 1,8 31-1,0-1 1,-1-2 0,0 0-1,1-2 1,3-1 0,1-1-1,2-1-304,3 0 0,1 0 1,2 0-1,2 1 131,3 4 0,2 2 0,-2 4 0,1 2 0,21-14 0,2 13 0,4 14 0,0 13 0,-2 7 0,-9 9 0,-3 4 0,-7 7 0,-2 9 0,-8 1 0,-7 6 0,-2 0 0,-2 0 0,-6 2 0,-5 5 0,-8 1 0,-1 2 0,-2-3 0,2-4 0,2 2 0,5-11 0,1 2 0,4-6 0,3-5 0,4 1 0,7-9 0,2 3 0,11-3 0,5 3 0,7-2 0,1-1 0,3 0 0,-2 5 0,1-3 0,-8 6 0,-6-4 0,-4-1 165,-9 6 0,-7 1 0,-10 5 0,-6 1 0,-5 0-165,-4 0 0,-5 0 0,0 0 0,2-2 0,0-3 0,2 4 0,2-15 0,3 3 0,2-3 0,3-2-7758,3 1 6378,-3 0 0,15 8 0,-3 1 0,4 3 1,4 1 1379,5 3 0,2 1 0,2-1 0</inkml:trace>
  <inkml:trace contextRef="#ctx0" brushRef="#br0" timeOffset="10">27039 5743 7822,'-59'0'1819,"8"2"1,11 2-1,8 6 2667,10 6-3158,12-2 1,13 5 0,17-8 0,19-2 0,24-5 801,-20-2 1,2-2-2131,6-2 0,2-2 0,10-1 0,1-3 0,2-3 0,1-2 0,-19 3 0,2-1 0,0-1 0,4-2 0,2-1 0,0-1 0,3 0 0,1-2 0,0 1 0,1-1 0,1-1 0,-1 1-269,-1 1 1,0 0-1,-1 1 1,-6 2 0,-2 1-1,-1 1 1,15-2-1,-3 2 1,-9 3 0,-3 1-1241,-5 2 0,-4 2-1555,27 4 0,-8 10 0,-17 10 3064,-8 6 0,-7 6 0,-2 2 0,0 6 0</inkml:trace>
  <inkml:trace contextRef="#ctx0" brushRef="#br0" timeOffset="11">27555 6763 7724,'-50'-11'1196,"1"6"0,4 12 0,2 15 0,5 8 8634,7 6-8930,9 1 0,5 3 1,8 2-1,6 1 1,6-3-1,7-4 1,8-7-871,7-6-30,7-5 0,7-11 0,1-4 0,3-7 0,4-10 0,5-11 0,2-9 0,2-8 0,-4-5 0,-6-8 0,-3-2 0,-6-2 0,-17 27 0,-1-2 0,2-32 0,-1-3 0,-8 2 0,-8-2 0,-2-4 0,-2 34 0,0 1 0,-2-34 0,-2 15 0,-5 14 0,4 21 0,-7 11 0,5 13 0,-2 8 0,1 13 0,-2 13 0,-2 20 0,-2 14 0,6-31 0,-1 0 0,-2 1 0,0 2 0,2 2 0,-1-1 0,-1-3 0,-1-1 0,3 2 0,1 1 0,0 0 0,1-1 0,0 1 0,1 0 0,1-2 0,1 0-849,-2 30 1,9-14 0,7-11-1,12-10 1,9-10-7512,7-9 8360,0-12 0,7-17 0,1-7 0</inkml:trace>
  <inkml:trace contextRef="#ctx0" brushRef="#br0" timeOffset="12">28368 6673 7697,'0'-13'1155,"2"1"0,2 5 0,6 7 0,5 9 0,3 8 8624,2 9-9262,2 5 1,4 8 0,-1 0 0,1-1-1,0 1 1,0 0 0,0-2-338,0-2-1387,-6-10 1,-2-6-1,-5-6 1,1-2 0,1-3-1,-1-10 1207,-2-9 0,-2-14 0,3-8 0</inkml:trace>
  <inkml:trace contextRef="#ctx0" brushRef="#br0" timeOffset="13">28846 6569 7697,'-32'-11'2541,"-3"4"1,-6 8-390,-2 11 1,0 9 0,3 14-1,-3 8 2346,-4 5-4475,19-17 1,0 1-1,1 1 1,1 0-1,-2 5 1,0-1-1,2-1 1,0-2-1,3-2 1,1-2-1947,-17 24 1,7-2 1922,11-13 0,2-3 0,6-11 0</inkml:trace>
  <inkml:trace contextRef="#ctx0" brushRef="#br0" timeOffset="14">15243 7912 7895,'-33'-6'638,"2"5"1,9-4 0,1 4 0,3 2 0,1 5 0,-1 7 0,0 7 326,-2 4 1,4 2-1,0-1 1,5-3 0,3-1-1,3-3-94,2-2 0,3-6 0,4-3 0,5-1 1687,2-3-1985,8-8 1,7-9-1,7-12 1,1-7 0,1-5 1027,0-5-1601,3-3 0,0-2 0,1 1 0,-2-2 0,1-1 0,-2-2 0,1 2 0,-1 3 0,-6 8 0,0 8 0,-7 5 0,-3 1 0,-1 5-5340,-4 8 3725,0-1 1,-2 11 0,-2-1 0,-2 6 1614,-5 6 0,-3 2 0,-1 2 0</inkml:trace>
  <inkml:trace contextRef="#ctx0" brushRef="#br0" timeOffset="15">14933 7925 7968,'-20'-28'1879,"-5"-2"1,15 17 2962,-3 0-4165,9 6 0,-6 14 0,4 6 0,1 9 0,-3 8 0,3 7 0,-2 5 391,-1-1 0,1 4 0,-3-2 0,3-3 1359,1-4-2295,2-5 1,4-6 0,0-4 0,0-3 0,1-6-133,4-3 0,2-3 0,6-6 0,1-2 0,3-2 0,5-5 0,2-2 0,3-2-1358,4 0 1,2-4 0,5-2-1,2 1 1,2-2 1357,1 0 0,6-8 0,-3-5 0</inkml:trace>
  <inkml:trace contextRef="#ctx0" brushRef="#br0" timeOffset="16">27478 9396 7850,'-19'-13'383,"-1"-6"1,-13 6 0,-7 1 677,-10 6-1110,-7 4 1,-15 4-1,34-1 1,-2 1-1,-2 0 1,0 1-1,-3 0 1,-1 0-1,-1 1 1,-2-1-1,-2 0 1,-2 0-1,-4 1 1,-1-1-1,-4 0 1,-1 0 0,-4 1-1,-2-1 1,20-1-1,-1 1 1,0-1-127,-4 1 1,0 1 0,0-1 0,-2 1 0,0 0 0,0 0 0,-1 0 0,-1 0 0,-1-1 0,-2 1 0,0-1 0,-2 0 0,-2 0 0,-1 0 0,0 0 0,-2 0 0,-1 1 0,0-1 271,0 1 1,0 0 0,0-1 0,14 0 0,0 0-1,0 0 1,0 0 0,-16 0 0,0 1 0,-1-1-1,17-1 1,-1 0 0,-1 0 0,0 1-107,-1-1 1,-1 1 0,0-1 0,0 1 0,0-1-1,-1 1 1,0-1 0,0 1 0,-2-1 0,-1 0-1,0 0 1,1 0 0,1 0 0,1-1 0,-1 0-1,1 0 219,0-1 0,0 0 0,0 0 0,0 1-149,-1 0 1,0 1 0,0 0 0,-1-1 0,-2-1-1,0 0 1,0 1 0,-1-1 0,0 1 0,-1 1-1,0-1 1,-1 1 0,1-1 0,-1 0 0,0 0-1,1 0 1,0 0 0,1 0 0,0 1 0,0-1 3,0-1 0,-1 1 1,1-1-1,0 1 0,-2 1 1,1-1-1,-1 1 1,0-1-1,0 0 0,-1 0 1,1 0-1,-1 0 1,1 0-1,0 0 0,0 0 1,0-1-391,1 1 0,-1-1 1,1 0-1,-1 1 282,-4-1 0,0 0 1,0 0-1,1 0 1,5 0-1,1 0 0,0 0 1,-1 0-1,-4 0 1,-2 0-1,1 0 0,-1 0 1,-1 0-1,1 0 1,-1 1-1,0-1 1,0 1-1,1 0 0,-1 0 1,0 0 5,1 1 0,-1 0 1,0 1-1,0-1 0,13 0 1,0 0-1,-1 1 0,1-1 1,0 1-1,-13 0 0,2 0 1,0 0-1,-1 0 0,-1 1 1,0-1-1,-1 1 0,0 0-427,15-1 1,-1 1 0,1-1-1,-1 1 1,-1-1 443,-1 0 0,-2-1 0,1 1 1,0 0-1,1 0 0,-11 3 1,1 0-1,0 1 0,-1-1 1,13-2-1,-1 1 0,1-1 1,-1 1-1,0 0 0,1 0 1,-1 0-1,1 0 0,0 1 1,-1 0-1,0 0 0,0 0 1,0 1-1,0-1 0,0 0 15,0 1 1,-1 0-1,0-1 1,0 1 0,0-1-1,1 1 1,-1-2 0,0 1-1,0 0 1,0 1 0,0-1-1,1 1 1,-1 0-1,0 0 1,0 0 0,1 0-1,0 0 1,0 0 0,-1 1-1,1-1 168,0 0 0,-1 1 1,0-1-1,1 1 1,0-1-137,-13 2 0,1-1 0,0 0 0,-1 0 1,11-1-1,-1 1 0,0 0 0,0-1 0,1 0 1,2 0-1,1 0 0,0-1 0,0 1 1,-1-1-1,1 1 0,0 0 0,0 0 0,0 0 1,0 0-1,-13 1 0,0 0 0,0 1 0,0-1 46,1 0 0,0 0 1,0 0-1,0-1 0,0 1 1,-1 0-1,1-1 0,-1 0 1,1 0-1,-1-1 0,0 0 1,1 0-1,0-1 1,1 1-1,0-1 0,0 0 22,1 0 1,1-1 0,-1 1 0,1-1-106,-3-1 1,0 1 0,0 0 0,1-1 0,5 0 0,0 0 0,1 0 0,-1-1-1,-3 1 1,0 0 0,-1-1 0,1 0 0,1 0 0,0 0 0,0 0 0,0 0-1,1-1 1,0 1 0,0 0 0,0 0-32,2 0 0,-1-1 1,1 1-1,0 0 1,1-1-1,0 0 1,-1 0-1,2 0 1,2 1-1,1 0 1,0 0-1,0 1 1,-1-1-1,0 1 1,0 0-1,-1 0-15,1 1 1,-1 0 0,1 0 0,-1 0 41,1 1 0,0-1 0,0 1 0,1 1 1,-1 1-1,1 0 0,0 0 0,0 1 1,2 0-1,0 0 0,1 0 0,-1 1 1,1 0-1,-1 1 0,0 0 0,1 1 1,-1 0-1,1 0 0,-1 1 0,0 0 29,0 0 1,-1 1 0,1 1 0,0 0 0,0 0-1,-1 1 1,1 0 0,1 1 0,1 1 0,0 1-1,1 1 1,0 0 0,-1 1 0,1 0 0,0 1-1,0 0 36,0 0 0,0 1 0,0 0 0,1 0-37,2 1 1,0-1 0,0 1 0,1 0 0,-17 6 0,0 1 0,1 0-1,5-1 1,0 0 0,1 0 0,2 0 0,0-1 0,2 1 0,2 0-1,2-1 1,0 1 13,3-1 0,1 1 0,0-1 0,3-1 0,0 1 0,1-1 0,-17 9 0,3-1 0,5-2 0,4-1 253,8-4 0,3 1-259,5 0 0,3 1 0,-15 23 0,8 4 1,11-1-1,12 0 1062,8-1-1111,22-2 0,11-2 0,22 0 0,5-3 0,-23-24 1,2-2 35,1 1 0,3-1-6,12 0 1,4-1 0,2 1 0,3-1 0,9 0 0,3-1 0,-1 0-1,1-2 1,-22-8 0,2 0 0,-1-2 0,3 0 0,0-2 0,1-1-1,2-1 1,0-1 0,1-1-16,2-1 1,0 0 0,1-1 70,3 1 1,0-1-1,2-1 1,5 0 0,2-1-1,0 0 1,-17 0 0,1-1-1,0 1 1,0-1-1,1-1 1,0 1 0,0-1-1,0-1 1,1 0 0,0-1-1,1 0 1,-1 0 58,2-1 1,0 0-1,0-1 1,1 1-120,3 0 0,0 1 1,1-1-1,0 0 1,2-1-1,0-1 1,1 0-1,0 1 1,2 0-1,1 1 1,-1 1-1,0-1 1,0 1-1,-1 0 1,1 0-1,-1 0 1,1 0-1,0 0 1,0 0-1,1 0 14,0-1 0,1 1 0,-1 0 1,1 0-16,-12 2 1,0 0-1,0 0 1,0 0 0,1 0-1,1 0 1,0-1-1,1 0 1,0 1 0,0-1-1,1 1 1,-1 0 0,1 1-1,0-1 1,0 1-1,0-1 1,0 0 0,0 0-1,0 1 1,1-1-1,0 0 1,0 0 0,0 0-1,0 1 1,1-1 0,0 1-1,1 0 1,-1 0-1,1 1 1,0-1 0,2 0-1,0 1 1,0 0-1,1 0 1,0 0 79,1 0 1,2 0-1,-1 0 1,1 1-1,-2-1-110,-3 0 0,0 0 1,-1 1-1,1-1 0,0 0 1,-6 1-1,1-1 1,1 1-1,-1-1 0,0 1 1,0 0-1,8-1 1,0 1-1,-1-1 0,0 1 1,1 0-1,2-1 1,0 1-1,0 0 0,1 0 1,0 0-1,-11 0 1,0 0-1,1 1 0,-1-1 1,1 0-1,0 0 51,2 1 0,1-1 1,-1 0-1,1 0 1,-1 0-1,0 0 0,-2 0 1,0 0-1,-1 0 1,1 0-1,0 0 1,0 0-1,3 0 0,0-1 1,1 0-1,0 0 1,-1 1-1,1-1 0,-2 0 1,1 1-1,-1 0 1,0-1-1,1 1 1,0-1-26,0 1 1,1-1-1,-1 0 1,1 1-1,0-1 1,0 0-1,0 1 1,0-1-1,0 0 1,0 1 0,0-1-1,1 0 1,0 1-1,1-1 1,0 1-1,0-1 1,0 1-1,0 0 1,-1 0-1,1 0 1,0 0 0,-1 0-1,1 1 1,-1-1-1,0 1 1,1 0-1,-1-1 1,0 1-1,0 0 1,0 0 0,0 0-1,1 0 1,0 0-1,-1 1 1,1-1-1,0 0 1,0 1-1,0-1 1,0 1-1,0 0 1,0 0 0,0 0-1,0 0 1,1 0-1,-1 1 1,1-1-1,0 1 1,-1-1-1,1 1 1,0 0-1,0 0 1,1 0 0,-1 0-1,-1 0 1,1 0-1,-1 0 1,1 0-1,-1 0 1,0 1-1,0-1 1,1 0 0,-1 0-1,0 0 1,1 0-1,-1 0 1,0 1-1,1-1 1,-1 0-1,1 0 1,-1 0-1,1 0 1,0 0 0,0 1-1,1-1 1,0 0-1,-1-1 1,1 1-1,0 0 1,0 0-1,-1-1 1,1 1 0,-1-1-1,1 0 1,-1 1-1,0-1 1,-1-1-1,0 1 1,1 0-1,-1-1 1,0 1-1,-1-1 1,0 1 0,0-1-1,0 0 1,-1 0-1,1 0 1,0 0-1,0 0 1,0-1-1,0 1 1,0-1-1,-1 0 1,1 1 0,0-1-1,0 0 1,0-1-1,0 1 1,0-1-1,0 0 1,0 0-1,0 0 1,0-1 0,-1 1-1,1-1 1,-1 0-1,-1 0 1,1 0-1,-1 0 1,1 0-1,-1-1 1,-1 1-1,0-1 1,0 0 0,0 0-1,0-1 1,0 1-1,-2-1 1,0 1-1,-1-1 1,1 1-1,-1-2 1,0 1 0,0 0-1,0-1 1,-1 0-1,1 0 1,-1 0-1,0-1 1,11 0-1,0-1 1,0 0-1,0 0 1,0-1 0,-1 1-1,1-1 1,-1 0-1,0 0 1,0 0-1,-3 0 1,1 0-1,-2 0 1,1-1-1,0 1 1,-3 0 0,1-1-1,-1 1 1,0-1-1,-1 1 1,-3-1-1,0 1 1,-1 0-1,0 0 1,-1 0 0,13-2-1,0-1 1,-1 1-1,0 0 1,-5 1-1,1-1 1,-2 0-1,0 0 1,-1 0-1,-2 0 1,1 0 0,-2 0-1,-3 0 1,-1 0-1,0 0 1,-1-1-1,15-3 1,-2 0-1,-1-1 2,-5 1 1,-1 0-1,-2-1 1,-4 1 0,-2-1-1,-1-1 1,-4-1-1,-3-1 1,0 0 0,18-10-1,-3-2 1,-8 0-1,-4 0 1,-11 1 0,-3 0-1,-9 2 1,-4-2-1,9-27 1,-13-3 0,-12-6-1,-13-6 1,-3 32-1,-3 0 1,-5-3 0,-3 1-1,-6-3 1,-5 1 0,-6-1-1,-5 1 1,-9-3-1,-4 1 1,16 14 0,-2-1-1,-1 1 1,-2-2-1,-1 0 1,0 0 0,-2-1-1,-1 1 1,-1 0-1,-3-1 1,-1 1 0,-1 1-1,-3-1 1,-2 2-1,-1 0 1,-4 0 0,-1 1-1,-1 1 1,15 7-1,0 1 1,-1 0 0,-1 0-1,0 0 1,-2 0 0,1 1-1,-1 0 1,1 1-1,0 0 1,-1 0 0,0 1-1,-1 1 1,0 0-1,-1 0 1,1 2 0,-2 0-1,1 0 1,-1 2-1,-1 0 1,-2 0 0,-1 1-1,0 1 1,-1 0-1,0 2 1,-1 0 0,0 0-1,0 2 1,-1 0-1,0 1 1,-1 1 0,2 1-1,1 0 1,0 2 0,0-1-1,0 2 1,2-1-1,-1 2 1,1 0 0,0 0-1,0 0 1,1 1-1,0-1 1,0 1 0,0 0-1,0 1 1,1-1-1,-1 1 4,1 0 0,0-1 0,0 2 0,1-1 0,0 1 0,1 1 0,0-1 0</inkml:trace>
  <inkml:trace contextRef="#ctx0" brushRef="#br0" timeOffset="17">1562 17346 15651,'23'-64'0,"-6"31"0,6 1 0,8-1 0,7 0 0,9-1 0,5-1 0,7-2 0,2-2 0,-17 12 0,0-1 0,1-1 0,3-2 0,0-1 0,0 0 0,2-1 0,1-1 0,0-1 0,2 0 0,0-2 0,0 0 0,2-1 0,0-1 0,0-1 0,2-2 0,0-1 0,1 0 0,-14 10 0,1-1 0,-1 0 0,1 0 0,0 0 0,0 0 0,0 0 0,1 0 0,-2 0 0,1 0 0,0 0 0,0 0 0,-1 0 0,1-1 0,-1 1 0,1-1 0,-1 0 0,0-1 0,0 1 0,0-1 0,0 1 0,0-1 0,0 1 0,0-1 0,0 1 0,-1 0 0,0 1 0,-1-1 0,13-9 0,0 0 0,-1 0 0,-2 2 0,-1 1 0,-1 0 0,-1 1 0,0 1 0,0 1 0,-3 2 0,1 0 0,-1 1 0,-3 1 0,0 1 0,-2-1 0,-1 3 0,-2 0 0,1 0 0,15-12 0,-1 0 0,-2 4 0,0 2 0,-4 4 0,-2 2 612,-6 3 0,-1 3-967,-4 3 0,-2 3 1,13-6-1,-7 9 355,-6 6 0,1 4 0,0 6 0</inkml:trace>
  <inkml:trace contextRef="#ctx0" brushRef="#br0" timeOffset="18">4285 14249 7795,'17'-40'0,"13"-2"7706,22-1-7364,-7 20 1,7 3 0,9 5 0,5 3 0,-15 4 0,2 1 0,0 0 0,1 1 0,0 0 0,0 1 0,1 0 0,0 0 0,0-1 0,-1 0 0,0 0 0,-1 0 0,-2-1 0,0 1 0,-1-1-534,-1-1 0,-1 0 0,0 1 0,19-2 0,-1 0 0,-3 2 0,-1 0 0,-5 2 1,-2 1-864,-4 1 1,0 1 908,-2-1 0,-2 1 0,-8 5 0,-2 3 1,26 11-1,-19 13 0,-17 12 0,-14 11 1,-13 10 394,-11 9 43,-2-32 1,-4 2-1,-6 2 1,-3 2-1,-7 5 1,-3 1-1,-3 4 1,-1 1-1,13-16 1,-1 1-1,0 0-117,1 1 1,-1 0 0,1 0 0,1 3-1,-1 0 1,0 0 0,-1 1 0,0 0 0,0 1-1,-3 2 1,-1 0 0,0 0 382,-3 3 1,0 0-1,-1-1-622,0-3 0,0-1 0,0 0 1,2 2-1,2 1 0,-1-1 0,3-6 1,0 0-1,0 0 0,0-2 1,1 0-1,-1-2 0,-14 18 0,-1-4-2991,0-3 0,0-6 2060,5-11 1,1-5 0,6-5 0,3-6 0,-10-9 993,15-17 0,7-12 0,10-18 0</inkml:trace>
  <inkml:trace contextRef="#ctx0" brushRef="#br0" timeOffset="19">29840 13810 7774,'13'0'756,"0"0"0,5 7 0,5 9 0,7 14 0,9 17 0,-16-16 1,1 1-1,3 6 0,1 2 0,2 4 0,0 1 0,2 3 1,1 1 1551,1 2 1,0 0-2397,-1-2 1,0 0 0,7-1-1,1 0 1,-2-3 0,-1 0-1,0-1 1,0 0 0,-1-3 0,-2-1-1,-4-3 1,-2-2 0,-3-4-1,-2 0 1,14 22 0,-8-5 0,-4 1-1,1 1 1,1 2 0,3-2-1,-4-2 1,-3-7 0,-4-5-1,0-6 1,-2-3 87,-4-1 0,2 0 0,-9 0 0</inkml:trace>
  <inkml:trace contextRef="#ctx0" brushRef="#br0" timeOffset="20">30588 15475 7660,'-5'13'370,"-2"-5"1,-5 1 0,3 1 0,5 2 0,6 0 0,5 0 3551,6-3-3390,8 2 1,1-4 0,6 5-1,2-2 1,1-2 0,0 1-1,4-2 2962,2-3-3166,2 4 1,-1-7 0,1 3 0,0-4 0,1-3-1,0-2 1,-1-3 1733,-6-2-1964,-5-7 0,-6 3 0,-2-5 0,-1 2 0,-5 0-110,-4 1 1,0 2 0,-6 1-698,-1 0 183,-1 6 0,-2-5 1,0 4-4227,0-4 3793,0-1 0,-2 0 1,-1 0-1,-1 1 959,1-1 0,-4-12 0,0-2 0</inkml:trace>
  <inkml:trace contextRef="#ctx0" brushRef="#br0" timeOffset="21">28046 10519 7928,'-40'-52'832,"5"-1"0,18 7 1,11 15-1,13 13 0,15 14 1,11 6 4519,9 2-5063,15 6 0,-22-8 0,3-1 1,7 2-1,2 1 0,3-1 0,2 0 1,3-2-1,2 1 0,3-1 1,1-1-1,5-1 0,0-1-376,4-2 0,1 0 0,-23 1 0,1 0 0,0-1 114,0-3 0,0 0 0,-1-1 1,22-2-1,-2-2 0,0 0 1,-1-1-1,-5 0 0,-1 0 0,-5 0 1,-1 0-1,-3 0 0,-1 0-300,-1 0 1,-1 0-1,-5 1 1,-1-1 0,0 0-1,-2 1 1,-5 1-1,-2 1-2459,22-7 1915,-9 8 1,-14-1-1,-4 4 1,-6 0-1,-6 1-730,-3 2 1,-5 1 0,-3 4-723,-14 9 2269,-12 2 0,-6 0 0</inkml:trace>
  <inkml:trace contextRef="#ctx0" brushRef="#br0" timeOffset="22">28498 10132 7887,'-45'-52'903,"-1"6"0,-10 9 1,-1 12-1,0 13 0,-1 12 4889,4 11-5265,1 13 0,1 9 0,2 8 0,1 3 0,2 6 1,-1 5-1,4-1 312,5-1 0,13-7 0,14-4 0,6-5-339,4-3-483,14 1 1,5-1 0,16-1 0,7-1-1,6-4-71,7 0-455,-1-3 1,9 0 0,-2-2 0,4-3 0,-27-10 0,0 0-2016,3 0 0,1 0 1951,2-2 0,0 0 0,0 1 0,0 0 0,-3-2 0,1-1 573,-3 1 0,0-1 0,0 1 0,-1 1 0,2-1 0,-1 0 0,32 6 0,-6-3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383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29698 7266 7975,'1'-18'327,"2"-2"0,1-2 1,1 1-1,-1-2 0,0-2 1,-1 1 1089,-1 2 1,-2-2-771,0 3 1,-2 2 0,-2 2 0,-5 4 0,-2 3-1,-3 3 1,-2 1 379,-1 3 1,-5 7 0,3 5-1,-2 4-639,-6 4 0,1-1 0,-3 5 0,5 2-233,2 2 1,6-4 0,-1 1 0,4-1-145,5-1 1,2 5 85,6-4 1,6-1 0,4 2-1,4-1 39,3-1 0,6 5 0,-3-5 0,2 1 0,-2 1 1,-1-1-1,-4 1 0,0-1 0,-4 2 0,-2 2 0,-5 0 1,-4 1-1,-6 0 0,-7 0 0,-8 0 0,-8-1 0,-7 1 1,-5 0-1,-5-2 0,-1-2 0,1-3 0,3-4 0,5-2 1,8-6-1,9-5-136,8-6 0,17-15 0,11-8 0</inkml:trace>
  <inkml:trace contextRef="#ctx0" brushRef="#br0" timeOffset="1">29917 7292 20058,'-4'13'0,"-2"1"0,1 2 0,-1 4 0,3 3 0,1 4 0,2 1 0,2-1 0,4-1 0,7-2 0,8-2 0,6-7 0,5-5 0,1-7 0,3-6 0,0-7 0,-2-7 0,-5-9 0,-6-5 0,-8-4 1293,-5 1 0,-4 1 0,-7-1 1,-4 4-1752,-3 2 0,-11 0 0,-5 2 0,-8 7-1250,-5 8 1,1 1 0,-8 5-1,2 4-345,3 4 0,1 5 1,10 8 2052,4 1 0,7 6 0,-2-3 0</inkml:trace>
  <inkml:trace contextRef="#ctx0" brushRef="#br0" timeOffset="2">30253 7370 8075,'0'-8'4915,"0"14"0,0 4-3199,0 12 1,1-6-1526,4 1 0,-3-2-101,7 3 0,0-8 1,4 1-1,1-4 0,2-4-124,1-1 0,2-11 1,-4-7-1,4-10 42,1-5 1,0-3 0,2-5 0,-5 2 211,-3 2 0,-1 5 724,0 8-591,-6 10 0,0 6 0,-4 9 0,1 4 0,-1 7 0,-1 5 577,-2 4 1,0 0-893,0-2 0,0 2-250,0-6 1,4 1-1,0-5 1,1-2-1,0-2-26,4-5 0,-2-4 0,3-6 0,3-7-29,3-7 0,5-4 0,-3-2 1,-1 2 617,1 2 1,-3 1 27,2 8 0,-7-2-190,-1 11 1,-1 0-1,4 5 1,-4 3-1,-3 5-1450,-4 3 1,-1 5 641,0 0 0,4 0-791,1-4 0,0 0 0,-2 0 0,3-2 0,3-2 0,4-5-394,2-2 1,10-4 0,-1-3 0,6-8 1538,3-7 1,2-3 0,2 0 0,-1 1 882,-2-1 1,-5 5 0,1-1 0,-4 2 445,-5 0 1,-2 4 0,-6 4-5,0-1 0,-2-2 0,-2 0-593,-5-1 1,-4 0 0,-4-2-1,-5 1 3,-2 1 1,-6-1-1,-2 10 1,-1 1 353,-3 1 1,0 4 0,1 2 0,4 5 26,-1 2 1,6 8 0,-1 4-1,5 4-487,4 3 0,2 2 0,7-2 0,6 4-1368,6 3 1,11 2 0,10 0 0,8 0-1918,5-1 1,0-5 0,10-4 2920,2-6 0,7-5 0,3-5 0</inkml:trace>
  <inkml:trace contextRef="#ctx0" brushRef="#br0" timeOffset="3">31905 7047 7936,'8'11'3647,"0"7"0,-1 5-1716,0 2 1,2 7-1668,4 2 0,-5 5 0,1 3 0,1-1 0,0-3 0,0-7-249,-2-4 0,-3-7-53,3-2 1,-5-13 238,2-9 1,-5-9-239,-5-13 1,-2-5 0,-6-4-1,0-3 1,0-5 0,-1-6-196,-3-6 0,4-5 245,0-9 0,6 33 0,1-1-41,1-3 0,1-2 0,1-2 0,1 0 0,-1-4 0,1 1 0,2 0 0,2 1 0,1 0 0,2 1 0,3 3 0,2 0 439,0 2 0,3 2 0,1 3 0,2 3 0,15-17 1,2 19 337,3 17 0,1 13 0,4 10 0,0 10 286,2 7 1,-6 11-496,-6 0 1,-10 3-541,-4 6 0,-4-5 0,-4 1 0,-6-3 0,-6-2 0,-7 1 0,-6 0 0,-8-2 0,-7-2 0,-10-4-22,-2-5 0,-4-2 1,-4-2-1,3-5 1,-1-3-1,4-2-4722,4-4 4744,8-2 0,1-12 0,6-1 0</inkml:trace>
  <inkml:trace contextRef="#ctx0" brushRef="#br0" timeOffset="4">30240 9809 7893,'-26'-39'657,"-1"2"1,-3 4 0,-3 7-1,0 9 1,1 7 0,2 7 517,0 6 1,-4 10 0,3 10-1,4 5 1,3 10 0,4 8-756,1 10 1,11-21 0,0 3 0,3 3-1,0 1 1,1 4 0,1 1-133,0 4 0,0 1-444,1 0 0,0 0 1,2 0-1,2 0 1,-1-4-1,0-1 1,3-3-1,0-1 1,0-5-1,2-1 0,8 29 1,0-7-1693,1-2 1,-4-2-2805,-2-8 4519,-4-8 1,-5-8 0,0-5 0</inkml:trace>
  <inkml:trace contextRef="#ctx0" brushRef="#br0" timeOffset="5">29762 10570 7893,'0'-25'0,"0"0"0,0 4 1822,0 4 1,2 4-1,2 4-238,5 5 1,4 2-1045,4 2 0,2 6-376,2 3 0,3 2 0,-2 2 0,1 1 0,0 4 1,-3 2-66,-1 0 1,-2 6 0,-4-2-1,1 5 1,2-1 0,2-1 0,1-1-1,1-1 1,0-4 0,5-4 0,2-4-1,4-6 1,1-8 0,1-10 0,-2-11-1,2-7 1,-1-6 0,-2-6 0,-6-2-1,-6 2 1,-8-1 0,-7 1 0,-6-2-1,-9 2 1,-6 6 0,-10 6 0,-2 6-1,-3 6 1,2 4 0,-1 4 0,3 6-1,4 6 1,2 7 0,3 6 0,2 7-1,7 4-99,5 3 0,5 6 0,1-3 0</inkml:trace>
  <inkml:trace contextRef="#ctx0" brushRef="#br0" timeOffset="6">30588 10596 11957,'9'0'5071,"0"0"-3978,-7 0 0,6 5 0,-4-1-263,5-1 0,-2-2-539,1-1 0,-3 0-220,3 0 0,-3-6 0,2-2 1,0-4-1,0-2 0,2-3-442,-2-5 1,3-6 316,-6-3 0,5 1-163,-5 5 1,5 3-1,-4 2 1,1 1 0,1 5-1,1 3-756,2 2 0,1 6-191,2-1 0,1 2-401,3 2 1,4 0 0,4 2 1564,1 2 0,0 3 0,0 6 0</inkml:trace>
  <inkml:trace contextRef="#ctx0" brushRef="#br0" timeOffset="7">31789 10235 7823,'-5'-26'1063,"0"3"0,-2 6-53,-4 8 0,-4 9 0,-5 10 1,-3 10-1,-5 9 0,1 6 108,0 5 0,5-3 1,2 3-1,3-5-840,6-4 0,-1 3-793,8-3 1,1-7 438,7-7 1,5-8-1,8-5 1,5-4-1,1-4 1,0-6-95,-2-6 1,1-4 0,2-6 0,-1 0 419,-2 0 0,-3 2 408,3 3 0,-5-2 276,1 5 1,-5 6 0,-1 4 0,3 3-1494,1 2 0,-7 7 179,-3 5 0,0 2-433,0 2 1,3 1 0,-3 2 0,-1 1 812,2-1 0,1-2 0,6-1 0</inkml:trace>
  <inkml:trace contextRef="#ctx0" brushRef="#br0" timeOffset="8">31066 11061 7795,'-57'-6'1121,"4"0"1,-3-2 0,4 5 0,6 7-1,9 8 1051,10 3 0,2 8-1652,8-1 1,-6 8 0,3 3 0,0 1 0,4 1 0,5 1 0,3-2 0,3-2-129,2-7 0,7-7-434,5-1 0,4-7 1,2-3-1,4-1 1,1-5-1,3-4 26,1-5 1,2-9 0,0-5 0,0-1-136,0 2 1,-6-2 662,-3 5 0,2 6 46,-2 3 1,-4 5-1,-5-3 1,1 2-1,-2 7 826,-3 5 1,-2 10-1385,-2 5 0,-6 8-59,-2 4 1,-4 8 0,-2 1 0,-2-2 0,-1-1 0,1-2-3605,2-4 0,5-1 2013,0-3 1,5-8 1649,-4-1 0,5-5 0,-3-3 0</inkml:trace>
  <inkml:trace contextRef="#ctx0" brushRef="#br0" timeOffset="9">31169 11332 7795,'2'-20'4417,"2"3"-3169,-3 2 1,7 8-1,-6 6 615,3 8 1,-1 3-1159,-4 11 0,0 5-1276,0 4 1,0 0 0,0-4-1,0 0 1,0-2 0,0-2-1679,0-5 0,0-2 2249,0-3 0,6 1 0,1 0 0</inkml:trace>
  <inkml:trace contextRef="#ctx0" brushRef="#br0" timeOffset="10">31324 11061 7795,'0'-45'84,"4"5"1,1 0 0,-2 9 1053,-2 9-1101,-1 6 1,0 12-38,0 8 0,-6 9 0,-1 13 0</inkml:trace>
  <inkml:trace contextRef="#ctx0" brushRef="#br0" timeOffset="11">31427 11267 7795,'13'0'2051,"0"0"1,-4 0-1158,-1 0 1,5 6-1,4 1 1,1 2 512,0-1 1,1 1-1183,2 4 1,4-2-195,-4-2 1,-1 1-1,1-6 1,-3-1-1,-1-1 1,1-4-631,-1-2 0,-1-5-514,-8-8 0,2-1 496,-5-4 0,3-1 0,-4 6 0,-1 1 0,-1 2-1494,-2 1 1,0 4 2110,0 1 0,5-1 0,3-4 0</inkml:trace>
  <inkml:trace contextRef="#ctx0" brushRef="#br0" timeOffset="12">31905 11216 7795,'13'8'1080,"0"1"1,-5-5-649,1 5 1,-2-5-1,3 3 1,-1 1 159,1-1 1,6-4-387,1 1 0,1-3-431,0-1 0,2-1 1,4-5-1,-1-7 0,-3-5 1,-1-4-405,-4 1 1,-2-1 690,-4-4 1,-3 2 488,-6 2 1,-2 5 0,-2 9-1,-5 3 1,-2 5 1929,-2 5 1,0 7-1892,0 10 1,5 2-747,-1 2 0,6 0 0,-1 0 0,2 0 0,4-2 0,2-1-1025,5-2 0,8-6 1006,4-2 1,8-2-872,1-7 1,5-1 0,-4-7 0,1-5 0,-1-2-1,-3-2 893,-6 0 0,1 0 390,-5 0 1,-1 2 1375,-4 2 0,-2 2 0,-1 4 1868,-1-1-2537,-6 0-1158,2 4 0,-3 0 356,2 0 1,2 1 0,3 3 275,-5 5 0,-3 2 0,-1 4 0,0 0 288,0 3 1,5 5 0,-1 0-1,0 4-823,2 3 0,-3-1 0,5-6 0,2-3-2361,2-2 0,7-2 1511,2-7 1,3-4-1612,2-5 2578,0 0 0,0-5 0,0-2 0</inkml:trace>
  <inkml:trace contextRef="#ctx0" brushRef="#br0" timeOffset="13">31673 12055 7719,'-38'0'280,"10"5"1,-14 14 0,12 13 0,4 8 0,7 7 0,11 3 0,6 2-1,8 0 1,8-2 0,11-4 0,8-6 0,6-7 0,2-6 0,2-8-1,-3-8 1,-2-7 0,-5-5 0,-2-6 0,-4-9 0,-4-7 0,-5-8-1,-4-7 1,-3-5 0,-2-4 0,-5-2 0,-2 0 0,-4 2 0,-2-2-1,-5-1 1,-2-2 0,-2 1 0,-1 1 0,-2 2 0,-3 7 0,-1 5 2847,-3 6 0,3 10-6345,-1 7 1,1 11 3216,-2 11 0,-2 14 0,4 4 0</inkml:trace>
  <inkml:trace contextRef="#ctx0" brushRef="#br0" timeOffset="14">31724 12158 21332,'-7'6'0,"4"4"0,7 5 0,9 7 0,9 4 0,7 2 0,5 4 0,5 0 0,5 1 0,8-2 0,7-1 0,2-4 3263,-1-3-6537,-8-7 0,-13-2 3274,-9-5 0,-3-6 0,-1 2 0</inkml:trace>
  <inkml:trace contextRef="#ctx0" brushRef="#br0" timeOffset="15">26161 13823 7745,'-25'0'3944,"0"0"0,5 4-3072,7 9 0,8 10 0,10 21 1,10 7-1,8 6 1031,5 6-1831,-10-30 0,0 2 0,-3 2 0,-1 0 0,2 0 1,1 1-1,-2 0 0,0 0 0,-2-1 0,0 0 1,-2 2-1,-1 0 0,0 0 0,-1 1 0,-1 0 1,-2 1 57,0 0 0,-2-1-479,0-3 0,-2-1 0,-2 30-127,0-6 1,0-6-1,0 4 1,0-2 0,-1-2-1,-2-4-1138,-2-5 1,1-6 0,4-6-1,0-8-2069,0-6 3683,-6-10 0,-7-21 0,-7-9 0</inkml:trace>
  <inkml:trace contextRef="#ctx0" brushRef="#br0" timeOffset="16">26110 14042 7723,'-52'0'360,"2"3"1,4 7-1,7 13 1528,8 13 0,5 13 1,3 8-1,3-1-554,1-3 0,2-6-982,4-12 0,2-5-236,2-9 1,-1-6 0,7-15-59,5-13 1,3-22 0,8-12-1,2-13-20,-7 25 0,1-2 0,-1-2 0,0-2 299,2-6 0,1-1 0,0 5 0,0 0 37,1 0 0,2 0 1,-2 3-1,1 1 1,1 3-1,0 1 1,14-30-1,2 12 1,1 13 1369,0 14 0,-2 15-1744,5 6 0,-4 17 0,5 9 0,-1 11 0,3 9 0,-2 4 0,-5 1 0,-3 2 0,-1 3 0,-4-5 0,-1-3 0,-4-9-768,5-4 0,-1-3 0,5-1 0,0-1 0,1-5 0,3-7 768,5-8 0,8-3 0,3-2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00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27878 9422 7800,'-24'-12'1385,"2"-3"1,5-4 0,4 5 0,6 9 0,7 14 0,7 11 726,5 9 0,0 9 1,1 12-1,0 8-1721,0 6 0,-6-27 0,-1 1-339,1 0 0,-1 1 0,0 1 0,1 1 0,-1 0 0,1-1 0,-1-3 0,-1 0 0,5 30 0,-3-4 0,1-3 0,-3-5-428,1-6 1,0-11-1,-3-8 1,1-4-1140,-1-4 0,-2 1-745,-1-6 330,0-6 0,-1-6 913,-3-10 1,2-13 0,-4-12 1016,1-6 0,3-20 0,-4-4 0</inkml:trace>
  <inkml:trace contextRef="#ctx0" brushRef="#br0" timeOffset="1">27801 9706 7800,'-26'-40'0,"1"-1"0,2 3 1641,2 5 0,9 0-224,0 3 1,7-5-578,1 5 1,4-4-1,4 2 1,6-1-1,6-1 1,6 1 412,2 3 1,5 4-1,4 4 1,5 5 262,3 3 1,3 7-913,-1 2 1,7 4-530,2 1 1,1 10 0,6 4 0,-2 5 0,-4 4 0,-4 1-76,-6 2 0,-9 4 0,-4 0 0,-10-1 0,-7-8 0,-5 4 0,-10-4 0,-4 4 0,-8 0 0,-10 1 0,-9 0 0,-6 0 0,-4 0 0,-4 0 0,-4-1 0,0 0 0,-1-4 0,6 2-1066,3-6 1,3-1 0,4-7 0,6-5 0,10-5 1065,9-8 0,16-5 0,10-12 0</inkml:trace>
  <inkml:trace contextRef="#ctx0" brushRef="#br0" timeOffset="2">29207 10093 7770,'8'8'274,"-4"1"0,-3 1 1,-1 2-1,2 1 995,2-1 0,-3 1 1,4 0-1,-4 0 945,-1 0-1743,0 0 0,0 0 1,0 0-1,-1-2 1,-2-1-1,-3-3 798,-1-1 1,-2-2 0,-2-5-500,2-3 0,-1-5 1,6-8-1,0-5-317,-2-2 1,5-8-1,-5-2 1,1-5-292,1-4 1,-4-4-93,3-9 1,0-4-103,0-9 1,4 28 0,1-1 0,-2-5-1,0-1 1,1-2 0,0 0 0,1-1-1,0 0 1,0 1 0,0 1-55,0 2 1,0-1 0,0 2 0,0-1-61,0 4 0,0 0 1,0-30 227,0 21 1,0 8 0,0 10-1,0 5 529,0 6-611,0 10 0,-1 13 0,-4 9 0,2 8 0,-5 4 0,4 9 0,-5 6 0,-3 6 0,-2 5 0,-3 5 0,1 4 0,0-5 0,-1 1 0,3-2 37,-3-7 1,-2 0-1,0-5 1,1-6 0,-1-6-1,3-8-37,2-8 0,1-5 235,0-5 1,5-1-236,-1-3 0,6-9 0,-1-9 0,4-4 0,4-5 0,6-7 0,6-3 0,4-12 0,6 1 0,4-4 0,0 0 0,4 3 0,-2-1 0,0 6 0,-1 10 0,-2 8 0,-2 7 0,-6 5 0,0 13 0,-1 9 0,0 12 0,-3 8 0,4 6 0,-3 2 0,3 2 0,-5 4 0,1-4 0,-3 3 0,-1 1 0,0-4 0,0-4 0,0-3-870,0-1 1,-4-4-997,-1-1 0,-3-5 0,3 3 0,1-2 0,-1-1 1866,1-5 0,5 8 0,6-5 0</inkml:trace>
  <inkml:trace contextRef="#ctx0" brushRef="#br0" timeOffset="3">30717 8893 7848,'-18'-32'845,"-4"11"0,-6 0 0,-4 10 785,-1 7 0,-3 14 0,-7 10 0,-6 11 115,-5 12 1,29-13-1,1 2-1236,-3 3 1,3 3-1,4 5 1,2 2-102,0 3 1,2 3-1,1-1 1,3 1-1,1 0 1,2-1-1,1-3 1,3-1 0,1-4-1,3-2 1,6 30-409,8-8 0,7-11 0,11-11 0,8-8-27,7-10 0,5-12 0,5-6 0,6-4 1,4-6-1,1-8 0,-4-11 0,-7-9 1,-7-9-1,-7-9 0,-6-6 0,-8-6 1,-3 0-1,-5-1 0,-3 1 0,-4-2 1,-5-3-1,-2-3 0,-4 1 0,-5 2 1,-7 4-1,-7 6 0,-8 11 0,-5 13 1,-3 17-1,-3 15 0,-1 14 0,0 17 27,2 10 0,-2 14 0,4 7 0</inkml:trace>
  <inkml:trace contextRef="#ctx0" brushRef="#br0" timeOffset="4">30588 9564 10285,'18'-7'4799,"0"4"0,2 6-2608,3 5 1,2 4 0,2 1 0,2-1-2182,1 1 1,6 2-11,-2 2 0,6-1 0,-1 5 0,2-1 0,-8 3 0,0-1 0,-2 1 0,-6 0-2569,-3-2 1,-5 2-1491,-8-6 0,-2 5 753,-3-5 3306,-2 0 0,9-4 0,-4 0 0</inkml:trace>
  <inkml:trace contextRef="#ctx0" brushRef="#br0" timeOffset="5">31298 9835 12381,'2'-6'1508,"1"6"1,2 9-1,1 5 321,0 3 1,4 6-1824,-2-1 0,0 2 0,0 2 0,1 0 0,-1-2 0,0-1 0,-1-3 0,-2 0-1477,1 0 1,0-5 0,-3-1 0,1-4-2065,-1 0 3535,-2-4 0,-1 5 0,0-4 0</inkml:trace>
  <inkml:trace contextRef="#ctx0" brushRef="#br0" timeOffset="6">31260 9796 7726,'0'-33'621,"0"3"0,1 8 1,3 5 1496,5 3 0,2 2-1551,2 4 1,6-2 0,2 5 0,4 4-1,2 4 1,5 5 2263,6 4-2420,1 1 0,5 4 0,-5 2 1,0 1-1,0 3 931,-1 1 1,-10 2-767,-7 0 1,-7 0-1,-5-1 1,-5 1-1,-2 0 1,-5 0-373,-6 0 0,-6-2-204,-16-2 0,-3 3 0,-9 1 0,3-4 0,-3 2 0,3-2 0,2-4 0,3 1-1830,0-3 0,8-6-2314,1-2 1,7-6 4143,11-2 0,-4-12 0,5-8 0</inkml:trace>
  <inkml:trace contextRef="#ctx0" brushRef="#br0" timeOffset="7">32589 8789 10560,'0'-38'0,"0"-1"0,0 0 0,0 2 0,0 4 0,0 7 0,0 7 0,0 5 5783,0 1-4638,0 6 0,0 4 0,0 10 0,0 8-85,0 3 0,-2 5 0,0 7 0,-4 6 141,-1 6 0,2 4-666,-3 5 1,1 7-531,-2 2 0,3 3 0,5 4 0,-2 4 0,1-34 0,0 0 0,0 36-5,5-1 0,0 0 0,6-8 0,-1 1 0,5-14 0,0-2 0,-2-13 0,0-4 0,-4-8 0,-2-4 0,-2-10 0,-7-10 0,-3-6 0,-6-6 0,-1-6 0,-4 1 0,3-10 0,-5 1 0,1-3 0,3-1 0,2 2 0,1 3 0,0-1 0,0 5 0,0 2 0,0 2 0,2 10 0,2 8 0,5 11 0,2 8 0,2 10 0,2 3 0,2 6 0,3-1 0,6 0 0,2-4 0,2-4 0,6-3 0,5-1 0,1-7 0,6-6 0,-1-6 0,5-7 0,-1-7 0,0-6 0,-3-7 0,-2-5 0,-1 0-628,-3-1 0,-6 0-525,-2 0 0,-5 2-2770,1 2 1,-4 4 3922,-4 5 0,2 6 0,-4 1 0</inkml:trace>
  <inkml:trace contextRef="#ctx0" brushRef="#br0" timeOffset="8">28227 11448 7825,'-25'-9'1163,"4"1"0,5 4 1,6 9-1,6 17 0,2 17 1,4 12 191,2 9 0,0-21 0,0 1 0,4 4 0,0 1 0,1 3 0,1 0-1071,0 3 1,0-1 0,0-4 0,0-1 0,1-5 0,1-2 0,8 31 0,0-6 0,-1-6-1137,-1-4 0,0-5 1,-7-14-1,-1-4-242,-1-3 0,-6 2 1,1-3-1,-3-5-4266,-1-1 5360,0-11 0,-5 8 0,-3-10 0</inkml:trace>
  <inkml:trace contextRef="#ctx0" brushRef="#br0" timeOffset="9">28007 11745 7852,'-26'-32'1467,"0"-3"1,4-4 0,3 6 580,6 4 0,9 8 1,-1-1-1,5-1-186,5-1 1,3-2-1201,10 0 0,6-1-188,6-3 0,10-3 0,2-4 0,5 4 0,8 7 0,2 7-392,5 5 1,-4 9-1,0 10 1,-4 13-83,-4 14 0,-11 8-220,0 12 1,-15 4 219,-2 0 0,-8 0 0,-5-6 0,-5-2 0,-3-2 0,-3-1-53,-7-4 1,-1 4 52,-12-2 0,1-3 0,-5-1 0,0-9 0,0 4 0,1-6 0,0-7 0,2-4-2392,2-2 1,5-8 0,0-4 2391,6-6 0,4-3 0,6-3 0,0 4 0</inkml:trace>
  <inkml:trace contextRef="#ctx0" brushRef="#br0" timeOffset="10">29156 11087 7836,'0'-19'1316,"0"5"1141,0-4 1,1 11-1,2 9 1,3 11-842,1 11 1,2 9 0,4 11 0,1 8-941,3 7 0,-1 5 0,4 4 0,0 1-602,0-2 0,-10-32 0,2 0 0,1 1 0,1-1 0,-1-1 0,1 0-74,12 32 0,3-4-183,-8-10 0,-2-6 183,-2-3 0,-4-6 0,-5-6 0,-3-6 0,-4-5 2,-1-4 1,-6-3 0,-2-5-1,-4-4 1,-2-2 0,-2-2-1,-4 0 1,-3-3 0,-4-4-1,-2-7 1,-1-7 0,-1-4-1,-1-5 1,1-3 0,2-3-1,2-2 1,2 1 0,4 3-1,5 5 1,4 6 0,5 9-1,3 9 1,7 15 0,7 13-1,9 10 1,3 5 0,6 0-1,0 1 1,4-2 0,2-2-1,5-5 1,3-4 0,2-6-1,1-7-2,-1-8 0,2-5 0,-6-4 0,-4-6 0,-3-6 0,-9-8 0,-6-6 0,0-2-1329,-1 2 0,1 2 1,-6-7-1,1-1 1329,0-1 0,-3 0 0,0-1 0,0 0 0,-1-4 0</inkml:trace>
  <inkml:trace contextRef="#ctx0" brushRef="#br0" timeOffset="11">30666 11293 10563,'-6'-51'3348,"0"10"1,-4 10-3328,2 11 910,5 14 1,-3 15-1,5 8 1,-4 6-1,-3 7 1,-4 10-1,-1 12 1504,1 11 0,-1 3-2435,6-30 0,1 1 0,-6 29 0,4-2 0,3-6 0,5-5 0,5-3 0,3-3 0,9-8 0,5-10 0,2-8 0,2-8 0,1-6 0,1-8 0,-1-3 0,-3-5 0,-1-10 0,2-6 0,-2-8 0,-2-5 0,-1-6 0,2-4 0,-5-2 0,-3-1 0,-5-7 0,-2 0 0,-1-3 0,-3 1 0,-8 6 0,-3-2 0,-10 1-766,-3 8 0,-3 7 1,-4 20-1,0 7 0,-4 8 1,-1 10 765,-3 8 0,-1 17 0,-2 10 0</inkml:trace>
  <inkml:trace contextRef="#ctx0" brushRef="#br0" timeOffset="12">30743 11551 7717,'0'-13'1700,"2"-2"1,2 2-1,5 6 757,2 4 1,6 3-1,3 1 1,3 5-953,5 7 1,6 3 0,0 8 0,4 5-1506,0 2 0,0 4 0,-2 3 0,-3 1-1011,-2 0 0,-5-1 0,-6 1 0,-1-2-3058,-4-2 1,-5-4 1255,-1-5 2813,-6-6 0,8 5 0,-3-5 0</inkml:trace>
  <inkml:trace contextRef="#ctx0" brushRef="#br0" timeOffset="13">31389 11977 14588,'8'7'2581,"1"6"0,1 7-1926,1 5 0,2 2 0,0 2 0,0 1 0,0 0 0,1 0-1460,4 0 0,-8-4 1,2-6-363,0-1 1,-5-8-223,2-7 0,-8-2 1,-1-4-1,-7-3-422,-5-8 0,0-6 1391,-1-7 1,-5 1 0,1-3 0,0 0 0,0-4 0,0-1 489,1-3 1,0 3-1,0-1 1,1-1 349,3 2 0,-1-2 1603,5 4 0,2 3-1132,2 6 0,2 4 0,2 5 0,2 1 0,2 4 443,4 3 0,10 5 0,5 5 0,4 5-275,3 5 0,6 6 1,-2 6-1,2 1-501,-2 3 1,2 9-1,-6-3 1,-1 0-559,-2-1 0,-7-1 0,-2 3 0,-4 0 0,-1-4 0,-6-7 0,-3-5 0,-8-6 0,-5 1 0,-6-3 0,-4-2 0,-1-2 0,-3-3 0,-3-1 0,-4-4 0,3 4-1031,-3-2 1,4 1-8,4-5 1,-1 0 1037,6 0 0,-6 0 0,3 0 0</inkml:trace>
  <inkml:trace contextRef="#ctx0" brushRef="#br0" timeOffset="14">32511 11048 7794,'0'-20'1461,"0"0"0,0 13 0,2 12 0,1 14 0,3 11 177,1 9 0,0 8 1,3 12-1,-3 6 0,0 3 1,-1 4-1139,-3-35 0,0-1 0,-1 1 0,0-1 1,-1 27-1,2-4-1557,2-7 359,-1-1 0,-4-16 1,0-1-1,0-5 1,0-5-1,0-2 1,0-5-7153,0-3 3548,0-1 4302,0-5 0,-6-8 0,-1-8 0</inkml:trace>
  <inkml:trace contextRef="#ctx0" brushRef="#br0" timeOffset="15">32408 11435 7767,'-18'-1'1028,"-2"-2"0,-1-1-1255,4 1 0,-1 1 0,0 2 0,3 0 1349,0 0 0,2 0 1,0-1 300,1-3 0,4-1-398,4-8 0,3 2-529,1-11 1,5-5-1,5-7 1,6-5-1,6-4 1,2-3 999,2 0 0,0-3-1048,0 6 1,-1 0 321,1 5 1,-1 6 0,-4 6 0,-4 9 0,-2 7 0,-1 6-771,3 2 0,-7 11 0,2 8 0,-4 12 0,-1 7 0,-4 4 0,3 0 0,-2 0 0,1-3 0,-1-7 0,-3 1 0,2-4-784,2-1 0,3-2 1,-2-2-1,1-5-7192,3-3 7976,2-1 0,12 0 0,3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16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14146 8492 7866,'-6'13'-102,"4"0"-122,-2 0 0,8 0 0,6 1 1,6 2-66,6 1 1,8 5 265,4-5 1,5 2-1,5-2 1,9 5-1,9 2 1,6 2 127,-1 0 1,-1 4 0,-2 0 0,1 0-18,-1 1 0,-31-14 0,0-1 0,2 3 0,-1 1 0,3 0 1,-1 0-169,2 2 0,0-1 0,1 2 0,0 0 99,0 3 0,-1 0 0,0 0 0,-1-1-6,1 1 0,1 0 0,2 0 1,0 0-1,6 0 0,1 1 1,0 0-1,1 2 0,0 0 1,-2 0-1,0 1 0,-2 1-39,-1-1 1,0 0 0,2 2-1,1 0 23,4 3 0,1-1 1,-3 1-1,1-1 3,2-1 1,-1-1 0,-5-3 0,0 0 0,2 0-1,0 0 1,2-1 0,0 0 0,3 1 0,-1 1 0,1 0-1,0 3 85,0 1 1,-1 2 0,-1-2 0,0-1-50,2 0 0,1-1 1,-1-1-1,0-2-55,5-1 1,1 0-1,-2-1 1,0 0-1,0 3 1,1 1-1,3 0 1,1-1-1,0 2 1,0-1-1,-2 2 1,0-1-77,-1 0 1,0 1 0,2-1 0,1-1-358,5-1 0,-1 0 1,-3-3-1,-2-1 430,-3-2 0,0-1 1,0 1-1,0 0 1,4 2-1,-1 1 1,2-1-1,-1 1 1,-2-1-1,-1-1 1,-3-1-1,0-2-8,0-1 0,0 0 0,0-1 0,1-1 1,4 0-1,0-1 0,-4-1 0,-1-1-248,-2-3 1,-1 0-1,0 0 1,1-1 309,-2-1 1,-1 0-1,0-1 1,0 0-32,1 1 0,-1 0 0,-1-1 0,-2 1 0,-1 2 0,-1 0 0,3 0 1,1 0-1,3 0 0,0 1 0,1 0 0,-2 2-172,-2 1 1,-1 0 0,2 1 0,-1 0 171,-5-1 1,0 1 0,6 0 0,1 1-12,0-2 1,0 0 0,-5-1 0,0 0 0,-3-1 0,0 0 0,-2-1 0,0-1 0,1 0 0,0-1 0,2-1 0,1-1 4,1-1 0,0-1 0,-4 2 1,-1-1-1,0 0 0,1-1 1,-3 1-1,0-1 4,1 2 1,1-1-1,4 0 1,0 1 87,1 0 1,0 1 0,0 1 0,0 1-77,-4-3 0,0 1 1,1 1-1,1 1 1,-2-1-1,1 1 1,2 0-1,1 0 1,2 1-1,0-1 1,-1 2-1,0-1 82,-3 1 1,0 0 0,0 1 0,-1 0-46,-3-1 1,0 0 0,5-1 0,1 1-109,1 2 0,-1 0 0,-3-3 1,-1 1-1,-1 0 0,-2 0 1,-4-2-1,-2 1 0,28 12 1,-5-2-208,1-2 1,-1 1 330,3-6 1,0 4-100,-8-3 0,-9-3 1,-13-5-1,-3-1 0,-2 1 1,-4 2 448,-3 0 1,0 1 0,1 0 0,1 0-259,3 0 0,-3 1 466,1 4 1,-3-5-598,3-1 0,-5 1 0,1-5 1,-3-1-1,1-2 0,1 0 474,1-1 0,1 0-547,0-4 1,-4-1 33,3-3 1,-7-4-1,-1-4 1,-1-1-1,1 0-214,0 0 0,-6 0 98,1 0 0,-3 0 84,-1 0 0,0 5 1,-1-1-1,-3 0 1,-5 1 25,-3-1 1,4 6 0,1-2-1,0 0 73,-1 1 0,4 0-17,-5 4 1,5 0 176,-4 0 0,3-5 0,-2 0 97,1-3-175,2 6-377,4-4 0,1 6 1,2 1 241,2 4 0,10 2 0,0 6 0</inkml:trace>
  <inkml:trace contextRef="#ctx0" brushRef="#br0" timeOffset="1">25736 12726 7791,'-9'0'324,"0"0"0,1-2 0,-1 0 98,1-3 0,5-5 0,0 2 0,4-5 0,4-3-432,-3-1 1,4-8-1,-2-1 1,1-8 196,0-8 1,-3-8-97,2-6 1,-5-11-122,-8-2 1,-1-1-1,0 33 1,-3-1-1,0-1 1,-1-1-1,-2-2 1,-2 0-1,-3-4 1,-1 0 9,-3-4 1,-2 1 0,-1 4 0,-1 1 0,-3-3 0,-1 0 0,1 1 0,-1 1-172,1 1 1,0-1 0,1 0 0,0-2 356,-1 0 1,0 0-1,-1 3 1,-2 2-101,-3-2 1,-1 2 0,0 1 0,0 1 0,0 1 0,0 0 0,-1-1 0,1-1-1,0 0 1,0-1 0,2 1 0,0 0 26,-1 2 1,0-1-1,-1 0 1,-3 2-161,-4 3 0,-2 1 0,3-3 0,1 1 25,1 1 0,0 1 1,1-1-1,1 1 1,3 1-1,0 1 1,-4 0-1,-1 0 1,-4-1-1,-1 0 1,0 0-1,-1 0-163,1 1 0,1-1 1,4 0-1,2-1 0,4 4 1,0 0-1,-1-2 1,-1 1 137,-3-1 1,-1-1 0,1-1 0,0 1 77,-4 1 0,1-1 0,7 0 0,2 0-20,3 5 1,1 0 0,2-2 0,-1-1-1,-3 0 1,0 1 0,-1-1 0,0-1-1,-2 0 1,1 0 0,1 0 0,0 1 71,0 0 0,2 1 0,4 3 0,1 0 102,-24-16 1,6 1-16,8 12 1,-1 6-1,-1 7 1,-3 2 0,-5 2-1,0 1-98,0-1 1,5 5-1,9 4 1,4 3-51,2 1 1,8 1-60,3 3 0,9 4 130,3 5 1,4-1 0,1 3 0,0 2 0,0 6 0,1 4-241,4 3 1,2 6 434,6-1 1,0 6-286,-1 2 0,3 0 0,1-4 0,1 0 0,-3-2 0,-2-3-10,-4-4 0,-5-8 921,1-5-647,-2-3 0,-9-6 0,-5-5 0,-4-6 0,1-7 58,0-6 0,-2-9-382,0-5 1,-2-10 69,2 1 0,1-12 0,-4-1 1,2-1-1,0-1 0,1-1-149,0-1 0,0 0 193,4 5 0,1 11 23,4 5 0,-2 16 0,7 8 1,4 5-240,6 8 1,6-1 160,5 8 0,-3-5-280,7 5 1,-2-6-1,3 2 1,-2 0-1,2-1 1,3-1 297,4-2 0,3 5 0,6 1 0</inkml:trace>
  <inkml:trace contextRef="#ctx0" brushRef="#br0" timeOffset="2">7099 15940 8208,'-20'0'117,"-1"0"1,7 1 0,1 3 0,9 5 0,8 2 58,9 2 1,9-4 0,-1-2 0,5 0-31,4 0 0,7-4 1,8 2-1,1-4 0,2-1 1,3 0 139,0 0 1,2-4-1,2-2 1,1 0-211,-2 0 0,6 2 0,4 4 0,6 0 19,-32 0 1,0 0 0,26 6 0,4 4 0,-7 4-26,-2 3 1,-1 5-302,6-5 1,-2 0 330,7-4 1,1-1 0,-3-2 0,-2-3 0,-5-1 0,-1-3 389,0-2 1,2-1-358,8 0 1,-33-2 0,1-2-64,4 0 1,0 0 0,31-3-1,-2-1 1,-5 1 0,2 1 0,-30 3-1,0-1-17,3 0 1,1 1 0,2 1 0,0 1-19,-2-1 1,0 0 0,-2 1 0,-1 1-5,35 0 0,-34 0 0,0 0 0,2 0 0,1 0 0,0 0 0,0 0 1,1 0-1,0 0 0,0 0 0,-1 0 83,-1 0 0,0 0 1,-2 0-1,1 0-81,-2 0 1,1 0 0,3-3 0,1 0 17,2-1 0,0-1 0,-3-2 0,1-2 0,1 0 0,-1 0 0,-2-1 0,0 1 0,-2 0 0,1-1 0,-2 2 0,1 1-38,1-1 1,0 1 0,1 1 0,0-1 0,2 1 0,0 0 0,-3-1 0,-1 1-31,31-7 0,-32 8 1,-1 1-1,33-3 1,-31 3-1,1 1 13,3-1 0,0 1 0,-2-1 0,0 0 0,-2 0 0,-1 0 0,33-2 24,-5 0 0,5 5 0,-32-1 0,0 0 0,2 1 0,1 0-28,0 1 1,1 0 0,-4 0 0,-1 0-1,31 0 1,-3 0-32,-2 0 0,7 0 0,2 0 0,-35 1 0,0 0 52,1 1 0,-1 0 0,32-1 0,-2 4 1,-2-4 33,4-1 0,-32-2 0,0 0 0,2-1 0,0 0 0,1 0 0,0-1 27,-1-1 1,0 0 0,0 1 0,-1 1 0,-1-2 0,0 1 0,0 0 0,0-1-24,1 2 1,0-1 0,0-1 0,2 0 0,4 3 0,0 0 0,-1 0 0,0 1-23,-3 0 1,0 1 0,-2 0-1,0 0 1,35 0 0,-34 0-1,1 0-31,3-1 0,0 2 0,2 1 1,0 0-1,-2 0 0,-1 0 1,-2 0-1,-2 1 4,0 0 1,0-1 0,2-1 0,1 0 0,2 1 0,1 0 0,1-1-1,0-1 1,-2 0 0,1-1 0,-4 0 0,1-1 0,-1-1 0,0-1-1,1-1 1,2 0 0,2-3 0,2 0 0,2 0 0,-1-1 0,0-1-1,0 0 1,-3 1 0,-1-1 0,0 1 0,-1 0 0,3 0 0,0 0-1,2 1 1,2 1 0,1-1 0,1 1 0,-3 1 0,0 1 0,-2 0-1,-1 0 1,-1 1 0,1 1 0,3 0 0,0 1 0,3 1 0,0 1-1,1 0 1,-1 0 0,-4 0 0,0 0 0,-2 0 0,0 0 0,-1 0-1,1 0 1,2 0 0,1 0 0,1 0 0,1 0 0,-1 0 0,-2 1 0,-2 1-1,-2-1 1,-1 1 0,0 0 0,1 0 0,0-1 0,4 0 0,1 0-1,1-1 1,0 0 0,-2 0 0,-1 0 0,-4-1 0,-2 0 0,-2 0-1,-1-2-31,1-1 1,-1-1-34,0 3 0,0-1 0,4-2 0,0 0 0,-4 2 0,-1 0 0,32-3 0,-8-1 0,-9 0 0,-3-2 0,0 1 0,2 0 1,-2 1-1,-1 2 0,-5-3 0,-3 3 0,-7-1 0,-4 3 0,-5 2 0,-7 1 0,-3 1 0,-3 2 0,1 3 0,-1 1 0,-2 4 62,-2 5 0,-2 0 0,7 5 0,3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19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21180 11835 12847,'12'0'0,"0"-1"0,-3-3 0,-4-7 0,0-4 0,-1-7 0,-1-2 0,-2-3 0,-1-5 0,0-7 0,0-8 0,0-8 0,0-8 0,0 27 0,0-2 0,0-6 0,0-1 61,0-5 1,0 0 0,0-4 0,0 0 0,1 0 0,0-1 0,0-3 0,1 0 0,0-4-1,0-1 1,0-1 0,0 0 0,0 2 0,0 1 0,1 4 0,-1 2 0,-1 4 0,1 2-1,-2 2 1,1 1 0,-1 2 0,0 0 0,0 3 0,0 0 0,0-30 0,0 9 0,0 9-1,0 6 1,0 2 0,0 2 0,-1 0 0,-2 2 0,-2 2 0,3 4 0,-1 5 0,0 3-1,-1 3 1,1 2 0,0 5 0,0 3 0,-1 1 0,1 0 0,0 1 0,-1 4 0,-5 3-826,-3 4 0,4 5 919,-1 1 0,6 5 0,-2-3 0,0 1 0,1 1 0,0 0 485,-2-2-521,5 4 1,-9-4-1,4 5 1,0-2 417,0-1-557,-4-7 1,7 4 71,-5-6-153,5 0 0,-4 0 54,2 0 44,4 0 1,-6 0-14,3 0 1,1 0-1,-6 0 1,1 2-95,0 2 0,-3 3 81,2 6 1,-2 0 39,-2 0 0,4 4 0,1 2 0,-2-1 0,-2 1 1,1-2 79,2 2 1,-1-5 39,6 3-59,-6-2 0,10-11-73,0-8 1,5-5-1,8-14 1,0-3-65,0-2 1,0-4 60,0 2 0,1 4 8,4 0 1,-4-2-1,5 5 1,-2 1-1,0 2 1,-1 4 45,-2 2 1,3 3-52,0 2 0,1 3 11,-5 6 0,-1 2 1,3 1-1,1 2 1,1 2-1,-3 3-78,-4 2 1,2 1 0,-4 0-1,2 0-340,-1 0 1,1-5 168,-6 1 0,5-1-599,-5 5 1,6 0 0,-3 0 0,2 1 837,0 4 0,-1 2 0,5 6 0</inkml:trace>
  <inkml:trace contextRef="#ctx0" brushRef="#br0" timeOffset="1">21244 9254 7819,'-8'4'0,"0"2"0,3 1 0,0 2 1065,0-2-786,3-1-210,-9-1 1,9-2 2,-2 6 197,-3-6 37,5 2-172,-3-5-111,5 0 1,-2 0 71,-2 0-2,2 0-18,-3 0 1,3 0 2,-2 0 0,1 0-18,-6 0 37,7 0 0,-10 0 371,4 0-270,-4 0-106,-1 0 1,0 0 0,0 0 0,0 0-1,1 0 1,-1 0 130,0 0 1,0 0-109,0 0 1,-1 0-94,-4 0 0,3 0 0,-6 0 0,1 0 1,0 0-1,-1 0 63,1 0 0,-5 0-111,4 0 0,-5 0 42,-4 0 1,1 2 0,-5 1 0,-3 1 0,-5 0-1,-7 2 22,-5 3 0,1-2 34,-3 2 0,3-5-36,1 4 1,3 0-1,-1 2 1,-3-3-1,-1-1 1,-4-2 35,-2 2 1,-3-4-1,0 6 1,3-3-13,4-2 1,7-1 36,1-2 0,-5 0-87,-7 0 1,1 0 0,-1 0 0,-1 0-1,-1 0 1,0 0-20,2 0 0,5 0 38,0 0 1,-4 0-40,-1 0 1,-9 0 0,-3 0 0,2 1 0,5 2 0,8 1 88,4-1 0,-2-1-61,-5-2 0,1 0-3,-5 0 0,-1 0 0,8 0 1,1 0-1,6 0 0,4 0 24,4 0 1,-2-5-78,1 1 0,-6-5 27,2 5 1,1-5 0,0 5-1,1 0 1,5 0 0,3-2-41,3-1 0,6 4 0,1-2 1,6 3-37,2-3 0,-3 4 132,5-3 0,-1 2-49,0 2 0,4 0 1,-3 0-1,2 0 0,3 0 1,-1 0 59,0 0 0,4 0-110,1 0 1,3 0 40,-3 0 1,3 0 0,-3 0 0,-1 2-116,2 2 0,0-3 0,2 4 31,-3-4 0,1-1 81,-2 0 1,5 0 19,-5 0 0,5 0 1,-5 0-1,1-1 0,-1-2 163,0-2-184,1 1 93,-5-2 1,4 5-289,1-3-180,5 2 257,-3 2 1,8 0 0,0 2 0,4 1-45,1 1 1,0 2 56,2-2 0,3-3 89,-4 4 0,-1-4 0,2-1 1,1 0-1,1 0-12,2 0 0,0-4 75,0-1 52,0-5 1,0 3 0,0-4 0,-2 1 268,-2 1 1,-3 5-247,-6-5 1,4 5-62,0-5 1,1 5 0,-7-3-10,-2 1 0,1-3 0,-6 5 73,-1 1 1,-1 2-87,-2 1 0,2-2 96,2-2 0,-3 3 0,4-4 0,-4 3-2,-1-3 0,5 4-67,-1-4 1,5 4-80,-5 1 1,6-1 0,-2-2 0,-1-2-1,-3 3 1,2 2 67,-1 4 1,3-1 61,-3 5 1,-1 2-1,-4 6 1,-1 3-1,-2-1 1,-1 3 445,1-1 1,0 1-251,-1 5 0,3-2-165,-3-2 1,2 2-1,2-4 1,2 2-1,1-2 1,3-1 6,1-4 1,2-5 0,4-1 77,0 1-154,0-4 1,5-1-63,4-5 0,-2 0 0,2 0 1,1 0-1,1 0-199,2 0 0,-4 0-42,-1 0 65,1 0 0,4 0 0,0 0-92,0 0 1,-5 0-64,1 0 1,-5 0-96,5 0-373,-6 0 1,4 0-1227,-3 0 930,-2 0-1143,3 0 2238,-5 0 0,6 0 0,1 0 0</inkml:trace>
  <inkml:trace contextRef="#ctx0" brushRef="#br0" timeOffset="2">11242 5821 7845,'-25'47'0,"2"-1"0,5 1-141,3 4 0,1 4 280,10 14 1,-1-29 0,0 1 0,1 5 0,0 2 0,0 5 0,0 0 0,0 5 0,1 1 0,-1 3 0,0 2-546,1 4 1,-1 1-1,3-20 1,0 0-1,0 1 500,0 3 0,-1 0 1,1 0-1,0 1 0,1 1 1,0 0-19,0 2 1,0 0 0,0 1 0,0 0 0,0 1 0,0 0 0,0 3 0,0 0-1,0 1 1,0 1 0,0 1 0,1 1 0,0 1 0,1 0 0,-1 1 0,2 0 0,0 1-1,0-1 152,1-1 1,-1 0-1,2 0 1,-1-1 0,0 1-1,0-1-108,1 1 1,-1 1-1,0-1 1,1-1-1,-1 0 1,0 0-72,1 3 1,-1 0-1,0 0 1,0-3-1,1 0 1,-1 0-1,0 0 1,1 0 0,-1 1-1,0-1 1,1 1-1,-1-1 1,0 1-1,0 1 1,-1-1 0,1 2-1,-1 0 1,0 0 77,0 1 1,0 1 0,0-1 0,0-5 0,-1 0 0,2 0-74,0-2 1,0 0 0,0 0 0,1 2 0,-1-1 0,0 1-79,1-2 0,-1 0 1,0 0-1,1 1 1,-1-1-1,0 1 1,0-2-1,0-1 0,0 1 1,-1-3-1,0 1 1,-1-1-1,0-3 1,0-1-1,0 0 1,0-2-1,-1 0 0,0 0-214,1-1 1,-1 0-1,1-1 1,0-1-1,1-1 1,0 0 102,0 22 0,-1 0 1,0-7-1,0-2-84,-2-3 1,0-2-1,0-6 1,0-2-1,0-2 1,0-2 0,0-6-1,0-2 1,0 22-1,0-15-1804,0-13 2023,0-16 0,-6-3 0,-1-5 0</inkml:trace>
  <inkml:trace contextRef="#ctx0" brushRef="#br0" timeOffset="3">10945 6014 7954,'-32'58'-43,"1"-5"0,-4 4 0,5-1 0,3 2 0,1-4 412,0-5 1,8-5-302,5-18 1,7-12-1,12-18 1,7-15-1,7-12 1,3-14-1,0-8-443,-2-7 488,1-3 1,-8 29 0,0 1 0,13-33 0,-2 4 0,-1 3 0,1 5 0,0 1 599,1 1 0,0 9-436,0 9 0,1 11-71,3 18 0,-1 21 0,4 24 1,-2 19-1,-16-22 0,-1 2 1,0 4-1,-1 2 156,0 1 0,0 1 1,0 3-1,0 2-335,0-1 1,0 1 0,-3-4-1,0 0-155,-1 0 1,-1-1 0,-1-7 0,0-2 0,6 26 0,0-11 0,0-12-1,-1-9-1993,-4-11 0,4-11 1060,-4-5 0,-2-13 1061,-2-9 0,-2-20 0,-2-16 0</inkml:trace>
  <inkml:trace contextRef="#ctx0" brushRef="#br0" timeOffset="4">10312 4737 7980,'-13'20'-23,"5"4"0,1-2 1,1 5 514,3 7 1,3 5 0,3 10 0,3-3 0,1-2 0,1-4 739,0-4 0,-3-1-845,-5-10 0,-5-9 0,-5-16 0,-5-10-251,-2-10 1,-6-7-62,2-12 1,-4-11-86,-1-6 1,13 21 0,1-2 0,-1-2-1,1-1 1,0-2 0,1 0 0,1-3-1,0-1 1,0-1 0,1 0-98,1-2 1,1 0-1,2 1 1,1 0-121,1 0 0,2 2 0,1 4 1,1 3 295,8-21 1,5 11 0,13 21 0,2 10 0,1 13 0,0 9-135,2 9 0,-6 11 169,0 11 1,-2 6-5,-7 2 0,0 5 1,-5-4-1,-4 2 0,-2 3 1,-2-1 42,1 0 1,-1-4 0,-5-5-1,-4 0-262,-3-1 0,-2-2-317,1-6 1,-2-5 160,2-12 0,-3-6 0,1-4 0,2-8 0,5-8-1201,3-7 0,1-10 781,0-4 1,5-5 352,4-4 1,7 3 0,2-3 0,3 1 0,1 2 0,3 0 341,1 3 0,-1 7 0,7-2 0,1 6 0</inkml:trace>
  <inkml:trace contextRef="#ctx0" brushRef="#br0" timeOffset="5">10622 4298 7980,'24'17'-525,"-2"0"1,1 6 756,-6-1 0,0 1 0,-5-2 1,-2-4 756,-2-2 0,-5-2 0,2 0 994,-4-1-1517,-1-4 0,-6-3-226,-2-5 0,-4-1 0,-1-3 1,0-5-1,-1-4 0,-2-4-39,-1-5 0,-4-3 0,3-4 0,3-3-377,0-1 0,7-1 212,-1-5 1,6 1-153,-1-1 0,2 6 1,2 1-1,2 2 0,2 1 1,6 5-332,6 5 1,4 5 30,6 1 0,4 6 143,0 3 0,5-2 1,-5 2-1,-2 1 1,0 1-1,-3 2-254,1 0 1,-6-4 0,-3 0 0,-2 1 206,-2 1 1,0-2 70,0 0 309,-6 0 0,0 4 0,-4 1 0,1 3 0,-1 5 624,-2 2 0,-1 7 0,0 0 0,0 1 13,0 0 0,0 2-483,0-4 0,2 0-285,2-4 0,-1 0 1,6-1-1,1-4-711,1-3 1,2-11 0,0-7 0,0-7 60,0-4 1,0-8 0,0-2 0,-2-4 381,-2 0 1,1-3 0,-6 0 0,-1-4 330,-2-1 1,-1 1 0,-1-3-1,-4 7 90,-3 5 1,-4 6 0,0 7-1,-1 4 133,0 5 0,6 5 0,2 13 0,4 7-258,1 4 0,1 0 1,2 3 42,1 1 0,12-5 0,-1 5 0</inkml:trace>
  <inkml:trace contextRef="#ctx0" brushRef="#br0" timeOffset="6">11371 3627 7980,'-2'13'0,"-1"0"0,-2-1 327,-3 1 0,6 2 0,-4 0 0,2 4-282,-1 1 1,-1-3 0,4 5 0,-3 2 0,2 4 0,3 2 0,3-2 0,3 0 0,3-3 0,4 1 0,2-1 0,1-4 0,0-5 0,0-6 0,2-6 0,2-4 0,3-4 0,2-6 0,-1-4 0,-1-7 0,-1-1 0,-1-6 0,1 1 0,-2 0 0,-2 1 0,-2 0 0,-2 2 0,-1 1 0,0 3 0,0 1 0,0 3 0,0 3 0,0 5 0,0 4 0,0 2 0,0 2-672,-1 0 0,3 4 0,-1 2 0,2 0 1588,0 0 0,-9 2-141,6-4-544,-3 1 0,1-7 1,-2-2-1,-3-5 1,-2-2-1,0-3-60,-1-4 0,-1 4 0,-4-5 0,-2 2-179,-5 0 1,1 1 0,-4 8-1,-2 3 149,-1 4 1,1 8-13,1 6 1,-3 10-35,3 7 1,-1 6 0,10-3 0,1 0-1,2-2 1,2-2-56,3-3 1,5 0-154,8-13 0,5-3-1351,8-10 0,8-13 1418,10-9 0,8-19 0,-27 14 0,0 1 0</inkml:trace>
  <inkml:trace contextRef="#ctx0" brushRef="#br0" timeOffset="7">28110 16507 7865,'0'20'-20,"2"-1"0,5-5 0,9 4 0,10 3 0,4 4 20,1 0 0,5-5 0,-3-1 0</inkml:trace>
  <inkml:trace contextRef="#ctx0" brushRef="#br0" timeOffset="8">28394 16017 7865,'-26'-26'510,"1"2"0,-1 4 0,-1 7 2436,-3 7-2532,2 10 0,-9 11 0,3 13 0,-2 14 0,1 15 0,19-22 1,2 2-1,0 6 0,2 2 166,1 4 0,1 2 0,2 2 1,3 0-575,2 1 0,2 0 0,0-4 0,3-1 0,2-8 0,2-1 1,3-3-1,4-2 0,21 28 0,10-10-683,8-8 0,10-15-59,2-17 1,-1-6 689,2-7 1,-3-12 0,-9-6 0,-5-11 0,-2-11 0,-4-10 326,-2-9 0,-20 28 0,-1-1 0,0-1 0,1 0 1,-2-1-1,1 0-142,-2 0 0,0 0 1,-1-3-1,-2 0 1,-3 2-1,-2-1 1,-1-1-1,-3 1-52,-1-2 0,-2 1 0,-8-30 59,-7 11 0,-11 5-755,-10 8 0,-2 5 0,0 15 0,3 8 0,1 10 0,4 12-5214,0 13 5823,3 16 0,-1 10 0,0 5 0,0 1 0</inkml:trace>
  <inkml:trace contextRef="#ctx0" brushRef="#br0" timeOffset="9">28640 16675 7895,'-11'0'8566,"7"0"-7910,11 0 1,13 0 0,8 0 0,3 0-884,8 0 1,5 0-1,9-1 1,2-2-1025,1-1 1,4-1-1,-3 5 1251,2 0 0,2 12 0,3 2 0</inkml:trace>
  <inkml:trace contextRef="#ctx0" brushRef="#br0" timeOffset="10">16778 16688 7852,'-61'-6'942,"8"-2"1,14-2 0,20 3 0,22 7 0,23 7-827,16 4 1,19 2-1,10 0 1,-33-6-1,2-1-189,3 1 1,0-1 0,6-2 0,1-1-150,5 0 0,2-2 0,8 0 0,4 0 0,-15-1 0,2 0 0,1 0 1,5 0-1,1 0 0,0 0 0,5 0 0,1 0 0,1 0 0,1 0 1,1 0-1,0 0 72,-16 0 1,0 0 0,0 0 0,0 0 0,0-1 0,-1 0 0,1 0 0,0-1 78,1 1 1,0 1 0,0-1 0,0-1 0,1 0 0,0 0 0,0 0 0,1 0 0,0 0 0,0 1 0,0-1 0,0 1 0,0-1 0,0 0 0,0 1 0,-1-1 0,2 0 0,-1-1 0,0 1 0,0 0 0,1 0 0,0 0 0,-1 0 0,2-1 185,-1 1 0,2 0 1,-1 0-1,1 0 0,3 0 1,1 0-1,0 0 1,-1-1-1,0 1 0,0-1 1,-1 0-1,0 0 0,0 0 1,-1 1-1,0-1 1,0 1-151,0-1 0,1 1 1,-1 0-1,1 0 1,0 0-1,0 0 0,1 0 1,0-1 190,0 0 1,1 0 0,-1 0 0,1 0 0,1 0 0,0 1 0,1 0 0,-2 0-96,-1 0 1,0 0 0,-1 0 0,0-1 0,2 1 0,0 0 0,0 0 0,-1 0 0,-3-1-1,0 0 1,-1 0 0,1 0 0,0 1 0,0-1 0,1 1 0,-1-1 0,1 1 0,-1 0-1,0 1 1,1-1 0,-2 0 0,0 1 0,0 0 0,-1-1-102,0 1 0,0 1 1,0-1-1,-2 0 0,16 1 1,-2-1-1,0 0 0,-1-1 1,-1 1-1,0-1 0,-2 0 1,0-1-1,-2 0-104,-1-1 0,-1 0 0,0 0 0,0 0 1,0 0-1,0-1-25,-6 1 0,0 0 0,-2-1 0,-3 1 0,-2 0 0,0 0 216,14-3 1,-1 1 0,-2-3-1,-2 0 1,-7 1 0,0-1-1,-4 1 1,-1-1 0,-5 1 0,-4-1-1,20-10 1,-22 0 0,-18-1-1,-12 0 1,-8-1 0,-10-2 0,-11-2-1,-16-2 1,-13 1 0,-12 3-1,27 14 1,0 1 0,-2 1-1,0 0 1,0 0 0,0 1 0,1 0-1,1-1 1,-35-4 0,3 1-1,-1 2 1,1 3 0,4 2 0,4 1-1,5 2 1,9 0 0,13 2-1,16 2 1,17 6 0,17 5 0,19 3-1,20 2 1,-19-9 0,2 0-1,6 0 1,2-1 0,4 1-1,1 0 1,5 0 0,2-1 0,6 1-1,1 0 1,4-1 0,2 0-273,-1-1 0,0 1 1,-4-2-1,-1 1 0,-4-2 1,-1 0-1,1 1 0,0 0 290,0 0 1,-1 1-1,-12 2 1,-3 1 327,-4-2 1,-3 2 0,19 13 148,-20 5 1,-10 3 0,-13 6-1,-7 0 1,-13 1 0,-10 3 190,-8 4 0,-15 11 0,17-27 1,-1 1-1,-2 1 0,0 0-490,-1-1 0,-2-1 0,-4-1 1,-1-1-721,-2-3 0,-1-1 0,0 1 1,0-2-102,-2 0 1,1 0 0,4-2-1,2-1 1,-29 12 0,9-6 577,7-4 0,6-4 0,-2-2 0,-3-6 0</inkml:trace>
  <inkml:trace contextRef="#ctx0" brushRef="#br0" timeOffset="11">16920 10145 7951,'0'-21'-96,"0"1"0,-1 6 0,-2 0-100,-1 2 185,-6 8 0,7 0 0,-4 8 0,1 5 0,2 2 1,-1 2-1,1 0 781,1 0-457,2 0 1,-3-5-1,-1 1 1,2 1 826,2 1-743,1-4 13,0-1-1368,0-6 311,0 0 4,6 0 1,-3 0-828,5 0 1195,-5 6 0,3-3 211,-6 5 1,1-3 573,3 3-59,-2 1 1268,4-2-80,-6-1-1179,0-12 0,0-1-286,0-6 0,0 4 0,-2 1 0,-1-2 0,-1-2 452,1-1-761,2 6 115,1-4 1,0 8-1,-2-4 8,-2 1 1,3 3 0,-4 7 0,4 5 282,1 3 0,0 2 7,0 3 1,0 9-56,0 8 1,0 12 0,0 10 0,0 16 0,0-29-1,0 1 1,0 8 0,0 1-58,0 5 0,0 0 1,0 1-1,0 0 1,0 0-1,0 1 1,0-4-1,0 0-83,0-4 1,0-1-1,0-3 1,0-1-1,0-6 1,0-2-1,-2 28 53,-2-12 1,3-11-62,-4-9 1,0-5-163,0-9 1,1-2-1,3-8 1,-2-1-1490,-2-1-256,1-6 363,4 3 0,2-2 0,0 2-95,3 1 0,5-4 1564,-2 1 0,-2-4 0,-2-4 0,-2-5 0,-4-2 0,-2-2 98,-5 0 0,-2 1 0,-2 4 842,0 3 1,5 4-1,-1 1-138,-1 0 0,4 1 0,2 4 0,2 5-553,2 5 1,0 1 0,0 6-1,0 2 30,0 5 0,6 0-57,3 5 0,-2-1-179,2 1 1,-7 4 0,3-5 0,-2-2 0,-1-4-1,3-5-45,-2-3 0,-2 2 0,-2-4 0,-2-1 23,-2-2 0,-3-5 0,2-2 0,-1 0 84,-3 1 0,-3-6-40,-4 3 1,2-5-5,-2-5 1,-3-2-1,0-7 1,-1-3-1,1-6 1,-1-6-31,1-5 1,-1-9 0,-4-3 0,3-2 70,0 1 0,6 1-42,-1-1 1,1 4 83,-1 8 1,8 10 0,1 10 0,6 10 160,7 9 1,2 16 104,6 6 1,5 12-287,4 1 0,4 8 0,2-1 0,3 0 1,-3-3-1,-1-3 107,-1-1 1,3-7-188,-3-6 0,1-8-49,-10-9 1,0-4 0,-2-6 0,1-5 0,1-8 0,-1-12-1095,-2-11 1,5-8 0,2-9 0,2-5 1098,-1-5 0,-8 30 0,2 0 0,11-30 0</inkml:trace>
  <inkml:trace contextRef="#ctx0" brushRef="#br0" timeOffset="12">16998 12571 9864,'-9'-6'2456,"1"-2"-1736,5 8 1,-2-5 249,10 10 1,-2 0-102,5 0-671,-5-1 1,4-4 0,-2 0 0,3 0 143,4 0 1,-4 0-311,1 0 1,-5 0 67,5 0 0,-5 0 0,5 0 1,1 0 72,1 0 0,2 0 1,0 0-51,0 0 1,-4 0-1,-1 0 1,2 0 52,2 0 1,-4 0-152,1 0 0,-1 0 11,5 0 0,0 0 0,0 0 0,0 0 0,0-1 0,0-2-27,0-2 1,0 1 125,0 4 0,0 0-46,-1 0 1,1 0-1,0 0 1,0 0-1,0 0 17,0 0 0,0 4 1,0 1-168,0-2 0,0-2 0,0 0-151,-1 4 181,1-4 0,0 5 43,0-6 1,0 0 0,0 0-1,0 0 117,0 0 0,0 0-72,0 0 1,-1 0-36,1 0 0,0 0 0,0 0 0,0 0 0,1 1 0,2 2-74,1 1 1,2 2 0,-2-3 0,3 1 17,0-1 1,5-1 0,-4-2 0,4 0 227,1 0 1,-2 0-70,-3 0 0,4 0-19,-4 0 1,-1 0 0,2 0 0,-1-2-1,-1-1 1,-2-1-3,-4 1 1,3 2 0,0 1 0,5 0-52,-5 0 0,2 1 0,-3 2 0,2 1 0,2 1 0,3-1 22,2 0 0,0 5 0,1-5 0,0-1-39,0-2 0,4-1 1,0 0-1,-1 0 3,-2 0 0,-1 0 27,0 0 1,-1 0-53,1 0 1,-4 0 0,-2 0 0,0 0 0,0 0 0,2 2 48,-2 2 0,4-2-77,-3 2 0,0 2-7,0-2 1,1 2-1,3-3 1,1 2 0,0 1-1,1 0-4,3-3 0,-2-2 66,2-1 0,-3 4-10,-1 1 0,0-1 0,-1-4 0,0 0 0,-2 0 0,-2 0 33,2 0 0,2 0-71,0 0 1,1 0-21,0 0 0,4 0 1,2 0-1,1 0 1,1 0-1,-1 0-7,-3 0 0,2 0 0,-1 0 0,1 0 18,-1 0 1,0 0 0,-6 0 0,0 0 26,-4 0 0,4-4-9,-4-1 1,3 1-28,2 4 0,2 0 1,0 0-1,4 0 1,1 0-1,3 0-84,1 0 0,-3-1 0,1-2 1,-1-2-22,-1 3 1,3 0 74,-6 2 0,-4 0 58,-5 0 0,1 2 1,2 0-1,-1 3 0,-1-1 1,1 0 177,1 1 0,8 0-193,2 0 1,-1-4 55,1 3 0,1-2 0,4-2 0,1 0 0,0 0 0,0 0 12,-3 0 1,-5 0-220,2 0 1,-4 1 108,5 4 0,-6-4 0,2 3 1,1-2-1,1-2 0,1 0 56,0 0 0,-1 1 0,2 2 0,-5 1-34,-3-1 1,-5-1 136,-1-2 1,-1 0-69,2 0 1,-4 0 0,-5 0 0,-1-2-1,-2-1 11,-2-1 0,-5-2 275,2 2-267,-4 3 0,-1-11 0,-1 4 1,-2-4-1,-3-1-27,-1 0 0,-2 0 1,-4 0-1,-1-1-108,-3-3 0,-2 3 6,-2-4 0,-4 3 62,4-3 1,1 4 0,-2-3-1,1 2 1,-1 4 0,2 1 135,1 1-128,2 1 1,4-4-226,0 4 1,8 2-1,6 6 1,9 0 53,6 0 1,8 1 0,1 4-1,5 2 182,3 0 1,-3 5-104,4-4 1,-4 4 212,5 0 0,-5 1 0,3 0 0,-2 2 0,-3 0 0,-4 3 482,-2-3 1,-8 0-72,-1-2 1,-2 1-281,-6 3 0,-7-1 0,-8 5 0,-6 2 0,-5 2 1,-3 1-265,-2-1 0,-4 1 0,-2 2 0,-1 0-1234,-3 2 1,0 5 0,1-5-1,2-1 1249,1-2 0,2-1 0,4-1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32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3165BB"/>
    </inkml:brush>
    <inkml:brush xml:id="br2">
      <inkml:brushProperty name="width" value="0.09071" units="cm"/>
      <inkml:brushProperty name="height" value="0.09071" units="cm"/>
      <inkml:brushProperty name="color" value="#FF0000"/>
    </inkml:brush>
    <inkml:brush xml:id="br3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27684 11371 11756,'-44'-38'1124,"4"8"1,-2 0-1,5 20 1,4 19-1,0 18 1,-1 10 0,-7 6-948,-4-1 0,-6 2 0,-3 1 0,-4-1 0,28-21 0,-1 0 0,-28 20 321,5-3 1,11 0 0,15-9 0,10-4 222,9-4-548,6 1 0,3-8 0,3 4 1,6-1-1,9-2 0,11 0 1,10 2 612,7 1 0,8-3 0,3 4 0,2 2-762,3 2 0,-10-4 1,-7 1-1,-7 2 0,-10 3 1,-5 4-1,-7-3 0,-7 1 1,-11 1-1,-11 4 1,-14 4-1,-14 2 0,-17 1 1,25-19-1,-3-1 0,-3 1 1,-1-2-1,0-1 1,-1-1-1,-1-1 0,1-2 1,0-3-1,1-1 0,3-2 1,0-2-1,-29 0 1,13-4-1,10-5 0,11-2 1,9-6-25,10-6 0,17-10 0,11-7 0</inkml:trace>
  <inkml:trace contextRef="#ctx0" brushRef="#br0" timeOffset="1">27904 11242 23152,'-22'-42'0,"2"3"0,2 9 0,3 12 0,4 15 0,4 16 0,1 15 0,2 17 0,-1 13 0,2-22 0,1 2 0,-1 3 0,0 1 0,-1 2 0,1 1 0,0 0 0,0 1 0,-1 2 0,1-1 0,-1 2 0,1 1 0,-2 0 0,1 0 0,0 0 0,-1-2 0,2-2 0,-1-2 378,1-2 0,0-1 1,-1-4-1,0 0-2343,0 31 1,-1 1 0,7-6-1,3-8 1965,8-9 0,6-6 0,7-1 0</inkml:trace>
  <inkml:trace contextRef="#ctx0" brushRef="#br0" timeOffset="2">28085 11874 7834,'-13'-6'2625,"0"6"0,1 2-733,4 9 1,2 8 0,7 8-1,4 3-1640,3 5 0,5-4 1,4-1-1,6-3-271,6-1 0,8-3 1,8-6-1,2-8-39,6-6 1,-1-9-1,2-5 1,-5-8 295,-6-7 1,-10-8-1,-9-2 1,-9-4 399,-10-3 1,-3-6 757,-2 2 1,-9-2-1016,-8 2 1,-4 2-1,-15 5 1,-4 1-1,-5 3 1,-1 9-382,3 6 0,-1 9 0,1 8 0,1 5-1496,2 8 0,7 11-2348,3 14 1,8 5 2394,5 4 1,10 2 0,8 1 0,14-9-1,13-10 1449,14-8 0,13-11 0,3-2 0</inkml:trace>
  <inkml:trace contextRef="#ctx0" brushRef="#br0" timeOffset="3">28549 11758 7834,'39'0'994,"-2"6"216,-2 2 1,2 7-403,-3 6 0,4 13 0,-1 18 0,-1 5 0,-3 4 0,-3-1 670,-6 2 1,-1-4-696,-10 3 1,1-13-406,-9 0 0,-2-8 0,-9-6 0,-6-4 1,-3-4-1,-3-6 1283,0-7-1,2-6-905,-6-7 0,5-1-597,-4-3 0,5-9 1,-1-10-1,2-7 0,4-9 1,2-10-159,5-10 0,3 2 0,2-12 0,2 33 0,1-1-213,4-2 1,1-1-1,4-5 1,2 0-1,5-3 1,3 0-1,0 1 1,2 0-77,2 3 1,1 2 0,0 7 0,3 2 0,0 3 0,2 4-1,-1 3 1,-1 4 468,30-7 0,-10 16 0,-8 13 0,-4 11 381,-5 11 0,-8 9 0,-10 1 0,-7 2-152,-9 2 1,-13-1-410,-13 1 0,-11 6-3,-11 2 1,-1-3-1,1-1 1,2-4-1,1-4 1,5-5-1368,4-3 0,6-8-4865,9-7 4928,8 1 0,10-13 0,13 0 1,12-7-1,9-6 0,6-3-1281,2-1 0,6-4 2918,2 4 1,3-5 186,2 5 1,9-8 0,5 1 0,-31 9-1,-1 0 1,1-1 0,0 0 0,-1 0 0,-2-1 1090,30-16 0,-6 3 1,-6-3-1,-1 0 472,0 0 0,-3 5-1376,-12-2 1,-4-3-32,-8-2 1,-5-1 0,-9 0-1,-5 2 1,-7-2 0,-9 0-242,-7 2 1,-10 0-433,-5 8 0,-3 7 0,-5 10 0,1 8 0,-5 2 0,1 12 0,4 12 0,8 8 0,5 4 0,9 3 0,4 2 0,6 2 0,6 2 0,10-4 0,7 1 0,11-9 0,10-4 0,21 0 0,12-4 0,-27-15 0,1-3 0,4-1 0,1-3 0,2-1 0,1-1 0,1-1 0,0-1 0,-1-5 0,-1-1-1572,2-2 0,-1-2 0,-2-1 0,0-1 721,0 0 0,0-1 0,-1-3 0,-1 0 0,-4-1 0,-1 0 851,-5-2 0,-1 0 0,29-17 0,-18 1 0,-4-1 0,-3 1 0</inkml:trace>
  <inkml:trace contextRef="#ctx0" brushRef="#br0" timeOffset="4">25039 4866 8007,'0'-65'95,"0"2"0,1 3 0,3 5 1146,5 7 0,2 13-765,2 9 0,0 15 0,0 4 0,0 10 1,1 10-1,2 8 37,1 8 0,1 7 1,-7 11 120,-2 9-443,2 11 1,-8 5 0,0-34 0,1 1 0,-1 0-1,0 0 1,-1-1 0,-1 1 0,0 4 0,-1 0 1,0 3-1,0 2 0,0 3 0,0 1-79,0 2 0,0 1 0,0 6 0,-1 3 0,-1 4 0,-1 3 0,1-21 0,-2 1 0,0 1 239,0 3 1,-2 1 0,1-1-1,0 2 1,0 1 0,0 0-510,0 0 0,-1 1 1,0 0-1,1-3 1,1 0-1,0 0 237,1-3 0,0 0 0,1 0 0,-2-2 0,1 0 0,0-1 0,0 23 0,1 0 0,1-3 0,-1-2 0,2-4 0,-1-2 0,1-3 0,0 0-42,0-3 0,0 1 0,0 0 0,1-1-198,1-1 1,1-2 0,-2-6 0,1-1 139,1 0 1,2-2-1,-1-3 1,1-1 0,1-3-1,1-1 1,6 31 0,1-7-1,2-9-173,1-11 1,6-7-2,-2-7 1,9-6 286,5-3 1,15-3 0,10-1 0,12 0 0,-32-7 0,0 1-1,3 0 1,0 0 200,2 1 1,-1 1 0,1 1 0,-1 2-427,3 2 1,1 2-1,4 3 1,2 1 166,8 3 0,1 1 1,0 1-1,0-1 0,2 0 1,2-2-1,2-2 0,1-3 1,1-2-1,0-3 0,-22-5 1,0-1-1,1-2 53,1 1 1,1-2 0,0 0 0,0-1-1,1-1 1,1 0-231,4-2 0,1-1 0,0 1 0,-2-1 0,0-1 0,0 0 104,0 0 1,1-2-1,-1 0 1,-1 0-1,0 0 1,0 0-1,-1 0 1,0 0-1,1 0 1,0 2-1,0-1 1,0 1-1,-1 1 1,1-1-1,-1 1 1,-1 1-1,-1-1 1,-1 1-146,-2-1 0,-2 0 0,1 0 0,21 1 0,0 1-146,1-3 0,0 1 1,-6 1-1,-1 1 208,-5 0 0,-2 0 0,-3 0 1,-2 0-1,0 0 0,0 0 0,-5 0 1,-1 0-1,-5 0 0,-2 0 0,27 0-983,-11 0 1,-14 0 0,-2 1 0,-9 2-1154,-7 1 0,-6 2 1228,-8-1 1029,-22 7 0,-7-4 0</inkml:trace>
  <inkml:trace contextRef="#ctx0" brushRef="#br0" timeOffset="5">26768 3356 14391,'-20'-25'0,"3"4"0,2 5 0,3 6 0,0 7 0,5 6 0,5 6 0,7 2 0,1 2 0,1 1 0,0 2 0,1 3 0,1 1 0,0 3 0,1 1 0,0 2 0,0 1 0,-2 2 0,1 2 0,0 2 0,-1 3 0,2 2 0,2 2 0,-1 1 0,-1 4 0,-1 2 0,1 5 4298,1 2 1,4 9-3795,2 2 1,-3-1-261,3 5 1,-1 1 0,1 1 0,-6-35 0,0 1 0,1 2 0,0 1-1,1 1 1,0 1 369,0 0 1,0 1 0,0 1-1,1 0-1034,1-1 0,0 0 0,1 2 0,1 1 420,2 1 0,1 0 0,-1-3 0,-1 0 0,0 0 0,0 1 0,-1-3 0,-1 0 0,0-1 0,0-1 0,-2 0 0,0 0 0,0 1 0,0 0 0,-2-4 0,0-1 0,-1 1 0,-1-1 0,13 31 47,-5-2 1,-1 1-1,-3 1 1,-6-31-1,1 0 1,2 2 0,0 0-1,1 3 1,0 1-48,1 2 0,0 0 0,0 0 0,-2-1 0,1-1 0,-2-2 0,-1-4 0,-1 0 0,7 27 0,2-6 0,0-5 0,4-1 0,-3 1 0,3 5 0,-2 2 0,2 3 0,5 2 0,-12-29 0,1-1 0,-1 2 0,1-2 0,9 30 0,-7-13 0,0-5 0,-8-7 0,2 5 0,2 2 0,0 0 0,2-3 0,0-3 75,3-1 0,4 0 0,0 1 1,2 1-76,2 2 0,3-1 0,-3-8 0,1 1 0,-10-9 0,0 2 0,-2-6 0,-1 2 0,0 2 0,-2 0 0,-1 0 0,-1-1 438,-1 1 0,2 6-438,-2 2 0,1 4 0,-1-1 0,-5-3 0,-3-4 0,-1-2-1075,0-3 1,-4 0-1,-3-4 1,-3-5-3282,-4-6 1,-2-4 4355,3-6 0,-12-12 0,-2-2 0</inkml:trace>
  <inkml:trace contextRef="#ctx0" brushRef="#br0" timeOffset="6">28485 7692 17822,'0'19'1031,"1"8"1,3 12 0,4 8-1,0 8 1,1 4-238,1-1 0,0 4 0,0-8 0,-2-3 0,1-8 0,-2-7-272,-2-6-3804,2-9 2240,-6-8 1,5-9 0,-6-9 0,0-8 0,-2-7-6543,-2-5 7584,3-6 0,-16-8 0,2-7 0</inkml:trace>
  <inkml:trace contextRef="#ctx0" brushRef="#br0" timeOffset="7">28433 7666 7874,'-13'-5'1683,"0"-1"0,2-4 1670,2 1 0,3 1-1729,6-5 1,8 4-793,4 1 0,9 0 0,9-2 0,4 3 0,3 2 1,2 2-213,0 1 1,4 8 0,1 3 0,2 3-621,3 6 0,-5 3 0,-1 9 0,-10-1 0,-7 5 0,-3 1 0,-10 5 0,-7 3 0,-9 4 0,-11 4 0,-11 0 0,-11 4 0,-7-4 0,-4-2-333,4-10 1,0-6 0,4-3 0,3-4-1,6-5-6736,9-4 6083,11-2 1,7-8 985,11-3 0,13-8 0,12-3 0</inkml:trace>
  <inkml:trace contextRef="#ctx0" brushRef="#br0" timeOffset="8">29143 8079 7702,'8'0'4204,"1"0"0,-6 2-1060,1 2 0,3 5-749,2 8 0,-2 5-2176,2 8 1,-2 3-1,3 7 1,-1 1 0,1 2-1,0-2-1353,-2-6 1,2-3 897,-5-6 0,3-2-5088,-3-2 5324,-1-9 0,-10-8 0,-1-5 0</inkml:trace>
  <inkml:trace contextRef="#ctx0" brushRef="#br1" timeOffset="9">25684 5576 8644,'-7'1'1742,"2"3"-1179,4 5 0,5-2 0,2 2 1,1-1 262,3 0-617,2 3 0,1-5 0,1 4 0,2-2 0,1 1 0,-1 0 324,-2-1 0,5-4-132,2 5 1,4-5-200,0 5 0,7-6 0,2 3 1,5-2-1,3 2 0,2 1 169,2 3 0,0 1-215,1 2 1,2 0-54,-6 0 1,0 4-1,-4 2 1,0 1-1,1 3 1,3 0-16,4-2 1,3-2-100,2-6 1,-1 0 32,1 0 0,-2 0 0,-2-2 0,-4-1 0,-1-1 0,3-1 212,4 0 0,-1 3-151,7-2 1,3 2 13,1 2 1,-1 4-1,-2 2 1,-4 1-1,-7 3 1,-3 1-62,0 2 1,4 4 0,9 0-1,3-1-74,0-2 0,3 3 67,-7 0 1,1-4 29,-4-4 1,-3-6 0,1 1 0,6-3 0,6-1-1,8 0 49,-33-6 1,0-1-1,34 2 1,-5 0-1,-5-1 20,1 0 1,4 0-338,-30-3 0,1 1 1,-1 0-1,1 1 212,4-1 0,0-1 0,-2-1 0,-1 1 0,-1-1 0,0 1 0,31 3 0,0 0 0,-1 3-106,2 2 1,-32-6-1,1 1-27,-2-1 0,1 1 0,33 6 33,-1 0 0,-9-1 1,-3 1-1,1 0 0,2 0 1,5-1-124,3-4 0,-9 4 1,-3-4-1,-10 4-32,-6 1 0,-3 0 128,-2 0 1,-2-1 9,-3 1 0,-3 0 0,2 2 0,-5 0 0,-4 4 0,-1 0-735,-3-1 1,-3 4 796,-5-5 0,2 6-180,-5-2 0,-3 5 0,-7 4 232,-8 5 0,-6 2 0,-7 2 0</inkml:trace>
  <inkml:trace contextRef="#ctx0" brushRef="#br1" timeOffset="10">31130 7150 7991,'0'-39'750,"0"1"0,0 0 669,0 4 0,5 8 0,1 10-323,1 6 0,1 12-671,5 11 0,-4 5-104,-1 8 1,0 7 0,2 5 0,-3 5 0,-1 4 0,-4 4 82,0 4 0,-2 1 0,0-4 1,0-1-848,0 1 1,0-2-313,0-3 1,-4-2-408,-1-7 0,-3-6 1,3-5-1,1-4 1,0-1 1161,-1-2 0,1-2 0,4-5 0</inkml:trace>
  <inkml:trace contextRef="#ctx0" brushRef="#br1" timeOffset="11">30989 7086 9850,'0'-52'1607,"1"0"1,3 2 0,5 4-1225,2 8 0,7 16 1,2 14-1,3 5 324,4 3 0,6 1-315,-3 3 1,6 9-138,-2 9 1,-1 8 0,2 4 0,-1 4 0,0 0 0,-1 1 532,-1 0 0,4-2 1,-3-1-1,0-2 124,-3 2 0,-4-3-374,-5 2 0,-4-1-255,-8 5 0,-5-1 0,-9 1 0,-11 0 0,-11 0 0,-12-1 40,-6 1 0,-2 3-906,-5-4 1,7 2-120,2-9 1,4-3-1,3-5 1,3-3-1,1-1 1,5-5-7715,4-4 8416,10 2 0,8-11 0,5 5 0</inkml:trace>
  <inkml:trace contextRef="#ctx0" brushRef="#br1" timeOffset="12">31840 7808 7944,'0'-17'441,"0"0"1,0 1-1,0 2 1937,0 1 1,5 4-2068,-1 1 1,6 5-1,-1-1 1,2 2-1,2 2 1,1 0-1,2 0 1,3 0 198,1 0 1,-4 2 0,1 2 0,-3 5-46,-1 2 0,-6 3 0,-2 2 0,-5 3 424,-5 1 0,-2 3-242,-6 7 0,-4-3-211,0 3 1,-5 2 0,4-1 0,-1 1 0,0-1-1,5-2 523,4-2 1,0-2-1181,6-4 0,-1 2-244,5-6 0,7-1 0,6-7 0,10-5 0,10-2 0,10-2-2502,6 0 1,8-8 1102,4-5 1601,2 1 1,-28 0 0,0-1 0,1 3 0,0 0 0</inkml:trace>
  <inkml:trace contextRef="#ctx0" brushRef="#br1" timeOffset="13">26833 6105 6653,'0'-7'184,"0"-1"129,0 4 30,0 3 1,0-6 361,0 2-126,0 4-246,0-5 1,-2 6 418,-2 0-310,2 0-250,-3 0 1,5 1 0,0 4 0,0 3 93,0 4 0,0-4-103,0 1 1,0 0-145,0 4 0,0 1 0,0 2 1,0 1-1,1 0 0,2 2 196,1 2 0,1-1-114,-5 2 1,1-1-80,3 5 0,-2 0 0,2 0 0,-1-2 0,0-1 0,1-3-6,-1-1 1,0 2-89,1-3 0,-2 0 84,2-1 0,-3-2 1,-1 2-1,2-3 0,1-1 1,1 0 189,-1 0 0,-2 0-123,-1 0 0,0 0-98,0 0 1,0 0 0,0-1 0,0 1-1,0 0 1,0 0-118,0 0 0,0 0 96,0 0 0,0 0-39,0 0 0,0-5 0,0 1 0,0 1-322,0 1 211,0-3-40,0-3 0,2-5 44,2 0 211,-3 0 0,5 2-57,-6 2 1,0-1 0,0 6-69,0 1 1,0-3 95,0 1 3,0-5 1,0 4 0,-1-4 16,-4 2 0,3-1-21,-7-4 1,5-2 8,-5-2 0,0-3 0,-3-6 1,-1 0-1,0 0-12,0 0 1,4 0 1,1 1 1,0-1 25,0 0 1,2 4 0,5 2 0,-2 0 537,-2 0-312,1 4 1,6-2-140,2 10 1,-1 2-1,5 7 1,2 2-1,2 1 1,-1 0 79,-2 2 1,2-5-185,-2 4 0,1-4-175,-1-1 0,2-5 0,-2 0 0,2-3 0,2-2-1801,0-1 0,0-8 1953,0-3 0,6-8 0,1-3 0</inkml:trace>
  <inkml:trace contextRef="#ctx0" brushRef="#br1" timeOffset="14">27129 6970 7833,'-12'0'-1333,"-1"0"1531,0 0 0,4 0 473,1 0-134,5 0 1,-4 0 1077,2 0-480,4 0-26,-5 0-877,6 0 1,1 0-23,4 0 0,-2 4-46,5 0 0,-3 0 1,3-4-1,2 0 1,2 0-1,1 0 231,-1 0 1,1 0-288,0 0 1,0 0-47,0 0 0,0 0 1,1 0-1,2 2 1,1 1-1,1 1-1,0-1 1,-3-2 0,2-1 0,-1 0-32,1 0 1,-3 2-35,3 2 1,-2-3 67,-2 4 0,-1-4 0,1-1 1,0 0-1,0 0 81,0 0 0,0 0-196,0 0 1,0 0 58,0 0 0,0 0 0,-1-1 1,1-2-1,0-1 0,0 1 122,0 1 0,0 2 1,0 0-1,0 0 54,0 0 0,4 0-125,0 0 1,0 0-36,-4 0 1,2 0 0,0 0-1,3 0 1,-3 0 0,1 0-75,1 0 1,-2-1 57,2-3 0,-1 2 47,1-2 0,-3-2 1,3 2-1,-2 1 1,-2 2-1,0 1 135,-1 0 1,1 0 0,0 0 215,0 0-315,0 0 1,0 0-29,0 0 0,-4 1 1,-1 2-1,2 1 0,2-1 1,1-2-49,-1-1 0,6 0 0,0 0 0,1-1-117,0-3 0,2 2 102,-4-2 0,6-2 3,-1 2 0,1 0 1,0 4-1,-3 0 1,-2 0-1,0 0 123,0 0 1,-2 0 0,4 1 0,-1 2 22,-3 1 0,-2 2-30,-1-2 0,0-2-130,0 2 0,-1-3 0,1-1 1,0 0-1,0 0 0,0 0-3,0 0 0,0-4-65,0 0 1,0-5 87,0 5 0,1-5 0,2 4 1,1-1-1,-1-1 0,-1 1 114,3 0-100,-4-4 1,6 9 0,-4-4 0,3 4 0,-1 0-5,1-4 0,2 4-17,-3-3 1,0 2 0,-2 2-1,1 0 1,0 0 0,1 0 0,-1 0-1,-1 0 1,-2 0 0,0-1 0,2-2-1,1-2 1,-1 3 0,-2 0 0,-1 2-1,0-1 1,0-2 0,0-1 0,0 1-1,0 1 1,0 2 0,0 0 0,0 0-1,-1 0 1,1 0 0,0 0 0,2 0-1,0 0 1,3 0 0,-3 0 0,1 0-1,0 0 1,3 0 0,-1 0 0,2 0-1,0 0 1,2 0 0,-1 0 383,1 0-393,-1 0 1,1 0 0,-2 0 0,0 0 0,-1 0 0,1-1 0,-2-2-1,1-1 1,-3 1 0,-2 1 0,-1 1 0,0-2 0,0-1 0,0 1-1,0 1 1,0 2 0,-1 0 0,1 0 0,0 2 0,0 1 0,0 1-1,0-1 1,0-2 0,0 1 0,0 1 0,0 1 0,0-1 0,-1-2 0,1-1-1,0 0 210,0 0-32,0 0-109,-6 0-6,-1 0 0,-7 0 0,-4 0 20,-3 0 0,-4-1-79,-1-3 0,5 2-68,-1-2 0,0 2 0,-3 1 0,-1-2 0,0-3-231,0-1 1,0 3 273,0-5 1,0 2-26,0-2 1,0-1-1,0 5 1,-1-1-1,-2-1 1,-1 1 339,1 0 0,6-2-103,2 3 0,-1-3-16,-4 3 0,0 0 211,0 0 18,6 4-248,1-5 0,8 6 0,1 2 0,2 1 0,3 2 0,2 1 462,1 0 1,2 2-440,0-3 1,0 3-55,0-3 0,0 5 0,1-3 0,2 1 0,2 1 0,1 1 262,0 2 0,-2 0-194,-4 1 1,1 0-42,3 0 1,-2-1 0,1-2 0,-5-2-1,-4 2 1,-1 2 38,-3 1 0,-2 0-2057,-1 0 1398,-6-1 0,-1 0-2623,-6-4 0,5 3 3098,-1-7 0,1 0 0,-5-4 0</inkml:trace>
  <inkml:trace contextRef="#ctx0" brushRef="#br2" timeOffset="15">26962 4840 7143,'0'-9'-645,"0"1"9,0 5 634,0-9 0,0 10 25,0-7 0,0 5 0,0-5 123,0-1 0,0-1-88,0-2 1,0 4 228,0 0 0,0 1 0,0-5 460,0 0-518,0 0-35,0 0 1,0 5-1,1 0 1,2 1 641,1 0-287,1 4-268,-5-8 1,0 8 343,0-6-590,0 6 134,0-2 1,-2 5 320,-2 0-290,2 0-94,-3 5 1,5-2 0,-2 4 0,-1 1 269,-1-1-132,0 1-114,4 5 0,0 0 1,0 0-1,0 0 1,0 0 29,0 0 0,0-5 0,0 1 0,0 1-38,0 2 1,0 0 0,0 1-32,0 0 1,0 0 0,0 0 0,0 0 2,0 0 1,0 0 0,0 0-1,0 0 63,0-1 1,4 1-1,0 0 1,-1 0-68,-1 0 0,-2 0 0,0 1 0,0 2-64,0 1 0,1 1 0,2-6 1,1 1 1,-1 0 1,-1 0 0,-2 0 0,0 0 46,0 0 0,0 0 0,0 0 0,0 0-10,0 0 1,0-1-1,0 1-78,0 0 0,0 0 0,0 0-83,0 0 0,0 0 1,0 0 17,0 0 1,0-5 81,0 1 0,0-1-51,0 5 1,0-4-83,0 0 1,0-5 0,1 3-282,3-1 161,-2 4 373,4-9 116,-6 11 1,0-9-162,0 5 0,0-3 0,0 3-1,0 2 0,0-3-128,0 2-11,0 0-87,0-2 0,0 4-179,0-2 31,0-3 192,0-1-97,0-5 0,1 5 201,3-1 83,-2 0 212,3-4-437,-5 0-971,0 0 1,-5-6 0,-2-1 0</inkml:trace>
  <inkml:trace contextRef="#ctx0" brushRef="#br2" timeOffset="16">27104 5485 7508,'-9'0'1764,"0"0"-1009,7 0 308,-4 0-760,6 0 0,-2 0 194,-2 0 165,3 0-203,-5 0-125,6 0 0,0 2 8,0 2-229,0-3 30,0 5 1,0-4-1,1 0 1,4 3 250,3-2 1,-1-2-122,2-1-217,0 0 0,4 0 0,-1 0 0,1 0 0,0 0-178,0 0 0,0 0 0,0 0-561,0 0 517,0 0 0,0 0 126,0 0 1,-5 0 0,1 0 0,1 0-4,1 0 0,2 0 255,0 0 107,-6 0-270,-1 0 1,-6-1 96,0-4-118,-6 4 21,-1-11 0,-6 10 1,0-6-1,2 1 0,1 1 1,1 1 240,-1 2 0,0 0 0,0 0 6,2-1-285,-1 0-18,2 4 0,2 0-143,10 0 0,2 4 198,6 0 1,0 2 8,0-2 1,0 2 0,-1 3 0,0-4-1,-2 1 1,-1 1 165,1 0 0,-3 3 22,1-5-652,-5 5 1,4-3 0,-4 6-1,2 0-2026,-3 0 1,0 0 2432,-2-1 0,0 1 0,0 0 0</inkml:trace>
  <inkml:trace contextRef="#ctx0" brushRef="#br2" timeOffset="17">27426 5485 8015,'0'-8'-387,"0"-1"430,0-1 0,0 3 738,0-2 422,0 6-670,0-2-174,0 5-218,-5 5 1,3-2-1,-2 6 1,2 1 24,2 1 1,0-2-87,0 0 1,0-5 27,0 4 0,0 1 0,0 4 0,0 0 0,0 0 223,0 0 1,0 4-207,0 0 0,0 0-54,0-4 1,0 4 0,0 2 0,0 0 0,0 1 0,0 0-10,0 3 1,0-3-1,0 1 1,0 1 19,0-2 0,0 3 2,0-6 1,0 2 6,0-2 0,0 2 0,0 4 0,0-3 1,0-2-1,0 0 259,0 0 0,2 1-166,2 2 0,-2-1-172,2-2 1,-3-4 0,-1 3-1,0-1 1,2-2 0,1 2 60,1 0 0,0-5-165,-4 7 0,2-4 69,2-1 0,-3 1 0,4 2 0,-4 1 1,-1 0-1,0 0-43,0 1 1,0 0 64,0 0 1,0-4-25,0 3 1,0 2 0,0-2 0,0-1-1,0-1 1,0 1-31,0 1 0,0 1 0,0-4 0,0 2 46,0 1 1,0 2-17,0-2 0,0-3 167,0 3 1,0 2 0,0-2 0,0 0 0,0 1 0,2-1-58,2-1 0,-3 2-16,4 0 1,-4-1-80,-1-4 1,0 0 0,1 1-1,2 2 1,2 1 0,-2-1-18,-2-2 0,-1-1-85,0 0 0,0 0 88,0 0 1,0 1 0,0 2 0,0 1 0,0-1 0,0-1-101,0 3 1,0-3 263,0 7 0,0-5-69,0 5 0,0-5 0,0 3 0,0 0 0,0-1 0,1-1-5,4-2 0,-4-2-43,3-1 0,-2 0 5,-2 0 0,0-4 0,0-1 0,0 2 0,0 3 74,0 5 1,0-4-110,0 3 1,0-3 42,0-1 1,0 6-1,0 1 1,0 2 0,0-1-1,-2 1-53,-2-2 0,3 7 0,-4-4 0,4 0-66,1 1 0,0-5 86,0-2 1,0 3 74,0 2 0,0-4 1,0-1-1,0-2 1,0-1-41,0 3 0,0-2 31,0 2 0,0-7 268,0-1-123,0-7-316,0 4 133,0-6 0,0 2 0,0 2-202,0 4 94,0-2 0,0 1-235,0-2 250,0-4-13,0 5 26,0-6 27,0 0 1,0 6-1,0 2 1,0 4-1,0 1 352,0 0-258,0-6 1,0 0 0,1-4 0,4 1 0,3-1-1,4-2 1,1-1 0,1 0 0,2 0 0,1 0-1,-1 0 1,0-1 0,1-2 0,4-1 0,4 1 0,0 0-1,1 0 1,0-1 0,0 0 0,0-1 0,0-1-1,-1 1 1,0-1 329,-4 3 0,2-3-438,-6 2 1,5 0 0,-5 4 0,-1 0-1,-2 0 447,-1 0 1,0 0 116,0 0-879,0 6 1,-2-4 0,-1 6 202,-1-3 164,-6 0-37,3-5 1,-6-2 0,0-2-124,0-5 87,0-2-28,-6-2 1,4 0-128,-2 0 1,3 4-194,1 1 342,0 5 1,0-4-105,0 3 1,-2 1 0,-1-6-132,-1-1 1,-2 4 444,2 2 0,3 1 193,-4-1 0,-2 2 0,-2-3 717,-2-1 0,2 4-68,1-2-501,5 3-143,-9 1 0,12 0-52,0 0-253,6 0 1,7 4 93,0 0 1,0 1 0,0-4 0,0 2 0,0 1 0,0 1 358,-1 0 0,-3 1-275,0 3 0,-2 2-46,1-2 1,-2-1-1,-6 5 1,0 4-1,0 2-140,0-2 1,-6-2-1282,-2-2 0,-2-1 165,1 1 1,-2 0 0,2-1 0,-1-2 1083,1-2 0,-2-5 0,4 3 0</inkml:trace>
  <inkml:trace contextRef="#ctx0" brushRef="#br3" timeOffset="18">29530 4530 7836,'7'-26'-1,"-1"-5"0,-6-2 1</inkml:trace>
  <inkml:trace contextRef="#ctx0" brushRef="#br3" timeOffset="19">29104 3304 11259,'-4'-13'0,"-2"0"0,0 0 0,-1 0 0,1 1 0,-1-1 0,2 0 0,-3-2 0,3 0 0,-1-3 0,3 3 0,0-1 0,0 0 0,-1-1 0,1 1 0,0 2 0,0 1 0,-1 0 0,1 0 0,0 0 0,1 0 0,-4 2 0,0 4 0,0 7 0,3 7 0,2 4 2259,1 2 1,1 0-1,2 0 1,3 0-1639,1 0 0,0 1-170,2 3 0,2 2-63,-2 2 0,-2 4 1,2-4-1,1 4 0,1 2 1,2 3 220,0 4 0,0 4 0,0 2 0,0 3-324,0 4 0,4 3-46,0 2 0,6 3-170,-1-4 0,1 4 1,0-9-1,-2 1 0,2 0 1,1 1-70,2-3 0,-6 0 0,-1-6 0,-2-1 0,0 3 0,-1 0 0,0 4 0,0-1 0,1 2 0,-1-2 0,-2 2 0,-1-3 0,0-1 0,-2-5 0,-1 0 0,-1 1 0,1 0 0,0 1 0,0 0 0,-1 0 0,-1-1 0,1 1 0,-1 1 0,2 2 0,2-1 0,-1-2 0,-1-5 0,-1-1 0,1 2 0,2 4 0,2 5 0,2 5 0,1 4 0,0 0 0,0-1 0,1-7 0,-3-6 0,0-2 0,-1-5 0,2 0 0,1-1 0,2 1 0,-2-2 0,3 10 0,6 12 0,0 5 0,-2 6 0,-3-4 0,-5-9 0,-4-8 0,-4-7 0,1-4 0,4 3 0,-5-5 0,1 1 0,0 3 0,4 3 0,1 7 0,2 8 0,1 8 0,-1 4 0,-2-8 0,-1-4 0,0-12 0,0 0 0,-5-13 0,1-2 0,-1-3 0,1-1 0,0 3 0,1 2 0,3 6 0,4 4 0,-3 2 0,3 2 0,3 0 0,1 1 0,0 1 0,-1 2 0,0-1 0,0-2 0,6 4 0,4 4 0,-4-2 0,-4 1 0,-7-5 0,3 1 0,-4-2 0,0 2 0,2 5 0,1 2 0,2 6 0,-3 1 0,1 0 0,-1 1 0,-8-8 0,-4-7 0,2-10 0,-1-7 0,-1 0 0,-4-6 0,0 0 0,1-3 0,2-3 0,1-1 0,1 0 0,-5 0 0,1-2 0,3-2 0,-2 3 0,2-4-1734,-2-2 304,-2 0 1430,0-24 0,-6-3 0,-1-18 0</inkml:trace>
  <inkml:trace contextRef="#ctx0" brushRef="#br3" timeOffset="20">31014 8531 7751,'-7'-26'1711,"-3"13"1,6 12 0,2 14 0,5 14 3203,6 9 0,2 6-4385,2 9 0,0 1 1,0 0-1,0 1 0,0 1 1,0 2-1,-2-3 1,-1-3-733,-1-2 0,-6-11 1,1 0-1,-3-5-5237,-1-8 2833,0-4-1785,0-13 4391,0-1 0,-5-17 0,-2-4 0</inkml:trace>
  <inkml:trace contextRef="#ctx0" brushRef="#br3" timeOffset="21">30924 8686 7735,'0'-26'423,"0"0"0,0 2 1318,0 3 1,1 2 0,5 6-1,6 0 301,3 0 0,8 2-1172,-1 2 0,8 3-281,4 6 0,4 3 1,0 4-1,1 8 0,0 5 1,-2 6 1292,-2 2 0,0 8-1882,-4-1 0,-3-2 0,-6 1 0,-4-5 0,-5 2 0,-1-1 0,-4 0 0,-3-1 0,-4-2 0,-8-1 0,-6 0 0,-7-2 0,-4-2 0,-2 1 0,0-6 0,-4 0-111,0-4 1,0-1-1,5-4 1,2-3-1,3-4-9720,2-1 4156,0 0 5675,11 0 0,13-6 0,8-1 0</inkml:trace>
  <inkml:trace contextRef="#ctx0" brushRef="#br3" timeOffset="22">31802 8944 7735,'0'-13'9830,"0"0"-8590,0 6 0,1 1 1,3 6-408,5 0 1,2 0 0,2-1 437,0-3-876,0 2 0,0-3-211,0 5 1,0 0-1,0 0 1,1 0-1,2-2 1,1-1 580,-1-1 0,3 0-672,-2 4 0,4 1-93,-4 3 0,5-1 0,-5 6 0,-2 1 0,-4 1 0,-4 2 0,-1 0 0,-3 2 0,-8 2 0,-6 3 0,-6 6 0,-6-1 0,1 0 0,-2-2 0,0-3 0,1-1 0,1-4 0,6 0 0,-1-2 0,9-1 0,3 1 0,4 0 0,2 0 0,5-1 0,5-4 0,5-3 0,11-3 0,1 1 0,3 2 0,5-3 0,-3 0 0,2-2 0,-7 1 0,2 4 0,-4-3 0,-4 6 0,-7-1 0,-5 0 0,-5 3 0,-4 1 0,-4 2 0,-5 0 0,-7 0 0,-10 0 0,-6 0 0,0 0 0,-2 0 0,-3 0 0,0-2 0,2-2 0,2 1 0,6-6 0,-2 5-576,2-5 1,3 0 0,10-4 0,0 0 575,0 0 0,0-5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55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9383 10196 8177,'0'13'600,"0"-4"-153,0-1 1,1-3 0,2 3 0,2 2 1726,-2 2-1457,-2 1 1,-1-1-1,0 1 1,0 0 397,0 0 1,0-4 0,0-1-12,0 2 0,0-2 327,0 0-802,0 1 1,0-1 1404,0 1-236,0-6-1263,0 3-446,0-6 0,0-2 1,0-2-1,0-5 1,0-2-90,0-2 0,0 0 0,0 0 0,0 0 0,0 0 0,0-4 0,-1 0 0,-2 0 0,-2-1 0,2 0 0,2-2 0,1 3 0,0-5 0,0 2 0,0-2 0,0-2 0,0 4 0,0-2 0,0 1 0,0-1 0,0 2 0,0-4 0,0 2 0,1 2 0,4-1 0,-4-1 0,4-2 0,-4 1 0,-1 2 0,0-2 0,0-2 0,0-1 0,0 1 0,0 3 0,0 1 0,0-5 0,-1-6 0,-2 1 0,-2-1 0,2 3 0,2 2 0,1-3 0,0 0 0,0-2 0,0 2 0,0 3 0,0-3 0,0 1 0,0 1 0,0-3 0,0 3 0,1-1 0,4-1 0,-4 1 0,4-5 0,-4 1 0,-1-3 0,0 3 0,0 2 0,0 0 0,0 0 0,4 4 0,1-4 0,-1 0 0,-4 1 0,1 0 0,2 4 0,1 0 0,-1 0 0,-1 2 0,-2 2 0,4-2 0,0 2 0,1-2 0,-5-2 0,0 0 0,0 1 0,0-1 0,0 1 0,0 3 0,0 0 0,0 2 0,0-2 0,0-2 0,0 3 0,0 0 0,0 1 0,-2 2 0,-1 2 0,-1 0 0,1-1 0,2 3 0,1-4 0,0 4 0,0 1 0,-5 0 0,1 0 0,1 0 0,2 1 0,1-1 0,0 4 0,0 0 0,0 7 0,0-6 0,0 4 0,0 3 0,0-5 0,0 6 0,0 0 0,-2 6 0,-2 2 0,1 4 0,-5 1 0,3 1 0,-3 3 0,1-1 0,-3 5 0,1 2 0,-1 2 0,-2-1 0,-1-2 0,5 1 0,-1-6 0,1 4 0,-5-3 0,4-1 0,1-4 0,-1 0 0,0 0 0,1-1 0,5-4 0,-3-3 0,6-6 0,0-3 0,0-5 0,0-2 0,0-2 0,0 0 0,4-2 0,1-2 0,5 3 0,-7-11 0,4 4 0,0-3 0,-1-2 0,1 1 0,0 2 0,3 2 0,-3-1 0,0-3 0,1 0 0,-1 4 0,0-2 0,2 6 0,1-1 0,-6 5 0,6 6 0,-1 2 0,2 0 0,3 1 0,4 1 0,-8 3 0,3 4 0,-2-1 0,6 6 0,-2-1 0,2 7 0,-1 1 0,-1 2 0,3 1 0,-3-1 0,0 5 0,-2-1 0,-2 1 0,-2-2 0,2 2 0,-4-4 0,2 1 0,-2 2 0,0-2 0,0-3 0,-4-3 0,3-1 0,-5-1 0,2-5 0,3-7 0,1-7 0,3-5 0,2-12 0,1-4 0</inkml:trace>
  <inkml:trace contextRef="#ctx0" brushRef="#br0" timeOffset="1">9628 10222 7951,'-13'-4'629,"2"-2"1,1 0 1111,1 0-1464,6 2 0,-2 10 1,6 1-1,2 2 1,3-1-1,-1 2 533,1 2 0,3-4-534,-5 1 0,0-5 1,-2 3-1,1 1 685,1-1 229,0-4-305,-4 2-422,0-5 0,0-1 0,0-3 718,0-5-344,0-2-239,0-2 0,0 4 414,0 0-320,6 7-413,1-4 1,6 6 0,0 0 0,0 0 362,0 0 1,0 0-356,0 0 1,0 0-120,-1 0 0,1 0 0,0 0 0,2-2 0,0 0 1,3-4-169,-3-1 0,1 2 0,1-3 0,-1 3 0,6-3 0,-7 4 0,4-5 0,0 0 0,1 2 0,1 1 0,1 1 0,-5 3 0,4-2 0,0 3 0,0 1 0,2 0 0,-4 0 0,-1 0 0,2 0 0,-1 0 0,0 0 0,-2 0 0,-4 0 0,0 0 0,0 0 0,-1 0 0,1 0 0,0 0 0,0 0 0,0 0 0,0 0 0,0 0 0,0-5 0,0 1 0,0 0 0,0 4 0,-1-2 0,3-1 0,1-1 0,1 1 0,1 2 0,0 1 0,-3 0 0,7 0 0,-5 0 0,5 0 0,-1 0 0,1 0 0,-1 0 0,2 0 0,0 0 0,0 0 0,-1 0 0,0 0 0,1 0 0,-1 0 0,1 0 0,-6 0 0,5 0 0,-4 0 0,1 0 0,1 0 0,-1-2 0,-1-2 0,4 3 0,-5-4 0,9 4 0,-5 1 0,7 0 0,-7 0 0,5 0 0,3 1 0,1 2 0,-2 1 0,0 1 0,-3-5 0,1 0 0,0 0 0,-2 0 0,-1 0 0,-3 0 0,-1 0 0,-2 0 0,0 0 0,2 0 0,0 0 0,-1 0 0,0 0 0,0-2 0,2-1 0,2-1 0,-2 1 0,0 2 0,0 1 0,3-2 0,1-1 0,2-1 0,0 1 0,0 2 0,-2 1 0,1 0 0,-2 0 0,1 0 0,-1 0 0,0 0 0,-2 0 0,-1 0 0,0 0 0,-1 0 0,0 0 0,-3 0 0,-1 0 0,3 0 0,2 0 0,1 0 0,1 0 0,-7 0 0,8 0 0,-4 1 0,1 2 0,3 1 0,1-1 0,1-1 0,-2-1 0,-2 2 0,2 1 0,2-1 0,-1 0 0,-1 0 0,-2 1 0,1-1 0,-1-1 0,-1-2 0,-1 0 0,-3 0 0,-2 0 0,1 0 0,0 0 0,3 0 0,-3 0 0,0 0 0,-2 0 0,1 0 0,2 0 0,1 0 0,-1 0 0,-2 0 0,0 0 0,2 0 0,1 0 0,-1 0 0,0 0 0,0 0 0,1 0 0,0 0 0,2 0 0,-5 0 0,3 0 0,2 4 0,-2 0 0,0 1 0,-2-5 0,0 0 0,3 1 0,-3 2 0,0 1 0,-2 0 0,0-4 0,-1 0 0,-3 0 0,0 0 0,1 0 0,1 0 0,-4 0 0,5 0 0,-5 0 0,6 0 0,-6 0 0,-1 0 0,0 0 0,-5 0 0,-1-5 0,-3 2 0,-5-6 0,-3-1 0,0-1 0,2-1 0,1 4 0,1-4 0,-2 4 0,-2-2 0,2-1 0,-3 3 0,0-2 0,-1-2 0,0-1 0,-2-1 0,-2-3 0,1 3 0,-5-4 0,4 4 0,-5 1 0,-1 0 0,-1 0 0,-2 0 0,0 0 0,0 2 0,1 2 0,5-1 0,2 6 0,3-5 0,-1 5 0,0 0 0,5-2 0,3 5 0,8-5 0,0 5 0,2-2 0,2-2 0,5 2 0,2 2 0,2 1 0,0 0 0,6 0 0,2 0 0,4 6 0,0 2 0,1 4 0,1 1 0,2 1 0,1 3 0,2-2 0,-2 2 0,-3-1 0,3 1 0,-7-1 0,-1 4 0,-1-2 0,-1 0 0,-4-1 0,-6 0 0,0-3 0,-6-1 0,1-3 0,-5 7 0,0-2 0,-2-2 0,-2 0 0,-5 0 0,-2 1 0,-2 3 0,-4-3 0,0 4 0,-5 2 0,5 1 0,-2-2 0,3-2 0,-1-3 0,0-1 0,0 0 0,0 0 0,-1 0 0,6 0 0,3-4-177,0-1 0,6 1 0,-1 4 0,6-2 177,6-2 0,7-4 0,10-5 0</inkml:trace>
  <inkml:trace contextRef="#ctx0" brushRef="#br1" timeOffset="2">9564 10403 8021,'-9'0'683,"1"0"0,5-6-500,-2-3 1,10-2-1,3-4 1,4 0 0,1-4-1,1-2 78,3-7 0,3-2 1,6-6-1,0 2 0,0-2 1,0-1 58,-1-2 1,1-4-1,0 0 1,0 3-116,0 4 1,-1-1 0,3 2 0,0-2-61,2-2 0,5 5 1,-4-2-1,2-1-125,3-1 1,0-6-1,-2 10 1,-3 1-97,-4 0 1,-1 5-1,-1-2 1,0 3 7,-4 1 1,2 0 0,-5 1 0,-3 0-45,0 4 1,2-4 0,0 5 0,-1-1 46,-2-1 1,1 5 0,0-4 0,2-1 64,-1 2 1,3-4 0,0 2 0,-1-2 51,1-2 1,2 6-1,-2 1 1,0 2-14,-1 0 1,-1-1 0,-4 6-1,0-1-15,0 0 0,0 0 0,0 0-24,0 0 0,-6 4 1,-1 2-3,0 2 1,-5-5-37,3 1 0,-8 3 0,-5 2 26,-2 2 1,-6 2 0,-2 0 0,0 0 28,1 0 1,-7 2-24,0 2 1,-1 2 7,-4 3 1,2 2 0,1-2 0,-2 2-1,-1 2 1,2 0 22,0 0 0,4-2 0,1-1 0,3-1-14,1 1 0,2-3-318,4 2 302,6-6 1,7 1-28,9-8 0,8-5 0,4-7 0,5-2 0,4-1 0,5 0 34,2 3 0,2-2 0,0 1 0,-1 1 150,1 2 0,-6 5 0,-3 2 0,-3 1 168,-1 3 0,-4 2 1,-2 2-1,-3 3-99,-6 5 1,-3 4 0,-8 3 0,0 2 67,0 2 0,-6 1 1,-3 1-1,-2 0-383,-2 1 1,0 0 0,0-2 0,0-2-1362,0 0 0,6-5 0,1 3 1455,1-2 0,3 3 0,-4 2 0</inkml:trace>
  <inkml:trace contextRef="#ctx0" brushRef="#br2" timeOffset="3">10867 11074 7992,'-5'-13'0,"2"0"1633,-6 0 1,5 6-1,-3 4-97,1 6 1,2 4-1,2 6-475,-2 0 0,2 0-668,-2 0 0,3 0 0,1 0 0,0-1 0,0 1 0,0 2 321,0 2 1,0-1-497,0 5 1,0 1-1,0 5 1,0 3-1,0 6 1,1 5 418,3 7 0,-2 3 1,2 5-1,-1 5 63,1 2 1,-2 3-701,2 2 0,-3 3 0,-1 2 0,2-7 0,1-7 0,1-2 0,-1-3 0,-2-2 0,-1-5 0,0-2 0,0-6 0,0-1 0,0 1 0,0 4 0,0-1 0,0-4 0,0-2 0,0-6 0,0 3 0,0-1 0,0-3 0,0-2 0,0-1 0,0-1 0,0 1 0,0-4 0,0-1 0,0-4 0,0 5 0,0-5 0,0 3 0,0-1 0,0-2 0,0 0 0,0 2 0,0 0 0,0 1 0,0-2 0,0 1 0,0-3 0,0-2 0,0-1 0,-1-2 0,-2 0 0,-3-4 0,-1-2 0,-3-3 0,-1-5 0,-2-6 0,0-1 0,0 0 0,0 0 0,0-3 0,0-4 0,-1-1 0,-3-1 0,2-4 0,-8 3 0,5-6 0,-2 2 0,-2 1 0,2 1 0,1-1 0,2 0 0,0 2 0,3 4 0,2 2 0,5 2 0,1 0 0,3 3 0,3 6 0,5 10 0,5 8 0,4 8 0,5 2 0,-1 3 0,2 3 0,1 5 0,0 2 0,1 2 0,-2-2 0,0-2 0,-2-4 0,1-2 0,-2-2 0,0-4 0,1-3 0,-3-6 0,0-4 0,-2-5 0,0-4 0,-1-1 0,1-10 0,0-6 0,0-7 0,0-8 0,-4-5 0,-1-3 0,1-5 0,4-3 0,-5-2 0,0 0 0,-1 2 0,-2-2 0,3 0-1931,-1 2 0,0-2 1,3 6-1,-1 0 1931,1-1 0,7-2 0,3-6 0</inkml:trace>
  <inkml:trace contextRef="#ctx0" brushRef="#br2" timeOffset="4">10841 11100 7931,'-8'0'3918,"-1"0"-2645,6 0 308,-2 0-506,5 0 2205,0 0-2036,-6 0-903,4 5 1,-5-3-1,4 4 10,-1-1 0,-2-3 147,2 2-116,3-3 0,-11-1 0,4 0 217,-4 0 0,-1 0-307,0 0 1,5 0-162,-1 0 0,0 0 1,-3-1-1,-1-2 0,0-1 1,0 0 135,0-2 1,-4 4-1,0-2 1,-1 1-161,0-1 1,2 2 0,-4-2 0,0 3 119,0 1 1,4-2-50,-1-2 1,-2 3-160,2-4 0,-2 4 0,3 1 0,-1 0 0,1-2 1,2-1-20,1-1 0,0-4 0,0 3 0,5 0 0,-1 0 0,1 4 0,-5-5 0,0 2 0,0-2 0,-1 0 0,-4 1 0,3 0 0,-7 5 0,5-4 0,-5 0 0,1-1 0,-5 5 0,-1 0 0,-2 0 0,-1 0 0,1 0 0,-2 0 0,1 0 0,-2 5 0,2-1 0,3 0 0,-3-2 0,4 1 0,3 1 0,1-1 0,-1-2 0,-1-1 0,-2 0 0,0 0 0,1 0 0,-7-4 0,-2 0 0,-2-1 0,1 5 0,-2-4 0,4 0 0,-1 1 0,-1 1 0,1 2 0,1 0 0,1-4 0,5 0 0,-2 1 0,-1 1 0,-1 2 0,1 0 0,1 0 0,-6 0 0,1 0 0,-3 2 0,1 1 0,1 1 0,1-1 0,1-2 0,-3-1 0,6 0 0,1 0 0,2 0 0,1 0 0,1 0 0,-1 0 0,0 0 0,-1-1 0,-3-3 0,1 2 0,-6-2 0,1-2 0,-5 0 0,2 1 0,1-1 0,3 2 0,2-2 0,-4 4 0,7-2 0,2 3 0,3 1 0,7 0 0,-1 0 0,2 4 0,3 0 0,-1 5 0,0-3 0,0-1 0,0 3 0,0-3-71,0 1 1,-1 0 0,-2-3 0,-1 1 63,1-1 1,0-2 0,0-1 0,-2 0-47,-2 0 1,4 0 207,-1 0 1,1 0-131,-1 0 0,2 0 0,-2 0 0,3 0-25,1 0 0,6 2 0,3 2 0,4 2 0,4 2 0,3 4 0,6-4 0,6 0 0,2 2 0,5 3 0,3 2 0,2 3 0,2 0 0,0-4 0,1 5 0,-3-2 0,-4 1 0,-1-1 0,-2-6 0,-1-1 0,-2-1 0,-5-5 0,1 3 0,-2-1 0,-7-2 0,1-4 0,-6-1 0,1-3 0,-4-2 0,-4-4 0,-5 1 0,2 5 0,-1-3 0,-3 0 0,0-1 0,-2 4 0,-1-4 0,-2-1 0,-1 2 0,-6-5 0,1 4 0,-2-4-118,-2-1 1,-1-1 0,-3-2 0,-3-2 131,0-3 1,0 6-1,4-4 1,-1 2 0,1-2-1,4 1 1,3-1 0,5 5-1,4 2 1,4 4 0,6-3-1,6 1 1,6 2 0,4 2-1,4 2 1,5-1 0,3 1-1,4 0 1,3-2 0,1 0-1,1-1 1,-1 0 0,-1-2-1,-2-1 1,0-1 0,-2-3-1,0-2 1,-4-1 0,-1-2-1,-3 0 1,-1 1 0,-2 2-15,2 2 0,1 1 0,5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6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12403 12158 8043,'0'-13'1730,"0"0"-1256,0 6 1,2 1 0,2 6-1,4 0 217,4 0 1,1 0-510,0 0 1,4 0 0,0 2 0,0 1 0,1 1 0,0 0 155,2 2 1,2-5-1,4 5 1,-2-2-101,-2 1 1,2 0 0,-3-2 0,2 2 72,-1-3 1,1 1-34,-6 2 0,0-4 800,-4 3-430,0-2 0,-13-2-400,-9 0 0,-8 0-77,-9 0 0,-5 0 0,-2 0 1,-2 0-1,1 0 0,0 0 285,1 0 1,-3 0-1,4 0 1,1 0-287,-1 0 1,2 0 0,4 0 0,2 0 31,2 0 0,4-5-226,5 1 0,7 0 0,6 4 0,9 0-115,6 0 0,6 0 176,4 0 1,5 0-23,1 0 0,0 0 0,-2 0 0,2 0 1,2 0-1,2 0 64,-2 0 0,0 1 1,-3 2-1,3 1 137,0-1 0,3-1 0,-8-2 1,-2 0 21,-3 0 0,-7 0 367,1 0-432,-8 0 1,-5-2 0,-8-1-1,-6-1 1,-6 1 91,-6 2 0,-3-3-4,-6-1 1,3 1-304,-7 4 1,2 0 0,-3 0-1,4 0 1,0-2 0,3 0-1389,2-3 0,3 1 0,2 4 1,5 0-2888,3 0 4317,1 0 0,0 0 0,0 0 0</inkml:trace>
  <inkml:trace contextRef="#ctx0" brushRef="#br0" timeOffset="1">5021 6995 8304,'-13'0'304,"1"2"1,2 1 0,2 1 0,-1 0 0,0 1 1210,1-1 0,5 2 0,-3-4 505,0 3-1670,5-1 0,-3-4 0,8 0 0,5-1 0,2-2 138,2-2 0,0 0 0,0 2-250,0-1 1,0-5-1,0 5 486,-1 1-603,1-4 0,0 5 33,0-2 0,-4 2 1,-2 1-1,0-2 253,0-1 1,-2 0 136,3 4-275,1 0-115,-2 0 1,4 1-1,-2 2 268,3 1-283,0 6 1,1-4-90,0 2 0,-4 0 0,-1-5 0,2 1 1,1 0-1,-1 0 0,-2 1 0,2-2 0,2-2 1,1-1-1,-1 0 0,1 0 0,0 0 0,0 0 1,0 0-1,0 0 0,0 0 0,0 0 0,0 0 1,0 0-1,0 0 0,-2 1 0,-1 2 1,-1 2-1,1-2 0,1-2 0,2-1-401,0 0 1,-6-1-120,-3-4 1,-2 2-1,-4-4 1,-2 0-1,-4 1 1,-4 1-1,-1 0 1,0 1-1,0 0 1,0 1-1,2 3 470,2 4 0,9 3 0,8 6 0</inkml:trace>
  <inkml:trace contextRef="#ctx0" brushRef="#br0" timeOffset="2">6750 6982 8161,'-13'-4'-107,"0"-2"1,0 1 0,0-1 609,1 3 1,3 2-1,-1 1 1,-3 0 521,-3 0 1,-5 0-574,4 0 0,-6-5 1,0 0-1,-5-1 1,-5-1-1,-2 1 2372,-6 0-2625,-12-4 0,-1 4 0,-18-4 0,33 6 0,-1 1 0,-3 0 0,0 0 0,0 2 0,0 0 0,0 0 0,0 0 243,1 1 1,0 0 0,-2 1 0,0 0-391,-3 0 1,-1 2 0,6 0 0,0 1 30,0 2 0,2 1 0,-26 6 0,14-2 0,9-1 0,9-1 0,8 0 286,8-2 0,9 4-540,5-2 1,8-3 40,5-2 1,8 2 94,4-2 1,9 0 0,6-4 0,6 0 0,7 0 0,7 0 195,8 0 1,-27 0 0,2 0-115,4 1 1,0-2 0,-3-1 0,-1 0-54,0 0 0,-1 0 0,0-1 0,-1 0 0,2 1 0,-1 0 0,2-2 0,-1 0 0,1 0 0,-1 0 0,0 0 0,0 1-33,32-3 1,-10 0 14,-10 2 0,-6 2 170,-11-2 0,-8 3 6,-9 1 0,-10 4 0,-7 0 0,-7-1 129,-4-1 0,-8 2 0,-3 0 0,-2-1-77,-2-1-1,-7-1-49,-5 3 0,-10-2-126,-12 2 0,0-3 0,-11-1 0,3 0 0,-1 0 0,0-1 42,-1-3 0,-1-2-12,35 2 1,-1-1 0,0 0-1,0-1-29,-32-3 1,2-1 0,8 2 0,10 2 0,13 2 0,13-1-163,7 2 1,11 3-234,5 5 1,7-4 78,10 3 1,3 2 192,6-2 1,5 5-1,7-3 1,8 0 0,12-1-1,10 0 209,-32-2 0,1-1 1,2-1-1,1 0-35,-4 1 0,1 0 0,1 0 1,1-1-73,2 1 0,0 0 1,3-1-1,1 0 0,2 1 1,-1 0-1,-2-1 0,0-1 1,-4 0-1,-1-1 0,28-2-66,-10-1 0,-8 0 0,-16 2 0,-7-1 284,-7-1-323,-5 0 284,-1 4 1,-7 0-1,-6 0 1,-8 0 175,-3 0 1,-8 0-270,-2 0 0,-4 4-36,0 0 1,-7 5 0,-4-5 0,-5 0 0,-8 1 0,-6 0-16,-5 3 0,24-7 0,-1 0 0,-2 2 0,1-1 0,-2-1 0,-1-1-42,0 0 1,-1 0 0,-1 0 0,0 0 0,-5 0 0,0-1 0,-3 0 0,0-1-42,-2 0 1,0 0 0,4-3 0,2 0 0,5 0 0,1 1 0,-31-7 55,12-2 0,4 0 0,9 0 0,11 1-1127,10 4 0,7-4-35,6 4 1153,6 2 0,3 0 0,10 6 0,8 0 0,10 0 0,9 0-678,5 0 1,6 2-1,3 0 1,5 4-68,4 1 0,7-4 464,6 2 1,-30-4-1,1-1-421,-2 0 0,1 0 0,3 0 0,-1 0 1,1 0-1,0-1 695,0-1 0,2-1 0,3 1 0,0 0 0,-3-3 0,-2 0 0,0 0 0,-1 0 0,0 1 0,-1-1 0</inkml:trace>
  <inkml:trace contextRef="#ctx0" brushRef="#br0" timeOffset="3">12364 10867 20876,'-34'13'0,"2"0"0,5 1 0,7 2 0,6 1 0,7-2 0,8-7 0,9-9 0,7-12 0,5-13 0,5-13 0,6-12 0,-14 19 0,1-1 0,1-3 0,1-2 0,1-3 0,1 0 0,1-2 0,0 0 0,2-3 0,-1 0 0,2-2 0,0-1 0,3-2 0,0 1 0,1 2 0,2 2 0,-1 3 0,1 4 0,-2 5 0,-1 3 0,-2 5 0,-2 2 0,22-15 0,-6 8 0,-6 5 0,-6 6 803,-10 7 0,-4 2-1790,0 6 0,-2-3 0,2 3 0,-3 3 1,1 0-1,0 4 0,4 2 0,0 6 987,-1 6 0,5 4 0,-3 6 0</inkml:trace>
  <inkml:trace contextRef="#ctx0" brushRef="#br0" timeOffset="4">13771 9835 8106,'-18'7'859,"5"4"1,0 1-1,7 7 1,6 8-1,6 4 265,7 5 0,0 0 1,4-3-1,-3-7 1,-1-8-1,0-5-665,0-4 0,-5-3 0,0-8-400,-3-2 0,0-8 0,-5-6 0,-2-2-425,-2-3 1,-5 3 0,-6 0 0,-4 1 20,-1 3 0,-2 3 0,-2 5 0,1 3 660,2 4 1,0 4 978,0 5 0,2 14-848,6 17 1,6 7 0,3 11-1,2 7 1,4 5 0,2-1-16,5-8 1,8-8-1,5-11 1,3-9-762,5-8 0,3-15 0,6-5 1,1-13-277,3-11 0,-1-8 0,4-15 1,-3-5-544,-6-2 1,-4-7 357,-7-3 0,-6-1 357,-3-3 0,-4 8 1,-4-6-1,-5 5 0,-4 1 1,-4 0-925,-5-1 0,-2 1 1554,-2 0 1,1 3-43,4 14 0,-2 5 0,5 15 0,2 13 0,2 18 1047,1 15 0,1 22 0,4 9 0,2 10 1013,0 4 0,5-1-1464,-8-34 0,0-1 0,3 36-235,2-3 0,-2-5 0,2 1 0,-4-9 1,0-9-1,0-8-187,3-8-328,-5-15 0,4-4 0,-3-12 0,-3-6 0,4-3 0,-4-4 0,-1-4 0,0-6-314,0-5 0,0-5-877,0-6 0,0 2 910,0 2 1,0 4 0,0 6 0,0 4 0,2 4 0,2 4 354,4 4 1,4 3 388,1 6 1,6 2-345,2 2 1,-1-2-1,2 3 1,2 0 0,3-1-1,3-3-153,-1-4 1,3-4-1,-2-7 1,-2-3-319,0-5 0,-3-1 0,0 0 1,-4 3-585,-3 2 0,-4 0 469,-1 5 219,0 1 0,0 4 622,0 4-298,-6 8 1,-3-1 68,-8 6 0,1-2 0,-6 3 0,1-1 1,-1-1-1,0 2 705,-1 3 1,3-3-537,-1 7 0,5-2-124,-2-2 1,4 4-1,1 0 1,0-1 0,0 0-88,0 1 0,1-3 49,4 3-107,2-8 0,6-3 0,0-6 0,0-2 0,-2-3 0,-1-7 86,-1-4 0,-2-1-142,1 4 1,3 0-13,-7 0 1,4 1 0,-2-1 0,1 1-365,3 4 159,-4 2 146,6 0 1,-10 5-1,6-5 1,-1 0-1,-1-2-168,-1-4 0,4 2 215,-5-3 1,2 3 69,-2-7 0,-1 4 0,4 3 0,0 1 0,1-1 300,2-1 1,1 4-1,2 2 309,0 4 1,-4 2-275,-1 4 1,-1-2-306,2 5 0,2 1 0,-2 4-65,2 0 0,2-6 0,0-3 0,-4-3-311,-1-1 1,1-1-1,4-2 1,-2-3-502,-2-1 1,-3 3 320,-6-5 458,6 1 1,-4-5 0,6 0 0,-3 0 0,0 2 322,0 2 1,-2-3-63,6 4 1,-5 1-19,5-2 1,-5 6-23,5-1 1,-2 1-1,3 0 1,-2-1 0,1 0-1,0-1 275,-1 1 1,1-5-464,4 5 0,-2-6 0,-2 1 0,2-2 0,-2-2 0,2 0 0,2 0-177,0 0 0,0 2 92,0 2-6,0-2 1,0 9 0,0-2 0,0 3-270,0 1 1,-5 0-49,1 0 218,-6 0 0,4 0-119,-3 0 406,-2 0 80,3 0 0,-5 5 0,0 4 0,0 2 311,0 2 1,5 0-350,-1 0 0,4-4-28,-3-1 0,5-5 0,-2 2 0,4-4 1,1-2-112,0-4 0,0-6 0,0-6 0,-1 1 0,1 1 0,0 1 0,0-3 0,-1 3 0,-4-4 0,4 5 0,-5 3 0,1 3 0,1 0 0,1 1 0,2 1 0,0 0 0,1 7 0,0 2 0,0-1 0,0 5 0,1 4 0,2 2 0,3 6 0,1 5 0,-3-2 0,5 7 0,-5-2 0,4 3 0,-3 2 0,3 5 0,1 1 0,-1 0 0,-1-2 0,-1-3 0,-1-1 0,0-2 0,-8-6 0,3 1 0,-9-6 0,0-7 0,-4-1 0,-4-4 0,-5-3 0,-2-4 0,-2-1 0,0 0 0,0 0 0,0 0 0,0 0 0,6-6 0,3-2 0,2-4 0,2-2 0,2-3 0,2-5 0,3-4 0,6-4 0,0-3 0,0-6 0,4-4 0,0-1 0,-1-3 0,-1-5 0,-2-1 0,-2 3 0,-2 5 0,-5 7 0,-3 3 0,-1 7 0,-1 6 0,-3 9 0,-5 7 0,-2 6 0,-1 6 0,3 6 0,4 5 0,0 3 0,1 3 0,1 0 0,3 0 0,3-2 0,4 1 0,3-2 0,6-3 0,3-3 0,4-1 0,2-1 0,6-4 0,3-3 0,5-7 0,2-6 0,2-10 0,0-6 0,0-6 0,2-5 0,1-2 0,1-13 0,-21 23 0,0 1 0</inkml:trace>
  <inkml:trace contextRef="#ctx0" brushRef="#br0" timeOffset="5">11229 13616 9960,'-13'5'0,"1"0"3386,4 3-1926,2-6-923,6 4 1,1-6-81,4 0 1,2 0-159,6 0 1,-5 0-1,1 0 368,1 0-336,-4 0-40,5 0 0,-8 0 3,6 0 0,-5 2 12,5 2 11,-7-3 0,6 5 137,-4-6 1,-1 0 124,5 0-344,-5 6 0,4-5 108,-2 4-229,-4-4-66,11-1 0,-9 0 57,5 0 1,-4 0-1,4 1 11,-3 4 1,1-4-191,-2 3 138,4-2 1,0-2-48,1 0 0,-5 0 0,5 0 31,1 0-7,1 0 6,2 0 1,0 0 0,0 0 0,-2 1 131,-2 4 1,2-4-1,-2 3 45,3-2 0,0-2 0,1 0 27,0 0 0,0 4-142,0 0 1,0 1-60,0-5 1,0 0 0,0 0 0,0 0 0,-1 0 0,1 1 177,0 3 1,0-2-150,0 2 0,4-2-12,1-2 1,0 4-1,-2 0 1,1 1-1,0-1 1,1 0 65,-1-1 1,1-2 0,-2-1 0,1 0 4,-1 0 0,3 0-42,-2 0 1,0 0-70,-4 0 0,0 0 0,0 0 0,0 0 0,0 0 1,0 0-28,0 0 0,1 0 0,3 0 0,-3 0 0,4 0 0,0 0 0,1 0 0,0 0 0,1 2 0,-2 1 0,1 1 0,2 0 0,-2-4 0,1 0 0,3 0 0,-4 0 0,-2 0 0,2 0 0,-2 0 0,4 0 0,-2-1 0,0-2 0,-1-1 0,-2-1 0,-2 0 0,4 3 0,-1-2 0,0-2 0,-4 2 0,0 0 0,0 4 0,0 0 0,0 0 0,-1 0 0,1 0 0,2 0 0,0 0 0,3 0 0,-3 0 0,4 0 0,-2 0 0,5 0 0,-5 0 0,5-2 0,-4-1 0,2-1 0,2 0 0,-1-1 0,1 1 0,-5-2 0,5 2 0,-7 1 0,3-5 0,0 5 0,-1-2 0,-1 3 0,-2-1 0,-1-2 0,0 3 0,4 0 0,1 2 0,-3 0 0,0 0 0,2 0 0,0 0 0,6 0 0,-1 0 0,2 0 0,0 0 0,-1 0 0,-1 0 0,1 0 0,1 0 0,2 0 0,0 0 0,-5 0 0,1 0 0,-5-4 0,3-2 0,-1 0 0,-3 1 0,-2 0 0,-1 0 0,0 2 0,0-5 0,0 3 0,-1 2 0,-3-3 0,0 2 0,1 1 0,1-3 0,2 2 0,-4 0 0,-1 4 0,-5-2 0,1-2 0,-2-3 0,-2-6-1873,0 0 1,0 0-1353,0 0 0,0 5 3225,0-1 0,0-5 0,0-7 0</inkml:trace>
  <inkml:trace contextRef="#ctx0" brushRef="#br0" timeOffset="6">27426 10248 7823,'-8'-41'929,"-1"0"0,0 2 1,1 1-1,-6-27 1,4 23-1,5 27 1,4 20 6218,1 14-6919,0 11 0,6 10 0,2 13 0,4 12 1,-6-27-1,1 1 0,-2 5 0,1 0 1,-1 3-1,0 0 0,-1 3 0,1 1 1,-1 1-1,0 1-161,0-1 0,-1 2 1,3 1-1,-2 0-379,-1-5 0,-1-1 1,1-3-1,-1 0 0,0-2 1,1-1-1,1-3 0,0-1 1,8 27-1,2-11 311,3-11 0,3-15 0,6-5 0</inkml:trace>
  <inkml:trace contextRef="#ctx0" brushRef="#br0" timeOffset="7">27994 10648 7844,'-14'7'1457,"-2"-1"0,-1 1 565,1 6 0,8 7 0,3 10 0,4 6-731,1 5 1,7-6-1,6-1 1,7-5-616,4-3 0,8-8-654,2-5 0,8-5-153,1-8 1,4-12 0,-2-7 0,-1-9 0,-1-11 0,-6-8 464,-5-8 0,-11 1 401,-3-7 0,-10 6-418,-3-6 1,-13 11 0,-9 0-1,-11 4 1,-10 6 0,-6 4-318,-8 6 0,5 10 0,-5 7 0,11 6-643,2 7 1,2 8-1,8 8 1,6 11-1,9 8 1,8 6 642,4 4 0,14 2 0,2 5 0</inkml:trace>
  <inkml:trace contextRef="#ctx0" brushRef="#br0" timeOffset="8">28807 10312 7832,'-13'-28'3276,"1"0"1,0 5 0,5 3-820,7 5 1,7 5-1,10 1 1,5-1-1279,2-2-1179,2 5 0,-2 2 0,-2 6 0,-5 5 0,-3 7 0,-2 8 0,-4 9 0,-3 9 0,-15 5 0,-7 8 0,-6 0 0,-3-1 0,1-1 0,4-2 0,1 1 0,3-6 0,8 0 0,0-6 0,8-4 0,8-6 0,12-5 0,14-4 0,10-6 0,8-8 0,7-4-337,2-4 0,5-3 1,3-6-1,-31 6 1,-1 1-1,2-1 1,0 1-1,1-1 1,0-1 336,0 0 0,-1-1 0,-1 0 0,-2-2 0,0-2 0,0 0 0</inkml:trace>
  <inkml:trace contextRef="#ctx0" brushRef="#br0" timeOffset="9">30008 10467 7784,'-26'-6'1049,"1"5"0,2-3 2227,2 2 1,7 8 0,1 3 113,7 2 1,7-2-5498,8-1 1,1-3 1136,12 3 0,-1-1 0,6 2 970,3-5 0,3 3 0,6 1 0</inkml:trace>
  <inkml:trace contextRef="#ctx0" brushRef="#br0" timeOffset="10">30743 10209 7862,'-17'-4'2486,"0"2"0,0 9 6655,-2 14-8665,5 9 0,-6 13 0,5 1 1,2 2-1,6 1 0,4-1 1,3-3-907,0-3 1,6 2-2800,3-3 1,4-3 3228,4-11 0,3-5 0,6-1 0</inkml:trace>
  <inkml:trace contextRef="#ctx0" brushRef="#br0" timeOffset="11">31195 10183 17712,'-13'19'0,"0"2"0,0 5 0,2 4 0,2 5 0,5 2 0,2 2 0,4-1 0,4 0 0,7-4 0,7-4 0,5-4 0,4-4 0,3-7 3564,1-5 1,-3-4-3450,4-6 1,-5-7-1,2-6 1,-2-7-1,-2-6 1,-4-4 479,-3-4 0,-2-9 0,-7-3 0,-2-2-217,-5 1 1,-4 7-379,-4 1 0,-5 2-624,-8 7 0,-3 7 0,-6 10 0,0 7 0,0 5 0,2 2-6519,2 4 7143,4 7 0,-1 14 0,-1 7 0</inkml:trace>
  <inkml:trace contextRef="#ctx0" brushRef="#br0" timeOffset="12">31698 10248 7815,'19'-6'1730,"-5"5"0,5-4 1,-2 5-154,0 5 0,1-3 0,-4 6 0,3-1-267,5 0 0,2-4-973,2 1 0,1-2-295,3-2 0,0 0 1,6-2-1,1-4 0,-2-6 1,-2-9 231,-4-3 0,-4-8-11,-3-2 0,-5 1 142,-8-1 1,-9 4 0,-10-5 0,-8 1 0,-7 2 0,-7 6 609,-1 8 1,-4 9-882,2 5 1,2 5-481,-1 8 0,5 7 0,-1 14 0,3 4 0,1 5 0,2 4-1958,2 4 0,4 3-1398,5 2 3420,6 0 1,-5 5-1,5 2 1</inkml:trace>
  <inkml:trace contextRef="#ctx0" brushRef="#br0" timeOffset="13">27672 11771 7833,'-38'-29'2170,"14"5"0,25 11 0,34 13 1,36 10-1188,-23-5 0,3 0 0,17-1 0,3-2 0,-16-3 0,2-2 0,2-1 0,11 0 0,3-2 0,2-1-725,-11 1 1,1-1-1,1-1 1,2 1-1,-11 0 1,1 0-1,1-1 1,1 1 0,0 0-409,3-1 1,1 0 0,1 0 0,0 1 0,0-1 0,0 0 0,0 1 0,0-1 0,0 1 0,-1 0 0,-1 0 0,0 0 0,-1 0 0,1 0 0,-1 0 0,-1 1 0,1 0 0,-1 0 0,0 0 0,-1 0 0,0 1 0,-1-1 0,0 1 0,-1 0 0,0 0 0,12 0 0,-1 0-1,0 0 1,-1 0 149,-3 2 0,-1-1 0,0 1 0,-1 0 0,-4 0 0,0 0 0,-2 0 0,-1 1 0,13 0 0,-2 1 0,-1 0 0,-4-1 0,-1 0 0,-1 1-651,-3 1 0,-1 0 0,-2 0 0,15 0 0,-4 0 0,-11 1 0,-2 0 1,-7 0-1,-3 2 0,24 7 0,-23 6-6962,-21 5 7613,-19-2 0,-10 5 0,-6-4 0</inkml:trace>
  <inkml:trace contextRef="#ctx0" brushRef="#br0" timeOffset="14">30382 12003 7740,'-6'13'3276,"5"3"1,-4 7 0,4 11-993,1 11 0,-1 10 1,-2 7-1,-3 4-732,-1 3-1878,4 0 1,-7-15 0,6-5 0,1-7 0,1-9 0,2-5 325,0-2 0,12-6 0,2-1 0</inkml:trace>
  <inkml:trace contextRef="#ctx0" brushRef="#br0" timeOffset="15">30885 12403 7735,'-5'-7'2057,"3"3"1,-2 8 391,2 5 1,4 2 0,4 2 0,6 0-1899,9 0 1,7-6 0,5-3 0,3-2-1930,4-2 0,2-6 305,-4-3 1,0-9 1033,-4-8 0,-4-1 0,-10-9 1,-7-3-1,-8-4 0,-10-1 899,-8-1 1,-7-1-1,-10 9 1,-6 8 1811,-5 9 0,-5 13-2606,-6 7 1,3 7-780,6 10 1,6 5 0,14 8 0,6 3 0,8 1 0,8-1-3271,5-1 1,18-3 3982,17-8 0,11-2 0,14-6 0</inkml:trace>
  <inkml:trace contextRef="#ctx0" brushRef="#br0" timeOffset="16">31427 12300 7735,'13'0'3260,"0"0"-1149,0 0 0,0 6 0,0 1 1,0 1-138,0 1 0,4 0-1457,0 4 0,6-2-435,-1-2 0,2-4 0,2-5 1,-2 0-1,-1-1 0,-1-3-377,1-5 0,-5-10 1047,-1-6 0,-7-3-279,-1-6 1,-8-2 0,-1-4-1,-7 0 1,-6 4 0,-4 4-474,-4 8 0,-4 4 0,-1 8 0,1 4 0,-1 3 0,1 5 0,4 5 0,-2 3-1630,6 10 1,4-3-1,6 5 1630,1-1 0,7 4 0,7-3 0</inkml:trace>
  <inkml:trace contextRef="#ctx0" brushRef="#br0" timeOffset="17">11564 14972 8051,'-8'0'2793,"2"0"1,6 0-1,10 0-1541,9 0 1,18 0 0,12 0-1,12 0-1003,11 0 0,-32-1 0,0 0 1,5 0-1,1-1 0,5 0 1,1-1-1,3 0 0,2 0 0,0-1 1,0 1-10,0-1 0,-2 0 1,-1 3-1,-2 0 0,-2-2 1,-1 1-1,0 1 1,0 1-122,-3 0 1,0 0 0,-2 0-1,-1 1 1,0 1 0,-1-1-1,-3 1 1,-1 0 193,32 1 1,-9 0-83,-5 1 1,-2-2-192,2 2 1,-1-2 0,2-2 0,-5 0 0,-11 0 0,-9 0-19,-9 0 1,-5 0-1,-5 0-22,0 0 0,-6 0 0,-1 0 0,-7 0 0,-4 0 0,-5 0 0,-6 0 0,-5 0 0,-9-5 0,-7 1 0,-9 1 0,-10 2 0,20-1 0,-1-1 0,-3 1 0,-1 0 0,-1 1 0,0-1 0,-1 1 0,0 1 0,-1 0 0,0 0 0,-4 0 0,-1 0 0,-3 0 0,-1 1 0,-3 1 0,0-1 0,0 1 0,-1 0 0,-1 1 0,1-1 0,0 0 0,-1 0 0,0 0 0,-1 0 0,0 0 0,2-1 0,1 0 0,1 0 0,6-1 0,1 0 0,5 0 0,1 1 0,4 0 0,1 1 0,-31 4 0,5 1 0,7 1 0,10 1 0,10-2 0,11 0 0,14-1 0,14 0 0,16-3 0,14-2 0,15-1 0,15 0 0,-25 0 0,2 0 0,3 0 0,1 0 0,4 0 0,2 0 0,2 0 0,0 0 0,5 0 0,0 0 0,1 0 0,0 0 0,1 0 0,0 0 0,-4 0 0,0 0 0,6 0 0,0 0 0,-1 0 0,0 0 0,1 0 0,0 0 0,-4 0 0,-1 0 0,-4 0 0,-2-1 0,-5-1 0,-1-1 0,-3-1 0,-1-2 0,31-8 0,-5-3 0,-8 1 0,-8 2 0,-9 1 0,-5 0 0,-7 0 0,-10 2 0,-14 2 0,-15 5 0,-13 2 0,-13 4 0,-11 2 0,-12 6 0,-11 4 0,32-5 0,-1 1 0,-3 0 0,0 0 0,0 1 0,-2 1 0,-1 0 0,-1-1 0,-3 1 0,0-1 0,-2-1 0,0 0 0,0 0 0,-1-1 0,-1-2 0,0 0 0,-1-1 0,0-2 0,0-1 0,-1-2 0,3 0 0,1 0 0,2-2 0,2-1-859,4-2 0,1-1 0,4-1 0,2-2-5849,-20-18 6708,17 6 0,12-4 0,14 2 0,3-2 0</inkml:trace>
  <inkml:trace contextRef="#ctx0" brushRef="#br0" timeOffset="18">12726 15268 12380,'0'13'1280,"0"0"1,0 2-1,0 2 1,0 6 0,1 7-1,4 9 1,3 8 6046,4 7-7327,1 5 0,1 11 0,-6-33 0,0 1 0,0 1 0,1 1 0,0 1 0,-1 0 0,0-1 0,0 0 0,-1-1 0,0-1 0,-1-1 0,0-1 0,-1 2 0,0 0 0,1-1 0,1 0 0,0 31 0,-1-2 0,-2-7 0,0-6 0,-1-5 0,-2-2 0,-1-12 0,0 0 0,0-6-3770,0-7 1999,0-2 1,0-14-1566,0-5 1,-4-14 3335,0-16 0,-6-20 0,3-16 0</inkml:trace>
  <inkml:trace contextRef="#ctx0" brushRef="#br0" timeOffset="19">12739 15139 8107,'-46'-13'1388,"3"2"0,8 2 0,5 8 390,3 8 0,3 17 0,1 17 0,3 3-204,1 5 1,-4 5-974,2 2 1,-4 3 56,-1-7 0,6-6 0,4-16 57,6-9-618,5-11 0,16-17 0,6-16 1,8-13-1,3-10 386,3-4 0,0 0-351,-1 3 1,-3 2-1,5 8 1,0 3-1,1 5 1,1 6-133,0 6 0,-3 8 0,3 5 0,0 15 0,5 11 0,-2 8 0,-2 10 0,-5 2 0,-3 1 0,-1-2-1349,0-1 1,-5-5-1198,1-1 1,-5-5 381,4 1 2164,-5-3 0,9-1 0,-5 0 0</inkml:trace>
  <inkml:trace contextRef="#ctx0" brushRef="#br0" timeOffset="20">13655 16495 27641,'-31'8'0,"-4"2"0,-2 6 0,-3 10 0,-3 12 0,-6 13 0,22-22 0,1 0 0,-2 3 0,1 0 0,2-1 0,0 1 0,3-2 0,1 0 0,-15 24 0,9-5 0,8-7 0,11-8 0,6-8 0,7-7 0,5-5 0,7 0 0,7 2 0,8 0 0,4-3 0,5-5 0,2 0 0,2-1 0,-4 1 0,-2 1 0,-6-1 0,-6 3 0,-7 0 0,-4 2 0,-6 0 0,-3 1 0,-4 3 0,-3 5 0,-6 4 0,-5 4 0,-6 3 0,-3 0 0,-2-3-3435,2-3 2381,-4-7 1,8-3 0,-4-8 1053,1-5 0,2-14 0,4-4 0</inkml:trace>
  <inkml:trace contextRef="#ctx0" brushRef="#br0" timeOffset="21">13771 15978 8151,'-13'0'2440,"0"2"1,2 3-1,2 8-754,5 7 0,4 19 0,4 16 0,0-20 1,1 3-662,1 5 1,-1 1 0,2 5-1,-1 0-859,1-2 1,-1 0-1,1 1 1,1 0-167,0 0 0,1-1 0,-2-6 0,0 0 0,2-1 0,-1-1 0,8 30 0,0-11 0,3-5-1708,1-5 0,1-10 874,5-7 1,-5-10-778,1-4 0,-2-8 0,3-5 1611,-2-2 0,1-20 0,4-3 0</inkml:trace>
  <inkml:trace contextRef="#ctx0" brushRef="#br0" timeOffset="22">14210 16778 8085,'0'19'0,"0"3"1051,0 8 0,0 0 237,0 9 1,1-4 0,4 8 0,3-2 0,5-4-1,5-4-75,3-7 1,3-8-1,2-9 1,0-5-756,0-2 1,0-14-241,-1-5 1,-4-7-86,-4-7 0,-4-2 0,-5-7 0,-3-1 0,-5-2 0,-5 1-229,-3 2 1,-10 6 136,-3-1 0,-3 8-318,-2 1 0,0 6 1,0 9-1,0 2 1,2 5-1,4 5-1012,7 8 0,1 6-3712,8 16 5001,6 2 0,11 5 0,7 1 0</inkml:trace>
  <inkml:trace contextRef="#ctx0" brushRef="#br0" timeOffset="23">14842 16649 7994,'-5'13'815,"-2"0"0,-1 2 1642,4 2 1,6 14-1,6 14 1,9 6 1375,6 5 0,5 0-3082,2-4 1,3-1-744,5 1 0,-2-6 0,-4-6 0,-6-7 0,-3-8 0,-5-5-8,-5-5-275,0-6 1,-13-3-3,0-6 0,-11-2 0,-11-2 0,-4-6 0,-4-6 0,-4-7-563,-4-5 1,0-11 441,-1-9 0,6-6 506,3-2 1,8-6-1,7 4 1,4-1-1,7 3 1,6 4 849,6 5 0,8 10 1,14 12-1,5 10-857,2 4 0,2 10-101,-1 1 0,0 6 0,-4 7 0,-4 5 0,-7 5 0,-4 6 0,-5 4 0,-7 1 0,-4 1 0,-4 1 0,-4 7 0,-2-5-931,-6 1 1,0-2 0,2-7 0,1-1-1,3-3 1,2-6 930,7-7 0,4-6 0,6-7 0</inkml:trace>
  <inkml:trace contextRef="#ctx0" brushRef="#br0" timeOffset="24">15514 16636 8859,'5'-20'1947,"-2"2"900,6 5-1097,-6 0 0,4 6 1,-4 1 335,1 0 0,0-1 0,-4-6-1304,0 0 1,-5 0-420,-4 1 0,-2 0-160,-2 3 0,0-1 0,0 6 0,-2 1 0,0 2 0,-3 4-203,3 5 0,2 2 0,4 12 0,-1 1 0,6 7 0,1-3 0,9 3 0,7-3 0,7-1 0,6-1 0,4-4 0,7-6-324,6-7 0,10-5-4374,-1 1 1,8-11 4400,0-10 1,3-9 0,-31 7 0,1-1 0</inkml:trace>
  <inkml:trace contextRef="#ctx0" brushRef="#br0" timeOffset="25">17088 16223 7990,'-4'-20'4398,"0"3"0,-1 11-3213,5 11 0,0 3 0,2 14 0,1 1 1256,1 1-2207,6 2 1,-7-4-1,5-2 1,2-2-1,2-2 1,1-2-1,0-2 27,0-4 0,0-2 0,-1-6 0,1-1 87,0-4 1,-1-9-103,-4-12 0,2-5-167,-5-8 0,-1 0 0,-5-1 0,-5-1 0,-6-2 0,-5 1-651,-3 2 0,-6 5 348,-4 1 0,0 7-604,4 1 0,0 7 0,2 11 0,3 3 0,5 5 0,4 5-4063,4 3 0,5 9 4891,-2 5 0,16-3 0,3-1 0</inkml:trace>
  <inkml:trace contextRef="#ctx0" brushRef="#br0" timeOffset="26">17463 15475 7990,'-21'-19'1404,"-2"9"0,6-1 0,1 5 1053,2 7 1,1 12-1,2 13 1,1 10-475,1 10 0,6 8-647,-1 15 1,13 3-1337,-4-33 0,2-1 0,4-1 0,1 0 0,0-2 0,1 0 0,17 29 0,1-9 0,1-11-1537,-3-8 0,-2-6-962,-1-8 1,0-9 1388,-1-9 0,-5-3 0,-4-2 0,-6-5 0,-5-5-2019,-4-5 0,-11-6 2061,-3 5 0,-7-6 1363,3 2 0,-2 2 1,5 1-1,-1 0 1,4 1-1,0 1 1801,-1 2 0,5 5-1238,3 1-127,2-1 1,8-4 0,4 2 0,6 1 0,7 3 0,7 1-1712,8 3 980,7 2 0,12-5 0,2-1 0</inkml:trace>
  <inkml:trace contextRef="#ctx0" brushRef="#br0" timeOffset="27">16959 17746 9228,'-39'21'1317,"-5"3"0,-3-3 0,-4 5-406,0 4 0,-9 2 0,-1 2 0,5-4 1,6-2-1,9-4 832,5-2 1,6 2 0,8-3-1,5 4-981,3 1 1,6 1 0,4 3 0,3 4-763,1 4 0,5-1 0,6-3 0,3-5 0,3-6 0,6-6 0,-1-8 0,2-9 0,2-9 0,5-14 0,4-10 0,3-11 0,4-15 0,-20 25 0,-1-1 0,0-3 0,0-1 0,-2-3 0,0-1 0,0 2 0,-2-1 0,-1 1 0,0-1 0,-2 0 0,-1 1 0,-3 0 0,-1 0 0,-3 0 0,-1-1 0,-2-1 0,-2 0 0,-1-1 0,-1 0 0,-2 1 0,-1 2 0,-3 2 0,-1 2 0,-10-26 0,-4 17 0,2 17 0,3 16 0,3 12 0,1 12 0,1 12 0,4 11 0,2 9 0,2 9 0,-1 8 0,4 6 0,2 3 0,5-1 0,1-1 0,3-1 0,3-2 0,4-5 0,5-4 0,2-5 0,2-3 0,0-5 0,0-8 0,-2-8 0,-1-9-1980,-1-7 0,-7-4 0,3-6 1,-4-1 1639,-1-4 0,0-2 587,0-6 0,-1-5-200,1-4 0,0-4 0,0-5 0,0-8 1,0-5-1,0-4 246,0 1 0,-5 5 0,0 1 0,-3 5 414,-2 6 1,-3 8 71,-4 5 0,1 10-677,-6 7 0,1 8 0,-5 14 0,0 9 0,2 10 0,1 6 0,2 2 1,3-1-1,2-2 0,1-1 0,2-5 0,2-4 0,2-7 0,6-8 1,6-8-1,5-9 0,5-9 0,3-13 0,2-13 0,2-12 0,3-9 1,0-1-1,-1 1 0,-7 7 0,-5 6 0,-6 9 0,-2 7 0,-2 7 1,-2 9-1,-1 10 0,-3 8 0,0 5 0,-1 1 0,0 2 0,-3-1 1,0 2-103,1 1 0,-3-6 0,4 3 0,-4-8 0,1-3 0,2-2 0,-1-12 0,5-10 0,-3-7 0,3-6 0,-3-3 0,2-5 0,0 4 0,-1 4 0,1 4 0,0 4 0,-3 5 0,5 9 0,1 3 0,0 11 0,0 6 0,-1 5 0,1 3 0,1-3 0,2 5 0,0-7 0,0 3 0,0-10 0,1-4 0,2-2 0,1-4 0,-1-2 0,2-9 0,1-8 0,1-4 0,3 0 0,2-6 0,0 1 0,1 0 0,0 4 0,-5 6 0,1 3 0,1 3 0,0 1 0,-2 1 0,-3 4 0,-4-4 0,-1 4 0,0-4 0,-5 4 0,1-1 0,-6 0 0,1-3 0,-1 3 0,0 0 0,0 1 0,-5 1 0,1 1 0,-6 9 0,1 5 0,2 4 0,4 14 0,0-3 0,0 7 0,0-3 0,0-3 0,0-1 0,1-3 0,3-1 0,5-3 0,-2-3 0,2-5 0,2-5 0,5-6 0,-2-10 0,4-8 0,-4-5 0,-1-4 0,0 1 0,0-4 0,0 2 0,-1 2 0,-4 7 0,-3 5 0,1 3 0,1 7 0,6 2 0,0 4 0,0 2 0,-2 4 0,-1 2 0,-1 0 0,1 0 0,6-4 0,1 1 0,-1-1 0,0-3 0,-1-3 0,3-2 0,-3-2 0,4-6 0,-2-5 0,0 3 0,2 0 0,-5 2 0,4 2 0,-5 1 0,-5 1 0,4 6 0,-4-1 0,4 3 0,1 1 0,-5 0 0,1 0 0,1 0 0,-3 0 0,2 0 0,1 0 0,1 0 0,3-8 0,4-4 0,-3-7 0,7-7 0,-2 0 0,3 0 0,-1 1 0,-1 0 0,-1 2 0,-3 2 0,-2 5 0,-2 0 0,-1 6 0,-4 5 0,-3 5 0,-5 1 0,-1 5 0,-3 5 0,-4 5 0,1 0 0,-3 2 0,5 1 0,-1 0 0,0-1 0,2 5 0,4-1 0,0 1 0,0-2 0,5 2 0,4-6 0,4-1 0,4-7 0,-1 1 0,4-6 0,0-2 0,0-7 0,2-8 0,-2-7 0,3-10 0,-6-6 0,-1-5 0,-2-7 0,-5-2 0,-1-1 0,-5-10 0,1 1 0,-4-7 0,-4 4 0,-4-5 0,-4 2 0,-1 7-391,0 12 0,0 10 586,0 15 1,6 11-1,3 12 1,3 12-196,1 12 0,0 8 0,1 10 0,3 4 0,5 3 0,2-3 0,2 1 0,2-1-467,2-1 1,-3-2-1,3-5 1,-1-3-1678,1-6 1,-1-3 0,4-14 2143,-1-6 0,4-9 0,-3-6 0</inkml:trace>
  <inkml:trace contextRef="#ctx0" brushRef="#br0" timeOffset="28">10261 17333 8012,'-25'-25'1465,"10"2"1,-7 5 0,8 13 0,5 13-1,6 18 1574,6 14 1,6 10-2587,8 6 1,-3-1 0,3 4 0,-1-2-1,0-4 1,1-4 0,-1-8 0,-2-3-714,-1-4-766,-6-17 0,1 5 0,-6-19 0,3-8 0,-2-10-6675,-2-14 7701,-1-13 0,-6-15 0,-1-9 0</inkml:trace>
  <inkml:trace contextRef="#ctx0" brushRef="#br0" timeOffset="29">10338 17088 12556,'0'19'0,"2"4"0,2 5 0,6 11 0,6 10 0,7 11 0,5 5 0,7-1 0,1-5 0,-1-7 0,-2-11 0,-1-11 0,-5-11 0,-4-9 0,-6-6 0,-4-5 0,-4-6 0,-6-6 0,-6-3 0,-6-4 0,-2-3 0,-2-4 0,1-2 0,2-2 0,2-2 0,-2-2 0,0 2 1136,1 2 1,2 1-457,3 4 1,2 1 0,-2 2-1,2 3 585,2 2 0,6 6-510,3 8 1,7 8-300,1 5 1,1 2 0,-2 4-1,1 0 1,-1 3 0,-2-1-213,-1 1 0,0-5 0,0 2 0,0-5-536,0 0 0,-4-4 47,-1-2 0,-3 2-596,3-2 0,-5-1 0,1-8 0,-2-5-1040,-2-5 0,0-1 991,0-6 1,-2 1 580,-2-5 0,3 0 1,-5-1-1,2-2 1,-2-1-1,0 1 110,0 2 1,2 7-1,4 3 945,0 3 0,0 8 1,1 6-1,5 10 634,7 10 1,1 7 0,7 13 0,-1 2-266,0 1 1,0 6-1,3-3 1,-2 0-665,2-3 1,-3-5-1,0-3 1,-1-8-199,-3-8 1,-2-4-1,-1-10 1,0-2-324,0-2 1,-5-11-1,1-6 1,1-5-581,2-7 0,-4-7 0,-1-3 1,0-3-360,1-1 0,-4 0 0,3 1 0,0-2-2374,0 1 0,-2 2 3383,3 1 0,7 1 0,5-1 0</inkml:trace>
  <inkml:trace contextRef="#ctx0" brushRef="#br0" timeOffset="30">11358 17062 8254,'0'13'0,"0"0"0,1-1 0,3-4 0,4-2 0,5-6 0</inkml:trace>
  <inkml:trace contextRef="#ctx0" brushRef="#br0" timeOffset="31">11629 17191 8054,'-20'0'502,"1"0"0,12-5 1,1-2-1</inkml:trace>
  <inkml:trace contextRef="#ctx0" brushRef="#br0" timeOffset="32">11951 16288 8035,'-15'-26'1415,"2"5"0,8 11 0,13 23 0,15 25 0,12 24-734,-12-26 0,0 1 0,5 3 0,0 0 0,3 2 1,0 1-1,2 3 0,0 0-607,1 2 1,1 0 0,-3-2 0,-1 1-440,-2 1 0,-2-1 1,-5-6-1,-3-1 0,-2-2 1,-2-1-1,5 30 0,-13-8 1,-10-4-901,-10-4 1,-7 2 0,-10 0 0,-6-2 278,-5-10 0,-7-2 986,-8-9 0,22-14 0,-2-2 0,-3-1 0,-1 0 0</inkml:trace>
  <inkml:trace contextRef="#ctx0" brushRef="#br0" timeOffset="33">10015 16727 8340,'-44'11'637,"0"-1"0,2 2 0,2 2 0,4 3 0,3 5 2380,4 4 0,5 7-2821,5 13 0,6 5 1,2 8-1,4 4 1,4-13-1,3 1 0,0 2 1,0 1-1,2 0 1,0 1-1,1 1 0,2 1 1,0-1-1,1-1 1,1 0-1,2-1 0,0-3 1,0-1-1,3-1 898,5 20 0,4-4-1482,2-8 1,5-4-1,5-8 1,5-4-1,5-5 1,3-3-1,5-2 1,3-2-1,4-1 1,1-3 387,2 0 0,0-2 0,3-1 0,0 0 0,-2-3 0,-1 1 0</inkml:trace>
  <inkml:trace contextRef="#ctx0" brushRef="#br0" timeOffset="34">16198 11138 7835,'-38'10'1182,"0"0"1,-25 9 0,20 1 0,18 6 0,18 8 0,13 5 0,12 0 378,10-6 0,16-6-1291,12-5 1,13-4 0,-32-11-1,2-2 1,2-1 0,1 0-1,3-1 1,0-1 0,6-2-1,0-2 1,5-1 0,1-2-1,5-4 1,1-1 1042,3-3 1,0-1 0,-1 0 0,1-1-1366,1-2 0,-1 0 1,-4 3-1,-1 0 1,-2 1-1,-1 0 1,-3 3-1,0 2 1,-1 0-1,-1 1 1,1 1-1,-1 1 52,-2 0 0,-1 1 0,0 1 0,-2 1 0,-6 0 0,-1-1 0,0 1 0,-2-1 0,0 0 0,-2 0 0,1-1 0,-1 1 0,33-4 0,-2 2-1428,-4-3 0,-11 0 0,-7 0 0,-11 2 1,-12 2-1151,-9 0 1,-11-2-1,-16-1 2578,-6-2 0,-7 5 0,1-1 0</inkml:trace>
  <inkml:trace contextRef="#ctx0" brushRef="#br0" timeOffset="35">16869 11138 7824,'-69'-21'3177,"2"-6"1,5-6-2375,9 1 0,8 11 0,12 6 0,6 7 0,4 2 0,0 3 307,-1 2 1,-6 2 0,-2 3 0,-2 6-981,-6 6 1,-6 4 0,-10 6 0,-3 1-1,0 2 1,3 1 0,3 0 0,3 0 0,3 2-1,7 1 1,7 3 0,8 1 0,7 2-1,5 1 1,4 1 0,5 2 0,5 0 0,8 0-1,7 2 1,7-1 0,7 1 0,8-4-1,10-2 1,8-4 0,8-7 0,-29-16 0,0-1-1,2-2 1,0-1 0,34 7 0,-2-4-1,-6-2 1,-5-6 0,-7-6 0,-2-6 0,-2-2-1,1-2 1,-3-2 0,-2 0 0,-1-4-9962,1-1 9385,-3 4 0,5-2 0,-7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496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17501 4956 7894,'-20'0'2724,"2"0"-2344,5 0 1,4 6 0,2 4 0,1 4 0,3 3-1,2-1 961,1-1 0,0-3-795,0 1 1,0 0-1,1-1 1,2-2-1,3-3 1,1-1 772,3-3 0,-3-8-1036,2-3 1,-5-5 0,3-4 0,0-5-1,-1-2 1,1-2 169,1 0 1,-6-1-1,4-2 1,-2-2-1,1-2 0,-1-2-136,-4-4 0,4-4-164,1 0 1,-1-1-1,-4 2 1,0-1-1,0 2 1,0 1 394,0 1 0,0-1-500,0-3 1,0 4-49,0 0 0,0 1 0,0 5 0,0-3 0,0 0 0,0-1 0,0 1 0,-1 4 0,-2-1 0,-2 2 0,2 2 0,-2 2 0,0 1 0,-3 1 0,4 4 0,-7-3 0,3 4 0,-4-2 0,0 2 0,-1 0 0,0 0 0,-5 3 0,1-5 0,-4 2 0,4-2 0,-5-2 0,3 3 0,-1-4 0,-3-1 0,0 2-27,2 2 1,-3-2 0,2 4 0,-2-1 52,-2-1 0,0 6 0,0-1 1,2 3-27,2 1 0,-2 0 0,2 0 0,-1 4 0,2 1 0,-2 1 0,3-3 0,-2 1 0,-2 0 0,0 1 0,-5-1 0,3 5 0,-5-3 0,1-1 0,-1 1 0,-3 3 0,4-5 0,-2 7 0,2-3 0,-1 0 0,-2 0 0,5 2 0,5 2 0,1 1 0,-3 0 0,4 1 0,1 2 0,0 3 0,-1 1 0,4-3 0,-4 4 0,-1-1 0,2 0 0,-4-4 0,2 1 0,-2-1 0,-2 1 0,-4-2 0,0 2 0,1-3 0,0-1 0,1 0 0,-2 0 0,0 5 0,4-1 0,0 0 0,0-4 0,5 2 0,-1 1 0,1 2 0,-1 1 0,2 1 0,1 0 0,-2-2 0,2 3 0,1 2 0,-1 2 0,-3-1 0,4-1 0,-1-1 0,0 1 0,-3 0 0,1 0 0,0-3 0,-1-1 0,5 3 0,-3-5 0,0 0 0,0 2 0,4-5 0,-1 4 0,3-4 0,1-1 0,0 0 0,0 0 0,0 0 0,4 0 0,1 0 0,5 0 0,-3 0 0,6-1 0,2-2 0,2-3 0,5-1 0,-2 3 0,1-5 0,2 0 0,2 2 0,1-4 0,0 2 0,0-2-226,-1-2 1,3 0-1,1 0 1,1-1-36,-1-4 1,-1 4 0,1-5-1,1 2 67,-1 0 0,0-4 0,-2 2 0,2 0 105,0 1 0,-9-4 0,6 5 0,-3 1 78,-3 2 0,3 1 0,-6 0 46,-1 0 275,-1 6 1,-4 1-69,-2 6 0,-3 4 1,-6 2-1,0 1-82,0 3 0,-1 0 0,-2 0 0,-3-1-18,-1 1 1,3 3-1,-3 3 1,0 1-75,0-1 1,-2 4-1,-2 3 1,1 4-69,1 3 0,5 5 0,-3-4 0,2 2 0,2 3 0,3 0 0,3 0 0,3-3 0,1-2 0,2-1 0,4-2 0,1-1 0,3-1 0,3 1 0,6-10 0,2-1 0,2-2 0,-3-5 0,5-2 0,-2-1 0,0-3 0,6-2 0,-1-2 0,2-4-83,2-3 1,-4-4-1,-1-2 1,2-2-1175,1-1 1,1-2-1,-2 5 1,-3 0-2500,-2 2 1,4 8 3755,-5-1 0,6 10 0,-3 2 0</inkml:trace>
  <inkml:trace contextRef="#ctx0" brushRef="#br0" timeOffset="1">18327 6118 8007,'-7'-18'623,"3"1"0,2 1 0,4 2 1,2 1-1,5 0 0,5 0 4139,8 1-4413,-1 4 0,22 3 1,2 5-1,8 0 0,8 0 1,10 1-1,-32 0 1,2 1 217,3 0 1,1 0-1,4 1 1,1-1-385,-1-2 0,1 0 0,-2-3 0,0 0 0,-1-2 1,0 0-1,-1-2 0,0-1 0,-1 0 0,-1-1 1,-1 1-1,0 0 90,-2 1 0,0 0 0,-4 3 0,-1-1-31,33-3 0,-10 5-48,-8-1 0,-1 2 1,-5 2-1,1 0 1,1 0-1,-2 0 328,-7 0 0,0 0-484,-8 0 1,-2 0-436,-6 0 1,-4 0 0,-5 0 0,0 0-1615,0 0-162,-6 0 666,-1-5 0,-6-3-3555,0-5 5062,0 6 0,-6 13 0,-1 8 0</inkml:trace>
  <inkml:trace contextRef="#ctx0" brushRef="#br0" timeOffset="2">20341 4775 8007,'-18'-38'868,"3"2"1,3 6-1,6 11 1,6 13-1,8 16 1,7 13 503,10 10 1,8 9 0,-2 1 0,2-1-798,3-2 0,0-2-360,-2 1 1,2-3-1,-6-5 1,-1-6-1,-3-6 1,-5-8 701,-3-5 1,-4-11-1,-1-6 1,-2-11 503,-2-12 0,2-18-1086,-2-16 1,-2 25 0,2-2-394,-1-6 0,1-1 1,2-6-1,1-2 0,-1 0 1,1-2-1,2-4 1,1-1-1,-4 19 0,1-1 1,0 0-1,2-3 0,0 1 1,1-1 57,2 0 0,0 0 0,1 0 0,0-2 0,1 1 0,1 0-342,1 3 1,1 0-1,0 0 1,1 0-1,0 1 1,1 0-124,1 0 0,-1 1 0,0-1 0,0-1 0,-1-1 0,1 1 0,-2 1 0,1 1 0,0 0 0,0 3 0,0 1 0,0 0 0,13-17 0,1 2 0,3 3 0,2 3 465,1-1 0,2 3 0,-2 3 0,1 1 0,1 0 0,0 0 0</inkml:trace>
  <inkml:trace contextRef="#ctx0" brushRef="#br0" timeOffset="3">24922 1252 7992,'-37'-29'1284,"3"5"1,4 8 1006,2 9 0,3 17-1720,-1 7 1,-6 2-294,-2 2 1,-3 2 0,-5 7 0,-7 5 0,-11 4 0,25-19 0,0 1 328,-3 1 1,0-1 0,2 0 0,1 0 0,-26 13 0,12-4 469,13-2 1,15-8-630,8-3 0,7-4-261,10-5 0,5-1 0,8-4 0,5 3 0,2 0 1,3 0 431,3-4 0,3 0-411,6-2 0,0 0-109,-1 0 0,-5 0 1,-4 0-1,-6 1 1,-7 4-1,-6 3 82,-6 4 0,-10 8-181,-6 6 0,-19 14 0,-12 16 0,15-22 0,-2 2 0,-3 7 0,1 3 0,-1 1 0,0 0 0,0 3 0,2 1 0,0-1 0,1 0-242,1 2 0,2-2 1,7-8-1,2-1 242,3-4 0,4-1 0,-1 23 0,21-16 0,7-6 0,14-14 0,4-5 0,5-10 0,4-5-111,4-3 1,11-11 110,6-7 0,-29 7 0,1-2 0,2-2 0,1 0 0,-3 0 0,0-2 0,-2 0 0,-1-1 0,29-17 0,-9-1 0,-9 2-4845,-9 4 1,-7 0 4844,-2 8 0,-4 2 0,-1-2 0,1 1 0</inkml:trace>
  <inkml:trace contextRef="#ctx0" brushRef="#br0" timeOffset="4">24974 2401 7935,'-13'0'1399,"-3"7"1,3 7 0,6 12 1001,4 11 0,11 8 1,3 8-1,6 0-1068,3-2 0,-4-2-926,1-10 1,-2-8-1329,-2-5 0,0-3 0,-1-11-489,1-9 0,-5-9-30,-4-11 0,-3-8 405,-1-5 0,0-10 0,0 0 0,0-3 0,-1-2 0,-3 4-1180,-5 1 0,2 1 2359,-2 0 1,1 2 206,-5 2 1,0 1 0,1 7 0,2 4 0,3 3 4593,1 4-3646,2 2 1,11 6 200,6 4 0,7 3 0,9 2 1,2 3-1,2 5 0,3 3 480,1 0 1,1 7-1981,-4 3 0,2 2 0,-6 2 0,0 5 0,-4 5 0,0 3 0,-3 1 0,-6-3 0,-8 1 0,-6-5 0,-3 1 0,-12-5 0,-5 1 0,-10-3 0,-5-1 0,-1 0 0,-1-2 0,1-2 0,3-5 0,4 0 0,4-4 0,-1 3-1241,6-8 1,6-3 0,8-7 1240,6-9 0,10-14 0,7-8 0</inkml:trace>
  <inkml:trace contextRef="#ctx0" brushRef="#br0" timeOffset="5">25736 2001 11419,'-6'-25'4915,"4"4"0,0-7-3767,4 10 0,7 6 0,7 12 1,2 2 226,2 2 0,2-3-1704,4 4 1,-3 0-497,3 0 1,-3-1 0,7-4-1,-5 0 1,-2 0 0,-1 0-3026,1 0 0,-5-4-814,0-1 4664,-4-5 0,-1 3 0,0-6 0</inkml:trace>
  <inkml:trace contextRef="#ctx0" brushRef="#br0" timeOffset="6">25942 2117 7820,'-13'20'1006,"0"3"-281,0-6 0,0 4 800,1-3 0,4-1 0,6-6 1,6-2-292,9-5 0,5-2-1264,8-2 1,7-8-4650,6-4 4679,5-7 0,8-13 0,0-1 0</inkml:trace>
  <inkml:trace contextRef="#ctx0" brushRef="#br0" timeOffset="7">26846 710 8037,'-8'-13'726,"3"0"1,0 0 1136,1 0 0,-2 6-1236,2 3 0,3 1 0,-5 0-335,0-1 1,3-1 0,-4 4 0,0-2 199,0-1 0,2-2 1,-3 2 89,-2-5 0,3 3 355,-2 2-712,0-3 1,-4 6-1,1-5 1,-1 1 419,0 1-156,0 0-357,0 4 1,0 1 0,0 4-182,0 3 1,2-1 17,2 2 1,2-2 112,3 2 0,1 2 0,-4-2 0,1 2 250,3 2 1,2 0 152,1 0 0,0 4-225,0 0 0,0 5 0,0-3 0,1 1 0,3 3 0,5 1 24,2 2 1,4-6 0,1-3 0,1-3 40,-2-1 1,6-1-370,0-4 0,-1-2 16,2-6 1,-5-6 0,4-2-1,1-5 1,-2-4 0,-3-5-137,-2-2 0,-4-2 272,-2 0 1,1 2-118,-6 2 0,0-1 0,-4 6 1,0 0-1,0 0-513,0 0 0,-5 1 1,-4 7-1,-3 5-1262,0 2 0,-1 2 518,0 0 1,1 2 41,4 2 0,-4 3 1,5 6-1,0 2 1,3 0 1223,2 3 0,2 5 0,0-3 0</inkml:trace>
  <inkml:trace contextRef="#ctx0" brushRef="#br0" timeOffset="8">27233 658 8059,'-7'-6'4579,"-5"6"-3020,3 0 1,-2 13 0,-2 15 0,-1 9 76,-3 9 1,1 5-960,-6 5 1,-4 0-242,-4 9 0,-4-5 0,4 5 0,1-8 0,0-4 0,2-1-375,1-1 1,-5-1-1,9-2 1,2-7-1668,0-5 1,6-4 1185,-3-6 0,4-2-3321,4-3 1,3-2 3740,6-6 0,12-6 0,2-1 0</inkml:trace>
  <inkml:trace contextRef="#ctx0" brushRef="#br0" timeOffset="9">27129 1549 14192,'13'6'1454,"0"-4"0,2 6 0,2-3-802,4-2 0,5-1 0,3-2 0,1-2-456,-1-2 1,-2-5 0,-3-8 0,-2-4 45,-5-4 1,-4-5-1,-5 0 1,-3 1-80,-4 2 0,-7 3 0,-4 2 0,-5 5-303,-7 3 0,-8 6-1700,-4 4 1,1 8 689,-2 5 0,7 7 1,-3 2-1,6 1 1150,3 0 0,9-2 0,7-4 0</inkml:trace>
  <inkml:trace contextRef="#ctx0" brushRef="#br0" timeOffset="10">27762 981 7920,'0'-6'4915,"0"6"0,0 12-3445,0 9 0,0 5-155,0 4 0,0 3-1149,0 6 1,-2 1 0,-2 2 0,-4 1 0,-4-2 0,-1-2-102,0-5 1,0-4-1,0-8 1,1-6 52,-1-6 1,5-6 0,3-8 0,0-6-259,1-6 0,0-10-403,4-8 1,4-4 337,0 0 1,6-5 0,-1-2 0,3 1-1,-1-2 1,-1 0 114,-1-3 1,-1-1 185,5-2 0,-4 2 229,-1 3 0,-5 2 0,3 8 0,-2 4 1,1 7 679,-3 8 1,0 10 0,-1 7 0,4 7-871,3 5 1,-1 1-1,3 9 1,3 4-136,3 3 0,7 7 0,-3 6 0,2 2 0,-1-1 0,1 4 0,5 1 0,2 2 0,1-2 0,1-1 0,-1-4 0,3 1 0,0-2 0,3-1 0,-7-2 0,-5-5 0,-5-7 0,-10-2 0,-5-7 0,-4-1 0,-4-2 0,-9-5 0,-10-1 0,-6 1 0,-5-2 0,-8 3 0,-1-4 0,1 0 0,2-1 0,0 4 0,-2-3 0,-1 0 0,2-1 0,2 0 0,5-4 0,4 2-2048,2 1 1,10 2 0,8-3 2047,13 1 0,15 0 0,15-4 0</inkml:trace>
  <inkml:trace contextRef="#ctx0" brushRef="#br0" timeOffset="11">28510 852 7848,'-4'-20'364,"0"5"0,1 10 0,2 10 0,1 11 0,1 9 0,2 3 0,3 2 0,-1 0 0,1 2 0,-2 0 0,1 1 0,-1-2 1,-1 1-1,0-4 0,0 0 0,1-3 0,-1 1 0,-2-1 0,-1-4 0,0-2 0,0-2 0,0 0 0,-1-2 0,-4-5 0,-3-6 1,-4-3-1,1-2 2352,2-3 1,4 1 0,3-4-3238,-2 1 0,2 0-69,-2 2 34,3 2 0,1-9 0,0 2-442,0-2 0,0 2-682,0 1 1,-2 5-3957,-2-2 5636,2 4 0,-9 1 0,4 0 0</inkml:trace>
  <inkml:trace contextRef="#ctx0" brushRef="#br0" timeOffset="12">28575 761 7899,'-7'-18'1141,"-5"5"1,4 0 0,-2 9 960,1 7 0,-2 15 1,2 14-1,-1 9 731,1 11-1961,-2 11 0,9 4 0,-2 5 0,4-2 0,4-2 0,7-4 1,6-3-873,9-5 0,11-16 0,12-10 0,7-12 0,8-7 0,8-9-263,-31-4 1,-1-4 0,-3-3 0,-2-2 262,0-5 0,-1-3 0,25-24 0,-12-3 0,-5-2 0,-6-1 0,-8-1 63,-5 1 0,-8 2 0,-8-2 0,-3 0-63,-5-4 0,-12 6 0,-12-5 0,-6 2 0,-7 0 0,3 4 0,-10 4 0,2 8-372,0 8 1,-4 7-1,2 11 1,-1 3-2906,-2 4 0,5 12 0,5 8 3277,11 8 0,4 3 0,10 6 0,6 0 0,4-1 0</inkml:trace>
  <inkml:trace contextRef="#ctx0" brushRef="#br0" timeOffset="13">28936 903 7899,'-5'13'976,"3"2"1,-2 0-1,2 3 1065,2-3 0,2 1 0,2 0 1,5 1 175,2-1 1,8-3-1173,2-4 1,4 1-971,1-6 0,5 0 0,5-4 1,6-1-1,5-4 0,5-3-1516,3-4 0,4-1 0,6 1 0,-2-1-1319,-3 0 1,-4 1 1225,-9 4 0,-8 2 847,-9 6 0,-13 1 0,-5 4 0,-5 3 687,-4 4 0,-13 6 0,-4 2 0</inkml:trace>
  <inkml:trace contextRef="#ctx0" brushRef="#br0" timeOffset="14">26729 2078 7846,'-34'-13'0,"11"9"1228,19 14 1,27 14 0,24 6 0,12-2-1,-25-16 1,2-2 0,6-1 0,2-2-355,8-1 1,2-2 0,10-2 0,3-2-1,-15-3 1,3-1 0,0-2 0,3-2-1,1 0 1,0-2-688,3 0 0,1-2 1,-1 0-1,-2-2 0,-1-1 1,-1-1-1,-2 1 0,-2-1 1,0 0-1,-1-1 0,-1 1 1,1-1-275,-1-1 1,0 1 0,-2 0 0,12-6 0,-3 2 0,-7 1 0,-4 2 0,-8 4-1,-2 1-1975,22-6 0,-5 9-316,-4 2 0,-12 5-113,-9-1 0,-16 4 0,-17 5 2491,-12 8 0,0 0 0,-9 6 0</inkml:trace>
  <inkml:trace contextRef="#ctx0" brushRef="#br0" timeOffset="15">26975 2349 7969,'-25'1'1502,"4"5"1,3 8 1226,4 11 0,7 11-2006,3 7 1,2 4 0,4-5-1,2-4 1,5-5 0,3-5 0,6-10-1,3-6 48,4-8 1,0-4-93,1-4 0,0-9-323,0-9 1,-6-6 0,-3-4 0,-4 1 0,-4-2 0,-5 0 347,-3-3 0,-6 4-704,-4 2 0,-8 9 0,-5 3 0,-2 4 0,-2 3 0,0 2 0,2 7 0,1 8-3503,1 7 0,4 9 1835,1-1 1,1 4-1491,12 0 0,2-5 3158,11-2 0,11-10 0,13-2 0</inkml:trace>
  <inkml:trace contextRef="#ctx0" brushRef="#br0" timeOffset="16">27284 2310 7939,'13'-7'1469,"0"3"183,0 2 1,-6 11 0,-2 8 0,-4 13-289,-1 10 1,-11 18-1,-8 11 1,6-32 0,-1 0-975,-3 2 1,-1 0 0,0 0 0,-1 1-1,-1 0 1,0 0 0,-1 0 0,0 0-364,0-2 0,-1 0 1,0 0-1,1-1 0,2-4 1,1-2-1,-15 27-1134,7-8 0,2-9-1425,6-11 0,7-1 583,7-12 1949,2-5 0,2-6 0,0-6 0</inkml:trace>
  <inkml:trace contextRef="#ctx0" brushRef="#br0" timeOffset="17">27297 3123 7887,'-13'8'2688,"2"-3"0,2 1-1891,5 3 1,3 6 0,1 3 0,1-1 839,3 1 1,9-3-949,9 2 1,2-8-627,2-5 1,5-4 0,2-6 0,0-7 0,-1-8 0,-2-8 202,0-5 1,-4-1-42,-4-3 1,-12 3 184,-2-4 0,-5 2 1,-6 8-1,-5 5 1,-10 5-1,-6 6 319,-6 5 1,-2 14-1209,-2 11 0,-3 7-1496,2 6 0,5 3 0,4 6 0,8-2 1975,3-2 0,8 2 0,1-4 0</inkml:trace>
  <inkml:trace contextRef="#ctx0" brushRef="#br0" timeOffset="18">28020 2672 7775,'0'-6'7206,"1"6"-6120,4 7 1,-4 12 0,3 7 0,-2 5-83,-2 2 1,0 4-869,0-2 1,-2 2-110,-2 2 1,0-1 0,-8 0-1,-2-4 1,0-7 0,-1-6 44,2-9 184,1-7 0,0-7-190,4-11 1,2-7-1,6-10 1,0-4-1,1-5 1,4-3 9,3-1 1,4-1 85,0 1 0,1 1-242,0-5 1,5 0 0,-1-5-1,-2 0 1,0 1 0,-2 1 531,0 2 1,2 7 719,-2 11 0,3 7-729,-7 14 1,2 3 0,4 8-1,0 4 1,4 8 0,0 10-444,-1 9 0,5 6 0,-1 4 0,5 6 0,-1 2 0,2 2 0,-6-8 0,2-1 0,2 1 0,0-5 0,-2-3 0,-2-4 0,-5-1 0,-4-4 0,-4 0 0,-5-4 0,-3-2 0,-2-5 0,-5-3 0,-7-1 0,-8 1 0,-8 1 0,-5-1 0,-4-2 0,-2-1 0,-3 2 0,-3 1 0,2 1 0,4-4 0,4 1 0,7 5 0,-2 3 0</inkml:trace>
  <inkml:trace contextRef="#ctx0" brushRef="#br0" timeOffset="19">28769 2736 7784,'13'0'2406,"1"2"1,3 2-1,3 6-1027,0 6 1,5 0 0,-4 4 0,2 0-383,-1 0 1,-4 0-928,-5 1 1,-4 2-2,-1-6 0,-6-1 0,-4-7 1,-9-5-1,-9-2 0,-6-2 74,-4 0 0,1-10 10,-5-3 0,5-9-270,-1 1 0,3-9 0,2-6 0,4-6 0,5-7 1,6-8-282,6-12 1,4 32-1,1 0 309,2-9 1,3 1 0,0 7 0,3 2 642,5-2 1,3 2 0,17-22 0,9 15 0,4 10 0,2 10 0,-2 10 226,-4 7 1,-8 15-1,-6 6 1,-6 7-661,-6 5 1,-9 2-122,-3-3 0,-4 4 0,-1 0 0,-7 6 0,-6-3 0,-7 1 0,-6 1 0,-4-1 0,-4-1 0,-4-1-1211,0-7 1,-1-3 3,0-1 0,2-6 1207,2-2 0,-2 0 0,4-6 0</inkml:trace>
  <inkml:trace contextRef="#ctx0" brushRef="#br0" timeOffset="20">24832 1265 8205,'6'-13'2006,"-5"0"1,2 2-911,-6 2 1,0 3 0,-5 6-1,-2 0-187,-2 0 1,4 2-506,-1 2 0,0-1 0,-3 4 0,-1 0 1,0-1-1,0 1 0,0-1 0,0 1 639,0 0 0,0-3 1,0 4-1,0-1-457,1 0 0,-1-3 0,0 5 0,-2-1-337,-2 0 0,3 3-249,-3-2 0,-2-2 0,2 1 0,-6 1 0,1 3 0,-1-2 0,0-2 0,2 2 0,-2 2 0,-1 1 0,-2 0 0,4-1 0,1 1 0,5 2 0,-3 0 0,2 4 0,1 1 0,3 3 0,3 2 0,8 0 0,-3 1 0,4 0 0,1 0 0,0 0 0,0-1 0,6 1 0,2 0 0,4-2 0,2-2 0,2-5 0,2-3 0,1-1 0,0 0 0,4 0 0,-2 0 0,3-4 0,2-1 0,4-5 0,1 3 0,-3-2 0,-1 0 0,-1-1 0,0-1 0,-2-4 0,-1-1 0,-3-1 0,-1 1 0,-2-2 0,-4 0 0,-1 0 0,-4 0 0,4 2 0,-4-4 0,4 0 0,-1 0 0,-1-3 0,-1-2 0,0-1 0,3 1 0,1-3 0,0-2 0,-1 3 0,-2-4 0,-2 4 0,1 1 0,-2 0 0,-3 0 0,-2 0 0,-2 1 0,0-1 0,-2 5 0,-2 4 0,-6 3 0,-6 1 0,1 0 0,-7 0 0,-1 0 0,-1 0 0,-3 1 0,-4 3 0,-2 4 0,0-1 0,-5 9 0,0-2 0,-6 5 0,-6 4 0,1 7 0,-7 4 0,3 5 0,1 4 0,1 8 0,26-22 0,1 1 0,-19 29 0,9-3 0,5-4 0,3-5 0,6-1 0,3-3 0,4-7-138,4 2 1,4-6 0,6 1 0,3-3 0,8-6 0,8-6 137,10-8 0,12-16 0,3-8 0</inkml:trace>
  <inkml:trace contextRef="#ctx0" brushRef="#br0" timeOffset="21">17540 6427 7896,'4'13'2252,"1"0"1,0 2-1537,0 2 0,2 10 0,6 12 1,0 8-1,1 9 0,3 9 21,-7-30 1,2 1 0,0 3 0,1 0-617,2 2 0,1-1 1,-3-3-1,1 0 0,0-1 1,0-1-1,11 28 0,-5-8 1,-1-5-1,-4-5 0,0-5 1,-4-6-1,-2-1-629,-5 1 0,-1-2 0,0-2 1,1-4-2015,-1-5 1,-3-3 861,-4-10 0,1-9 0,-4-13 1660,1-11 0,-10-12 0,2-9 0</inkml:trace>
  <inkml:trace contextRef="#ctx0" brushRef="#br0" timeOffset="22">17553 6660 7896,'-20'-12'194,"3"2"1,2 3 472,2 1 0,5 3 0,1 8 1,-1 3-1,3 5 0,-1 4 99,3 5 0,-3 1 0,2 0 1,1-3-307,2-1 0,1 2-217,0-4 1,0-4-110,0-4 0,1-8 1,2-1-1,1-8 1,1-10 38,0-7 0,-2-3 0,4-6 0,-1-2 523,-3-1 0,3 4-304,-2 3 0,5 4-19,-5 4 0,2 4 1,-2 6-1,5 4 1,2 6 323,2 9 0,0 3-304,0 12 0,1-2-573,3 2 0,-2 2 0,2-4 0,-3 2 0,1-2 0,0-2-1152,3-2 1,3-6-1,-2-1 1,1-1-4152,3-1 5483,1 5 0,8-11 0,1 5 0</inkml:trace>
  <inkml:trace contextRef="#ctx0" brushRef="#br0" timeOffset="23">22444 11461 7809,'-7'-9'1202,"4"2"1,6 1-247,6 4 0,4 0 0,4 2 0,4 0-568,4 0 0,6 0-207,4 0 1,6 0 0,4-1 0,1-4 0,3-2-1,1-1 472,1-1 1,-6 2-460,-6-2 1,-8-1 0,-8 6-1,-3 1 1,-1 2 471,-4 1-445,-6 0-133,-3 0 1,-8 4 0,-2 2-1,-5-1-230,-2 1 0,-2-2 94,0-4 1,-1 0-54,-3 0 0,-3 5 1,-6-1-1,0-1 1,-1-2-1,-3-1-147,-5 0 1,2 0 194,-1 0 1,1 0 271,-2 0 0,4 0 1,5 0-1,0 0 1,2 0 292,2 0 1,9 2 0,11 1-390,4 1 0,11 5 69,9-5 0,4 0-229,4-4 0,7 0 1,6 0-1,-1 0 1,-1 0-1,-1-1-167,-1-4 0,3-2 77,-8-6 0,-2 0 62,-2 1 1,-3-1 0,-3 0-1,-2 1 1,-5 2-552,-3 2-3141,-6-1 3757,-3 2 0,-16 7 0,-3 7 0</inkml:trace>
  <inkml:trace contextRef="#ctx0" brushRef="#br0" timeOffset="24">23167 10338 9286,'-8'0'694,"0"-1"1,1-2 0,1-3 0,-1 0 84,0 1 1,3-4 0,-3 3 0,0 1-127,-1-1 0,4-4-456,-5 1 1,5-2 0,-4-4 0,-1 0 0,0-3 0,1 1 331,-2-2 0,-2 1-340,-1-4 1,0-2 0,0 4 0,-1-2-1,-2 2 1,-2 2 291,-2 2 0,-2-3-262,-4 2 0,-1 0-171,-3 4 1,1 0 0,-5 0 0,-1 2 0,1 1 0,0 1 22,-2-1 1,-2-2 13,0 0 1,3 0-170,1 3 1,1-1 0,-3 5 0,0-1 0,-4 0 0,-6 3-298,-4 2 1,-2 1 240,1 0 0,-1 6 135,0 2 0,7 4 1,0 2-1,2 2 0,-1 1 1,-4 0-49,-5 2 0,0 1 157,-7 6 1,4-5-74,-4 1 1,10 1-1,-1 5 1,6 4 0,3 1-1,2 3-133,1 1 1,-1 3 93,-3 3 0,-2-7 22,-2 3 1,3-3 0,5 2 0,0 1 0,3 0 0,5-2 324,5-2 1,9 6-138,0-2 0,2 8-41,2 1 1,2-3-1,1 1 1,3-1 0,1-5-1,3-3-26,2-2 1,1-7-1,1 2 1,3-2-70,5-2 1,2-1-1,2 3 1,0 0-1,2 2 1,3 0 0,7 2-1,6 2 1,5 2-1,6 0 1,4-1 0,5-1-1,5 0 1,3 1-1,1-1 1,-1-1 0,-2-3-1,1-2 1,5-4-1,6-1 1,-32-13 0,2 0-1,-1 0 1,1-1-1,1-2 1,0 0 0,-1-1-1,0-1 1,-1-1-1,1 0 1,-1-1 0,0-1-1,2 0 1,1-1-1,0 0 1,1 0 0,1-1-1,0 0 1,-1-1-1,-1 0 1,-1 0 0,-1-2-1,-2-1 1,-1-1-1,36-6 1,-2-4 0,-34 8-1,0-1 1,34-11-2,0-1 0,0 3 0,-8-3 0,-9 0 0,-6 0 0,-4-3 0,2-2 0,1-1 0,-2 1 0,-4-3 0,-5 0 0,-4-4 0,-1-1 0,-1-3 0,-4-1 0,-8-3 0,-7-2 0,-3-2 0,-1-2 0,-1-3 0,-3-1 0,-5-2 0,-7 1 0,-6-2 0,-7-5 0,-5-3 0,-8-2 0,-6 4 0,-5 4 0,-2 5 0,-1 1 0,1 5 0,0 4 0,5 8 0,4 8 0,4 7-3946,1 2 0,2 4 2752,-1 2 0,3 3-1540,5 6 1,6 5 2668,2-1 0,4-5 0,1-7 0</inkml:trace>
  <inkml:trace contextRef="#ctx0" brushRef="#br0" timeOffset="25">22999 9848 7968,'9'-12'-783,"-2"2"878,-1 2 93,-2 5 0,-4-2 0,0 10 0,0 3 1,0 4-1,0 1 0,0 0 1226,0-1-964,0 1 1,-4 0 0,0 0 1208,1 0-1211,1 0-128,2-6 0,0-3 1,2-8-1,1-4 272,1-4 1,6-1-368,-1 0 0,-2 0-136,1 0 0,-1-4 0,4-1 1,-3-2-1,1-3 0,-1 0-27,1 1 0,-2-2-182,2 2 0,-2 2 100,-3-1 1,-2 5 0,2-1-1,-3 2 1,-1 2 0,0 1 283,0-1 0,0 4-150,0 0 1,0 5 158,0-4 0,-1 5 0,-2-3 141,-1 0-309,-1-1 0,5-2-150,0 1 0,0 3 0,0-3 0,0-2-55,0-2 1,0-1 54,0 1 1,6-6 86,3 1 0,-2-1 0,2 2 0,1-3 0,0-1 1,0-2 0,-2 2 0,1-3 0,4 5 0,0-2-9,0-3 1,0-2 60,-1 0 0,1 3-35,0 1 1,-4-5-1,-1-6 1,2 1 0,2-2-1,-1 0 268,-2-3 0,-2 3-10,-2-2 1,-4 1-199,3-5 1,-2 1 0,-2-1 0,1-1 0,2-2 0,1-2 9,-1-2 0,0 4 0,0-1 0,1 4-125,-1 5 1,3-6-136,-2 5 0,5 0 28,-5 5 1,2-2 0,-3-5 0,1 1 0,0-1 0,1 1 19,-1-2 0,0 0 55,-4-5 1,0 3 28,0-4 0,0 4 0,0 2 0,2-1 0,0 0 0,3 0-41,-2 1 1,2-1-5,0 0 1,3-5 33,-3-3 0,3-2 0,-4 1 1,1 5-1,-1 3 0,0 2 59,-1-1 0,-1 4-49,-2 1 1,0 5 32,0-1 0,0 2 0,0-1 0,-2-1 0,-1 1 0,-1 2 58,1 1 0,-3-6-150,2-2 1,-4 1 62,3-1 1,-1 3 0,4-1 0,-4-1 0,0 0 0,-1-2-39,0 2 0,0-4 23,-2 2 0,-2 1 30,2-5 1,-3 3-1,0-7 1,-1 3 0,0 3-1,0 0-58,0-2 1,-4 7 45,0-6 0,-2 2-24,2-3 1,1 0 0,-4 1 0,1-1 0,3-1 0,1-3-10,-3-5 0,4-2-35,-3-1 1,3 0 52,1 4 1,-2 3-1,0 5 1,-3-1-1,1-2 1,0-1 2,0 2 1,-5-1 26,5-1 1,-6-3-8,2-5 1,-4 5-1,-1 1 1,-1 2 0,-2-1-1,-2-2 20,-2-3 1,3 3-22,-5-1 0,7-2-7,-2-7 1,-2-1 0,3-3-1,3 4 1,4 3 0,-1 2 32,-2 4 1,-1-6-31,1 6 0,-1-2-5,0 6 1,-4-3-1,-2-6 1,-1 1 0,-3 1-1,-1 2-63,-2 5 1,5 2-2,0-2 0,-1-2 43,-4-2 1,7 1-1,1 3 1,4-4 0,0-4-1,-2 0-38,-1-1 0,-7 6-20,-2 3 0,-1 2 57,-7-2 1,-1-2-1,-2-2 1,3 4-1,4 3 1,3 0-21,1-4 0,2 4 47,2-3 1,-4 5-18,1 3 0,-2-2 1,-8 2-1,0 0 1,-3-1-1,0 1 107,-1-1 0,6-1-53,3-2 0,0-4-20,4 0 0,2 0 0,7 5 0,-6-1 0,-5 0 0,-7 2-34,-2 3 0,-2 2 0,2 6 0,1 0 1,5 1-1,2-1 0,7 1 0,0 2 1,2 2-1,-3-2 0,-1-1 0,-3-1 0,-3 2 1,-4 2-1,-2-1 0,0 1 0,3 1 1,2 1-1,4 3 0,2 2 0,5 2 1,-1 2-1,-2 3 0,-4 1 0,-2 2 0,-2 0 1,-4 0-1,-2 1 0,-1 1 0,-1 2 1,2 0-1,3 0 0,4 0 0,2 0 0,1 0 1,-1 0-67,-2 0 88,-6 0 1,-3 0-1,-8 0 1,-2 0-1,4 0 1,4 0 0,7 0-1,1 2 1,-1 1-1,-5 2 1,-2 1 0,-4 1-1,-2-1 1,-3 0-1,0-2 1,3 2 0,2 1-1,4 2 1,-1-2-1,-1 0 1,-5 0-1,-5 3 1,-3 2 0,3 0-1,4 1 1,6 0-1,2 0 1,-1 0 0,-2 0-1,-2 1 1,-2 2-1,-4 1 1,-1-1 0,3-2-1,7-1 1,7 0-1,3 0 1,-1 0 0,-4 0 170,-4 0 0,-7 4-181,2 0 1,3 2 0,1-3-1,4 1-47,5-1 0,2 2-35,7 0 0,-2 3 0,-3-2 0,-5 1 1,-2 1-1,-2 1-37,1-1 0,1 1 66,2 4 0,4-1 88,5 1 1,6 0 0,3-2 0,3-1-1,0-1 1,-4 1 68,-3 1 0,1-2-31,-1-1 0,1-4-90,-2 5 1,-2-5 0,4 3-1,0 0 1,3-1 0,4 0-14,4-4 0,-2 5 7,3 2 1,1-2 15,-2 2 1,6-5 0,-2 4-1,-1 2 1,-1 2 0,-2 0 95,1 1 1,-1 0-15,-3 0 1,-1 3-60,0-4 0,4 4 0,1-7 0,-2 0 0,-1 1 0,-1-3 123,4-1 0,2-2-101,6-4 1,0 0 45,0 0 1,0-6 0,2-1 0,1-2-241,1 1 77,6-7 1,-2-5-37,5-6 0,0-4 0,1-2 0,3-1 1,5-3-1,2-1-93,2-2 1,5-1 207,-1-3 1,6 2-18,-2-2 0,4-1 0,0 1 0,1-1 1,0 1-1,0 0-33,0 2 0,0 5 50,-1 1 1,1 6-2,0-1 1,-2 4-1,-2 5 1,-5 3-1,-3 4 1,-1 2 166,0 4 1,-6 3 31,-2 9 0,0-1-23,0 6 1,-2 1 0,-6 5 0,-3 2 0,0-1 0,-1-2-127,0-1 0,3 0-56,-5 0 0,5-6-1703,-5-3 0,6-3 1,-1-1-3770,2 0 5473,14-11 0,2-9 0,12-14 0</inkml:trace>
  <inkml:trace contextRef="#ctx0" brushRef="#br0" timeOffset="26">16082 12945 8030,'-9'-1'902,"2"-4"2041,1-3-2012,-4 2 0,9-1 0,-4 3 747,4-5-1149,1 3 1,0-1-308,0 3 0,1 2-203,4-2 1,-3 3 91,7 1 1,0 4-1,4 2 1,1-1-1,2 1 1,2-1 199,2 0 0,2-3-318,4 2 0,-1 2 12,1-2 1,0 0-1,0-4 1,0 0-1,0 0 1,-2 0-150,-3 0 0,2-1 101,-5-3 0,3 1-28,-4-6 1,1 6-1,-6-2 1,1 0-1,0 1-457,0 1 196,-6 2-342,5 1 0,-11 1 0,4 3 0,-4 5 1,-1 2-2775,0 2 3448,0-6 0,0 11 0,0-4 0</inkml:trace>
  <inkml:trace contextRef="#ctx0" brushRef="#br0" timeOffset="27">17179 12894 7994,'-9'0'406,"0"0"0,-1 0-345,-1 0 0,4 1 0,2 3-61,4 5 0,1 2 0,0 2 0</inkml:trace>
  <inkml:trace contextRef="#ctx0" brushRef="#br0" timeOffset="28">17643 12997 8015,'-4'-9'-250,"0"1"569,1-2 0,1 2 281,2 0 1,2 5 0,2-1 0,5 2 0,2 2 255,2 0 0,0 0 0,0 0-613,0 0 0,1 0 0,2 2 1,1 1 97,-1 1 0,2 0-208,0-4 0,3 2-120,-4 2 0,5-3 0,-3 4 0,1-4 0,1-1 0,1 0-101,-1 0 0,-5 0 1,1 0-1,-1 0-11,1 0 0,-3 0-521,4 0 1,-8-1-266,-2-4 1,1 2-1,4-4 885,0 2 0,0 0 0,0 5 0</inkml:trace>
  <inkml:trace contextRef="#ctx0" brushRef="#br0" timeOffset="29">18921 12932 10495,'-13'0'0,"0"0"0,3 0 0,6 0 195,8 0 1,8 0-1,3 0 1,3 0-1,-3 0 1,1 2 0,0 1-1,3 1 1,-1-1-1,2-2 1,-1-1 0,0 0-1,-2 0 1,0 0-1,2 0 1,-1 0 0,2 0-1,-1 0 1,1 0-1,-1 0 1,1 0 0,0 0-1,3 0 1,3 0-1,2 0 1,4 0-1,1 2 1,1 1 0,1 1-1,-2 0 1,0 0-1,0 1 1,1-1 0,0 0-1,-1 2 2958,-1 1-3025,-2-4 0,-3 3 1,2-6-1,1 0 1,-1 0 152,-2 0 0,3 0 0,2-2 0,1 0 55,3-3 0,-3-3-380,1 3 0,-4 1-20,4 4 0,-2 0 0,0 0 0,-7 1 0,-2 2 0,-1 3-62,-1 1 0,-5 0 73,1 2 1,2 1 51,-2-6 1,0 1 0,-4-5-1,0 0 1,0 0 0,0-2-10,0-2 0,0-2-132,0-2 0,-2-8-576,-2 3 1,2-3 0,-4 3 0,2 0-3333,0 0 3039,-6 1 1011,2 4 0,-5 3 0,0 5 0</inkml:trace>
  <inkml:trace contextRef="#ctx0" brushRef="#br0" timeOffset="30">21812 12894 10695,'6'-2'0,"4"5"0,4 3 0,5 0 0,1-2 0,3 0 0,1 0 0,2 1 0,1-1 0,3-1 0,5-2 0,2-1 0,3-1 0,2-2 0,1-1 0,-2-1 0,0 1 0,-4-2 0,-1 1 0,-3-1 0,-2 3 0,-4 2 0,-2 2 0,-4 3 0,1-2 0,4 4 0</inkml:trace>
  <inkml:trace contextRef="#ctx0" brushRef="#br0" timeOffset="31">23541 12907 7966,'-8'0'-578,"-1"0"856,-1 0 0,3 0-36,-2 0 1,5 0 0,-3 1 398,1 3 167,2-2-532,4 3 1,6-5-81,2 0 1,4 0 0,1 0-1,1 0 1,3 0 0,6 0 275,6 0 1,5 0-246,9 0 1,9 0-194,8 0 1,9 0 0,-32 0-1,1-1 1,1 0 0,0-1-1,2 0 1,0-2 0,-1 1-1,-1-1-279,-2-1 0,1 0 0,0 0 0,0-1 0,-2-1 0,1 1 0,-1 0 0,1 0-1154,32-2 0,-8 2 1184,-13 6 1,-4-6-1,-5-1 1</inkml:trace>
  <inkml:trace contextRef="#ctx0" brushRef="#br0" timeOffset="32">25890 12932 14152,'-10'-4'0,"6"1"0,10 3 0,7 4 0,5 2 0,4 1 0,5-1 0,6 1 0,4 0 0,4 3 0,2 1 0,4-1 0,2-2 0,1 2 0,0 0 0,6 0 0,4-1 0,8-1 0,0 1 0,4-2 3972,0-1 1,-3 3-3814,-32-7 1,-1 0-1,21 4 1,-1-4-1,-4 3 1,-1-2 0,4-2 267,1-1 1,4-1-1,-4-2 1,-2-3 329,0-1 1,-4-2-1047,-3-4 0,-1 0 291,-3 1 1,-1-6 0,5 1 0,2 0 0,-1 0 0,0-2-23,-5-1 0,-3 3-89,-1-5 0,-2 1 38,-3-5 0,-1 0 0,-4 0 0,1 1 1,0-3-1,0 0 55,0-3 1,5-4-1,-5 0 1,-1-2 3,-2-2 1,-1-5 0,-2-2 0,-4-1 74,-7-1 0,-1 2 1,-8-2-1,-1 0 37,-2-1 1,-2 4-1,-4-1 1,-5 0-104,-5 0 0,-1 0 0,-4-1 1,0 4 14,0 3 1,-2 1 0,-5 0 0,-2 2-130,-1 2 1,-4 4 0,2 4 0,1-2-275,-1-1 0,-4 0 32,2 4 1,1 0 242,-2 0 0,-5 0 1,-9 1-1,-5 0 1,-6 2-1,-3 3-64,-2 2 0,2 2 334,3 7 1,-2-1-55,6 6 0,3-5 0,3 5 1,-5 1-1,-2 2 0,-3 1 64,1 0 0,2 5 1,6 4-1,3 4-136,0 4 1,1-1-32,-5 5 0,-5 1-13,-3 4 1,-3 0 0,0 1 0,2 1 0,7 3-1,5-3 73,6 0 1,3-1 29,1 3 0,2-3 64,3 3 0,-4-3 0,4-1 0,-3 2 0,-1 0 0,4 4 157,4 1 0,2 5 0,4 7 1,1-1 106,2 1 1,5 2-228,-1-4 1,7 0-213,1-4 1,0-5-1,-4 1 1,2 1-1,1 1 1,1 0 13,-1-2 1,5 2 50,0-3 0,0 2 96,0-1 0,1-4 0,4-4 0,0 2 0,1 1 0,4 0-137,3 2 0,4-3 0,1 5 0,0 2 0,-1 1 0,3 6 0,1 0 0,1-1 0,-1-2 0,4 0 0,1 0 0,4-3-1122,0-8 1,7-3-1,2-9 1,5-3-2521,4-3 1,3-6 3641,6-5 0,5-5 0,2-3 0</inkml:trace>
  <inkml:trace contextRef="#ctx0" brushRef="#br0" timeOffset="33">9938 13152 8045,'-9'-13'2252,"1"1"4565,-2 4-5311,4 2 0,2 6 1,7-1-339,1-4 1,4-2-1022,-3-6 1,5 0 0,-2-1 0,2-2 0,1-2 0,-3-1 834,2 0-784,2-4 0,-1 8 1,-1-6-1,-1 3 1,1 2 606,1 2 1,-2 2-768,-1 4 0,1-2 0,4 5 0,0 2 0,0 3 1,-2 6-39,-2 7 0,2 6 0,-2 7 0,-2 1 0,2 3 0,-5-1 0,3 4 0,-1 0 0,-3-2 0,-2-1 0,-1-5 0,0 0 0,0-3 0,0-2 0,0 1 0,0-5 0,0 1 0,0-2 0,0-2 0,0-5 0,0 1 0,0-6 0,-6 3 0,6-6 0,0 0 0,0-6 0,5-3 0,-4-2 0,1-2 0,1 0 0,1 0 0,-1 0-444,-2 0 0,1 0-1118,2 0 0,-3 5-846,4-1 0,-3 2 2408,3-2 0,2-2 0,6 4 0</inkml:trace>
  <inkml:trace contextRef="#ctx0" brushRef="#br0" timeOffset="34">10454 13165 9832,'-11'1'0,"4"2"0,7 1 0,7-1 0,4-1 2019,2-2 0,0-8-1894,0-5 1,0 1 0,0-7 0,0 0-1,-2-1 1,-1-1 116,-1-1 0,-6 1-90,1-5 1,-4 4 76,-4 1 1,1 9 0,-6 1 0,-2 4 0,-4 4 0,-2 3 451,1 4 1,6 5 0,2 9 0,-1 8 593,2 7 1,1 4-430,6 2 0,0-2-722,0-2 1,0 1-1,2-6 1,2-1-1,6-4 1,4-3-1114,4-5 1,5-4 407,-2-4 1,3-4-209,2-5 1,0-7 0,0-6 0,-2-7-1,-1-6 1,-1-4-526,1-4 0,-5 1 0,-1 0 0,-2 1 859,-2 4 1,-2-4 222,-2 2 1,1 4 567,-6 5 1,2 6-1,-3 1 1,1 7 666,-1 5 1,-2 11 739,-1 12 1,0 5-910,0 4 1,0-1-1,0 4 1,0 0-1,-1 0 1,-2 1 562,-1-1 1,-1-1-1007,5-6 1,2 0-367,2-1 1,-2-5 0,3-2 0,1-5 0,3-5-117,2-3 0,2-5-606,0-5 1,-4-2 289,-1-6 0,1-6 1,4-2-1,0-3 1,-2-2-1,-1 0-251,-1 0 1,-5 2 0,5 2 0,-1 5 744,-1 3 1,1 2 843,-4 4 0,-1 2-608,5 6 1,-3 6-1,3 2 1,1 4 0,-1 2-1,1 2 629,1 1 1,2 0-551,1-4 1,-1 0-248,1 0 1,0-6 0,0-3-1,0-2 1,0-4 185,0-2 1,-2-9-264,-2-8 0,1-4-365,-6 0 1,1-7-1,-4-2 1,2-5-1,1-3 1,-1-1-736,-2 2 0,-1-4-2283,0 2 0,2 2 499,2 6 2806,3 4 0,6 5 0,0 0 0</inkml:trace>
  <inkml:trace contextRef="#ctx0" brushRef="#br0" timeOffset="35">11874 13281 9761,'-10'-5'4666,"6"1"1,9 0-5005,13 4 1,5 0 0,-2 0 0,3 0 337,2 0 0,6 0 0,1 0 0</inkml:trace>
  <inkml:trace contextRef="#ctx0" brushRef="#br0" timeOffset="36">12855 12907 7922,'-39'5'1155,"6"0"1,4 7 0,7 9 0,6 6-1,4 9 914,4 5 1,5-1-1502,-1 3 0,8-7 0,4-3 0,4-1 1,2-5-1,3-5 0,5-10 0,2-6 1523,2-4-1817,6-2 0,-5-2 0,3-4 0,-3-5 0,-1-6 0,0-3 0,-2-5 754,-2-3 1,-4 0-936,-5-2 0,-5-1-88,-4 1 1,-3-6 0,-1 1 0,0-1 0,-1 2 0,-3 4-38,-5 3 1,-3 2-2380,0 4 0,-1 2 222,0 6 1,0 6 0,0 3 2188,0 2 0,6 2 0,1 0 0</inkml:trace>
  <inkml:trace contextRef="#ctx0" brushRef="#br0" timeOffset="37">13216 12610 7922,'-8'0'4503,"-1"0"0,6 11-2971,-1 6 1,2 6-316,2 3 1,0 7-628,0 6 0,2 4 1,1 6-1,2-2 1,1 0-1,1-1-1183,1-3 0,-1-4 1,3-5-1,-2-5-683,2-6 0,2-6 873,1-8 0,4-4-5063,0-5 5466,6 0 0,-3-11 0,6-3 0</inkml:trace>
  <inkml:trace contextRef="#ctx0" brushRef="#br0" timeOffset="38">13603 12997 7912,'8'-2'0,"-4"-2"0,2 1 533,-2-5 1,0 3 268,-4-3 0,0 3 1000,0-3 0,0 4 0,-1-4 515,-3 3 0,-4 0-1728,-5 5 1,5 10-133,-1 3 0,2 10 0,-2 2 0,4 3 0,0 2 0,1 0 806,1 1 0,2-1-834,1-4 1,4-2-307,0-3 1,6-2 0,-1-7-1,3-4 1,0-4 0,1-2-124,0-2 0,4-12 0,1-5 0,-1-7 0,-4-6 0,-5-8 0,1-7 0,0-4 0,-2-6 0,-1-4-2250,-1-6 0,-3 0 2241,2-4 0,-3 10 175,-1 8 0,0 11 0,0 11 0,0 9 1,0 13 638,0 14 1,0 16 0,0 11-1,0 5-931,0 4 1,0 3 0,0 5 0,0 1 0,2 0 0,1-1 0,2 0 0,3-3 125,2 0 0,1-1 0,2 5 0</inkml:trace>
  <inkml:trace contextRef="#ctx0" brushRef="#br0" timeOffset="39">14533 12532 7852,'-15'0'1729,"0"3"1,-3 6 0,1 9 0,-1 11 236,-4 10 0,-4 12 0,-4 12 0,14-28 0,-1 1-949,1 2 1,-1 0-1,1-2 1,1 1-1018,1 2 0,2-1 0,0-2 0,-1-1 0,-10 23 0,5-6 0,2-8 0,5-3-1515,-1-3 1,2-5 0,1-3 1514,5-2 0,3-3 0,1 1 0</inkml:trace>
  <inkml:trace contextRef="#ctx0" brushRef="#br0" timeOffset="40">14662 13023 7835,'-13'5'848,"1"0"0,2 8 0,3 5 0,1 7 1,4 5 1608,0 4 1,2 3-1,0 1 1,2-4-956,2-4 0,3-4-1269,6-4 0,4-8 1,0-7-1,-1-1 1,-1-5-1,-3-5 511,1-9 1,0-1-742,0-8 1,-1 1-1,-4-5 1,-3 0-1,-4 0 1,-1-1-401,0-3 1,0 4-905,0 0 1,-4 2 612,-1 7 1,-5-2 0,2 3 0,-4 0-1,-1 5-2555,0 5 0,5 5 3243,-1 1 0,6 6 0,-2 1 0</inkml:trace>
  <inkml:trace contextRef="#ctx0" brushRef="#br0" timeOffset="41">14959 12661 7835,'-9'0'3072,"2"2"1,1 2-2052,3 5 1,2 8 0,1 6 0,0 7 1169,0 9 0,0 5-1262,0 8 1,1-1-868,4 1 0,-4 0 1,5-2-1,-2-4 1,0-8-1,1-6-1978,0-5 0,-3-2 1346,2-4 1,-1-2-562,1-6 0,-1 0 0,4-1 0,0 0 1131,1-4 0,0 4 0,5-5 0</inkml:trace>
  <inkml:trace contextRef="#ctx0" brushRef="#br0" timeOffset="42">15268 13178 7835,'-5'-13'1566,"3"4"0,-4 2 832,1 1 0,-2 5-854,-6 9 0,6 1-880,2 8 0,-1 2-189,2-2 0,0 4 0,4-2 0,0 0 0,0-1 0,0-2 584,0-1 0,1-7-689,4 1 0,-3-6-212,7 1 0,0-4 0,4-4 1,-1-5-1,1-2 71,0-2 0,0-6-375,0-3 0,-4-2 69,-1-2 1,-3-1 0,2-3 0,0-6 0,-1-6-1,-1-5-186,-2-3 1,-1-3 57,-2-3 0,0 9 362,0-1 0,0 14 0,-2 10 0,-1 8 0,-1 9 773,1 5 1,2 11-644,1 12 0,0 14-287,0 3 0,0 11 0,0 1 0,1 5 0,2-1 0,3-1-1073,1-1 0,2-2-81,4-2 1,-1-10-5815,1-8 6968,6-2 0,1-8 0,6-2 0</inkml:trace>
  <inkml:trace contextRef="#ctx0" brushRef="#br0" timeOffset="43">19979 6427 7914,'-4'-25'49,"0"0"1,1 4 0,1 2 0,2 0 0,0-1 0,2-1 630,2-1 1,3 5 0,6-3 0,0 1 1608,0 4-1471,0 6 0,0 3 0,-2 8 0,-1 3 0,-1 10 0,1 11 3807,1 11-4358,2 19 1,0 11 0,-6-27 0,-1 2 0,1 1 0,-1 0 0,1 1 0,-1 1 0,0 0 0,-1 0 0,1 1 0,-2 0 250,1 1 1,-1 1 0,-2-4-1,-1 1-721,1 2 1,0 0 0,-1-8-1,0-2-534,-1 36 1,0-14-1,0-14 1,0-8-1,0-5-2460,0-8 1,1-11 0,6-26 3196,-2-1 0,-5-8 0,0 1 0</inkml:trace>
  <inkml:trace contextRef="#ctx0" brushRef="#br0" timeOffset="44">20044 6531 7868,'-50'-12'433,"4"5"1,8 7 1130,11 7 0,3 10 0,5 5 0,1 1-887,-1-2 0,2 4 0,4-5 0,1 0 46,4-3-490,2-3-97,6-6 0,1-10 0,4-12 0,5-11 0,6-9 0,5-8 342,3-5 0,2 1 0,1-1 0,4 1-25,3 4 0,-1 1 0,0 11 0,0 1 75,0 2 1,-4 7-209,1 3 0,-4 8-288,-5 5 1,2 4-1,-6 4 1,-1 5-1,-3 2 1,-5 3-413,-3 4 1,1-4-1247,-2 3 0,2-3 870,-2-1 1,-1-1 0,4-2 0,0-2 0,0 3 755,3 0 0,2 2 0,1 0 0</inkml:trace>
  <inkml:trace contextRef="#ctx0" brushRef="#br0" timeOffset="45">27633 11151 7818,'-26'0'1571,"6"0"0,3 0 0,5 0 0,9 0 548,12 0 1,15-11-1,18-9 1,12-13-1070,-21 10 0,2-2 0,5-5 0,2-4-956,2-6 1,2-2-1,5-5 1,3-3-1,-15 11 1,1 0-1,1-1 1,1-1 0,1 0-1,0 0 1,-1-1-1,0 1 1,-2 0-1,-1 3 1,-2 0-1,-1 0 1,14-16 0,-2 1-1,-3 4 1,-1 1-148,-1 2 0,0 2 1,-6 8-1,-1 4 1,-2 7-1,-1 1 0,20-11-1854,-12 9 0,-10 14-3363,-9 4 3388,-9 5 1,-8 14 0,-6 7 0,-5 7 1881,-7 10 0,0-1 0,-5 11 0</inkml:trace>
  <inkml:trace contextRef="#ctx0" brushRef="#br0" timeOffset="46">27762 10635 7844,'-37'-12'2393,"2"4"1,5 6-1605,3 10 1,11 7 0,3 17 0,2 5 0,-1 6-1,-1 5 195,0 5 1,2 0-1,1 5 1,3-2-400,1-5 1,-3-4 0,5-7 0,1-3 13,2-8 0,6-5 0,4-9 0,4-5 98,4-3 0,9-3-367,8-4 1,5-3-236,4-5 0,7-2 0,6-12 0,-1-1 0,-4-1 0,-3-2-1357,-5 0 1,0 2-1604,-4 2 1,-4 8 439,-9 5 0,0 7 2425,0-3 0,5 10 0,2 2 0</inkml:trace>
  <inkml:trace contextRef="#ctx0" brushRef="#br0" timeOffset="47">16507 14352 16918,'-12'-7'0,"0"4"0,3 6 0,5 7 0,4 6 0,6 5 0,5 6 0,7 9 0,2 12 0,3 10 0,2 10 0,-10-32 0,-1 1 0,2 1 0,0 1 0,-1 1 0,1 1 4363,0 0 1,0-1-4260,-1-1 0,0-2 0,-4 1 0,-1-1 0,10 30 0,-1-2 0,-5-6-409,-4-6 0,0-10-888,-5-13 1,3-9 0,-3-3-726,-2-4 0,-2-8 0,-1-9 0,0-11 207,0-11 1,-1-15 1710,-4-3 0,-2-6 0,-6-2 0</inkml:trace>
  <inkml:trace contextRef="#ctx0" brushRef="#br0" timeOffset="48">16495 14520 7940,'-22'0'291,"2"0"1,1 1 384,4 4 0,4 2 0,3 7 0,-1 3 311,2 5 0,1 4-613,6 4 1,0-3 50,0 3 0,0-3 0,0-2 523,0-4-626,0-8 1,2-19-207,2-11 0,-2-13 0,3-7 1,0-6-1,0-3 0,1-1 188,0 1 1,2-3 105,-3 6 1,0 0-180,0 4 1,0 8 0,5 5-1,-1 7 1,1 6 0,2 5 443,1 3 0,4 4-421,0 1 0,4 6-165,-3 2 0,3 5 0,-2 3 1,-1 1-1,3-1 0,-3-2-793,1-1 0,2 0 388,-3 0 1,3-2-431,-4-2 1,6 2 0,-1-3 0,2 0 745,2 1 0,0-1 0,0 5 0</inkml:trace>
  <inkml:trace contextRef="#ctx0" brushRef="#br0" timeOffset="49">29065 13474 7912,'0'-13'745,"0"1"0,0-1 0,0 0 0,0 0 0,0-1 0,2-2 677,2-1 0,-1-5 0,4 3 0,0-1-543,1-3 0,-6 3-650,3-1 0,0 4 0,0-4 0,-2 3 0,-2 2 0,-1 2 367,0 1 0,-7 0-393,-6 0 1,-3 2 0,-8 0 0,-6 3-1,-6-1 1,-10 2 334,-7 3 0,-7-2-122,-9 2 1,-1-1-321,-4 5 0,37 0 1,-2 0-1,2 0 1,0 0-1,-3 0 0,-2 0 1,-3 1-1,-2 0 1,-1 1-1,-1 0 53,0 2 1,0 1 0,-1 1-1,1 1-345,6 1 1,0 1-1,-4 1 1,0 0 238,-3 3 0,1 0 0,-1 0 1,1 0-1,2-1 0,2 1 1,5 1-1,1 0 0,-27 16 1,7 4 251,5 4 1,2 6-460,5 3 0,23-19 0,1 0 164,-16 32 0,18-26 0,2 0 0,3 1 0,3 0 0,0 0 0,2 0 0,-7 36 0,8-4 0,6-1 0,8 4 0,0-33 0,1-1 0,5 4 0,3-1 0,1 1 0,2-2 0,4-3 0,3-1 0,3-5 0,3-2 0,3 0 0,3-1 0,3 0 0,1-1 0,2 1 0,0-2 0,0 1 0,0-2 0,-2-1 0,2-3 0,6-2 0,1-4 0,2 1 0,2-3 0,7-3 0,2-3 0,-2-2 0,1-2 0,3-2 0,0-2 0,2-5 0,1-3 0,1-3 0,1-2 0,0-3 0,0-1 0,-1 0 0,-1 0 0,-5 1 0,-1-1-282,-2 3 1,0 0 0,-5-2 0,-1 1 281,-3 0 0,1 1 0,-3 1 0,-1-1 0,-5 0 0,-1 0 0,2-1 0,0 0 0,-4 0 0,0-1 0,-3 0 0,-1-1 0,24-19 0,-9-4-117,-6 0 1,-14-4 116,-8 4 0,-6-4 0,-7 2 0,-3-1 0,-4-3 0,-4-1 0,-6-1 0,1 3 0,-9 1 0,-11-5 0,-6-12 0,8 33 0,-2 0 0,-6-5 0,-3 0 0,-1 4 0,-3 3 0,-1 2 0,0 2 0,0 2 0,1 2 0,1 0 0,2 2 0,-26-9-1271,12 7 0,12 6-743,10 7 1,2 2 0,4 8 2013,3 2 0,8-3 0,7 5 0</inkml:trace>
  <inkml:trace contextRef="#ctx0" brushRef="#br0" timeOffset="50">13862 16443 9496,'-26'-2'0,"0"0"2820,0-3-1728,6 1 1,7 5 0,9 4 0,4 2 0,4 1 1371,5 1 0,4-6-1732,4 1 0,3 2-131,6-2 0,5 2 0,5-3 0,6 1 0,4-1 0,1-1-155,0-2 1,5 0-447,4 0 0,6 1 0,-2 3 0,9-1 0,-32 1 0,0 1 0,2 0 0,0 0 0,0 0 0,-1 1 0,32 7 0,-7 0 0,-5-1 0,-7-4 0,4 2 0,-3-6 0,1 5 0,-10-5 0,-2-1 0,-1-1 0,-2-2 0,-4 0 0,-8-5 0,-9 0 0,-3-1 0,-1 0 0,0-4 0,-6 7 0,-2-5 0,-5 3 0,-5-2 0,-3 1 0,-4 4 0,-3-4 0,-7 2 0,-5-1 0,-12 5 0,-11 0 0,-8-1 0,-7-2 0,-7-1 0,35 2 0,1 1 0,-37-1 0,36 2 0,-1 0 0,-2 0 0,-2 0 0,-2 0 0,-2-1 0,-3-1 0,-1 0 0,2-2 0,1 0 0,2-1 0,1-1 0,5 1 0,1 0 0,-28-4 0,9 1 0,4 1 0,10-4 0,8 7 0,4 0 0,23 4 0,6 0 0,12 0 0,14 4 0,10 0 0,9 5 0,5-5 0,2 2 0,3-3 0,4 3 0,8-1 0,5 1 0,2-3 0,-34-2 0,1 0 0,0-1 0,0 0 0,0 0 0,1 0 0,3 0 0,0 0 0,-5-1 0,0 0 0,0 0 0,0-1 0,33-4 0,-3 1 0,-4-2 0,-3-1 0,-10 1 0,-8-1 0,-13 2 0,-4 6 0,-9-4 0,-1-2 0,-6-1 0,-4 4-1188,-6-3 1,-10 6-1,-3 0 1,-4 2 1187,-6 2 0,1 3 0,-9 6 0</inkml:trace>
  <inkml:trace contextRef="#ctx0" brushRef="#br0" timeOffset="51">13900 17011 7881,'-37'-19'0,"4"-1"1502,7 0 1,15 7 0,15 9 0,13 2-1,11 2 1,7 2-164,7 2 1,5-1-1,8 6 1,1-1 407,-2-1 0,6 3-1238,5-5 1,-28-1 0,2 0-384,4-2 1,0 1-1,-1 1 1,1 0 0,-1-1-1,0-2 1,-1 1 0,0-1-1,-2 0 1,-1 0 0,36-1-127,-4 0 0,-6 0 0,-3 0 0,0 0 0,2 0 0,-7-5 0,-8 1 0,-5-4 0,-13 3 0,4 0 0,-2 2 0,-1-2 0,-1 2 0,-4 1 0,-3-3 0,-3 4 0,2-3 0,-4 2 0,-12 2 0,-7 0 0,-11 0 0,-8 0 0,-10-1 0,-6-2 0,-5-1 0,-7 1 0,-2 1 0,-2 2 0,-9 2 0,-4 2 0,28-3 0,0 1 0,-1 1 0,0 1 0,-3 0 0,0-1 0,-1 0 0,1 0 0,-2 0 0,0 1-402,-2 0 0,1-1 1,-3-1-1,-1 1-356,-6 1 0,1 0 1,5-2-1,2-1-65,0 1 1,2 0-1,-26 0 1,12-2 0,11 0-3180,8 0 1,24 4 4001,10 0 0,15 5 0,16-5 0,0 1 0</inkml:trace>
  <inkml:trace contextRef="#ctx0" brushRef="#br0" timeOffset="52">13862 17669 7904,'-18'-1'2825,"1"-4"0,7-3-1839,13-4 0,10 5 0,26 3 0,5 2 740,5 2-1015,8 0 1,-2 0-1,5 2 1,4 1-1,8 1 1,-31-2-1,0 0 1,2 0-1,1 0 50,2 1 0,-1-1 0,-1 0 0,1 0-761,-2-2 0,0 0 0,-4 0 0,-1 0 0,31 0 0,-7 0 0,-4 0 0,1 0 0,-1 0 0,-2 0 0,-6 0 0,-6 0 0,-9 0 0,-8 0 0,-6 0 0,-1 0 0,2 0 0,-3 0 0,-2 0 0,0 0 0,-1 0 0,-2 0 0,-1 0-2142,0 0-1715,0 0 2253,-6-6 1604,-1 5 0,-6-11 0,0 5 0</inkml:trace>
  <inkml:trace contextRef="#ctx0" brushRef="#br1" timeOffset="53">28627 3975 7865,'-12'-37'6421,"4"4"-3538,3 7 0,4 13 0,2 15-806,4 9 0,3 9-1286,9 10 0,-2 15-791,2 11 0,-7-21 0,0 3 0,0 2 0,0 2 0,1 2 0,1 2 0,0 3 0,-1 1 0,1 4 0,0 1-126,0 3 1,-1 1-1,2 3 1,0 0 0,1 1-1,-1 0 1,-1-2 0,-1-2 125,0-2 0,-2-2 0,0-7 0,-2-1 0,-2-3 0,-1-2 0,-1-4 0,-1-1 0,-2 31 0,5-6 0,-1-5 0,-1-4 0,-3-7 0,-3-5 120,-1-7 1,-2-3-963,2-5-489,2-11 0,-3-5 1,5-17-1,0-11 1,0-13 1330,0-14 0,0-2 0,0-10 0</inkml:trace>
  <inkml:trace contextRef="#ctx0" brushRef="#br1" timeOffset="54">28368 3846 7776,'-37'-13'1324,"3"2"1,4 2 426,2 5 1,8 14 0,3 7 0,4 7 1081,5 7 1,2-4-1121,6 3 0,0 0-1356,0-4 1,11-5 0,8-12-1,8-5 1,9-5 0,4-9-358,3-12 0,6-15 0,-2-15 0,-2-4 0,-24 27 0,1-2 0,-1 1 0,1 0 0,17-22 0,-8 8 0,-6 8 0,-8 12 0,-3 9 0,-1 11 0,0 13 0,0 12 0,0 18 0,4 10 0,0 8 0,0 0 0,1-1 0,0-4 0,2-3 0,-3-8-561,5 2 0,-5 0-1803,5-4 1,-2 3 2363,1-8 0,9-2 0,-2-1 0</inkml:trace>
  <inkml:trace contextRef="#ctx0" brushRef="#br1" timeOffset="55">29117 6518 7740,'-6'-26'1966,"3"6"0,-4 6 0,2 9 0,2 14 0,1 11-328,2 9 0,0 5 1,2 9-1,1 3 0,1 1 1,0 1-1322,2 0 1,-3 3 0,4 2 0,0 1-318,0 2 0,-2-6 0,2-7 0,0-3-101,0-1 1,-3-6-1,4-3 1,-1-4-4743,0-4 0,2-5 4843,3-9 0,7 4 0,1-5 0</inkml:trace>
  <inkml:trace contextRef="#ctx0" brushRef="#br1" timeOffset="56">29633 6440 7723,'-1'-18'0,"-2"-2"3420,-1 0-3155,-1 7 1,7 4 0,2 9-1,3 6 1,2 5 0,0 6-1,1 4 1,1 0 0,2 1-1,0-1 1,1 1 0,2-1-1,1 1 1,0-2 0,1-5-1,0-3 1,2-5 0,2-1-1,-2-3 1,-1-3 0,-2-6-1,0-7 1,-1-8 0,-3-8-1,-5-6 1,-3-3 0,-4-5-1,-2-5 1,-4-2 0,-3-1 0,-5 0-1,-4 5 1,-5 8 0,-4 8-1,-2 5 1,-3 7 0,3 3 895,0 8 1,3 6-2921,-1 5 1,6 9 0,3 8 1758,2 4 0,8 6 0,1 2 0</inkml:trace>
  <inkml:trace contextRef="#ctx0" brushRef="#br1" timeOffset="57">30072 6156 7723,'-7'0'4915,"-4"0"0,9 2-3385,-2 2 0,2 3 0,2 8 0,0 2-1032,0 4 0,0 9 0,0 6 0,2 4-459,2 4 0,-2 4 18,2 0 1,-8 0-245,-5 0 1,-3-4 0,-2-4-1,-3 2 1,-3-1 0,0-2-1636,3-3 0,2-7 155,2 1 1,2 1 590,2-1 0,3-5 0,6-8 0,0-3-1360,0-1 0,6-6 1435,3-2 0,7-10 874,1-3 1,6-8 0,-3-1 0,1 1 0,1 2 0,-1 1 389,-1 0 0,3 0 388,-5 0 1,3 6 519,-4 3 1,2 2-1,-3 2 1,1 2 0,-1 2-1,-1 5 1767,3 2 0,-4 2-2221,3 0 0,3 0-386,2 0 0,-2-6 0,1-3 0,2-4 1,2-4-1,-1-6 933,-2-6 1,-4-4-766,-5-6 0,-6-1-306,-2-3 1,-4 3-1,-4-2 1,-5 4-1,-10 5 1,-6 3-194,-6 6 0,-3 4 0,-6 7 0,5 1 0,-1 3 0,2 5 0,-1 8 0,5 3 0,5 2 0,5-1-4225,5 2 0,0-3-2917,9 2 7142,1-6 0,15 2 0,4-5 0</inkml:trace>
  <inkml:trace contextRef="#ctx0" brushRef="#br1" timeOffset="58">30924 6298 7730,'0'-34'1250,"0"2"1,0 5 1258,0 7 0,0 4-1571,0 3 1,4 8 0,1 6-1,-3 11 1,0 11 0,-2 10 0,0 10 184,0 5 0,0 7 0,-2-2 0,0-3-534,-3 0 1,1-5 0,4-2 0,0-5-590,0-3 0,0-9 0,0-9 0,0-3 0,0-1 0,0-7 0,0-6 0,-1-7 0,-2-6 0,-2-4 0,3-5 0,0-4 0,2-4 0,0-4 0,0-9 0,0 0 0,0-9 0,0-5 0,0-6 0,2-6 0,-1 32 0,2 1 0,0-2 0,2 1 0,3 1 0,0 0 0,9-27 0,-1 10 0,4 16 0,0 14 0,2 10 0,-1 6 0,1 14 0,4 10 0,-1 12 0,1 5 0,4 8 0,1 2 0,-3 2 0,-1 2 0,1-1 0,2 0 0,-3 1 0,3 3 0,-3-5 0,-1-3 0,-7-4 0,-6-5 0,-7-5 0,-6-6 0,-6-4 0,-7-1 0,-7-4 0,-10 4 0,-9-4 0,-8-1 0,-4 0 0,-2 0 0,-1-2 0,-3-1 0,-1-3 0,1-1 0,7-2-1849,7-4 1,10 0-4180,7 0 6028,11 0 0,15-5 0,8-2 0</inkml:trace>
  <inkml:trace contextRef="#ctx0" brushRef="#br1" timeOffset="59">31827 5756 19961,'-7'12'0,"3"6"0,4 11 0,3 10 0,3 8 0,1 8 0,4 5 0,4 2 0,2-1 0,-1-2 0,-2-2 0,-3-4 0,-1-4 0,-2-7 0,-3-6 0,-2-6 0,-1-4 0,-2-5 0,-2-5 0,-1-5 0,-2-4 0,-3-1 0,-2-3 0,-1-1 0,-2-2 0,0-2 0,0-4 0,0-7 0,0-5 0,0-8 0</inkml:trace>
  <inkml:trace contextRef="#ctx0" brushRef="#br1" timeOffset="60">31763 5692 24037,'4'-33'0,"2"3"0,0 4 0,2 4 0,2 5 0,6 3 0,3 1 0,4 0 0,3 2 0,2 2 0,4 5 0,2 2 0,5 4 0,2 2 0,0 6 0,-6 6 0,-4 5 0,-4 5 0,-4 3 0,-6 2 0,-8 2 0,-7 5 0,-4 2 2317,-7 3 0,-5 4-2317,-12-4 0,-10 0 0,-3-4 0,-8-6 0,0-2 0,-2-2 0,2-3 0,5-6-2753,6-4 1,6-8 2752,8 1 0,-2-6 0,4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55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24406 6673 8094,'-4'-15'224,"0"0"0,1-3 1,3 4 937,4 4 1,-1 0-846,6 6 0,-7-6 0,4 1 0,-2-4 0,1-3 0,-4-1 0,-4 1 1634,-5 2-1767,-10 1 1,1-6 0,-7-1 0,-5-3 0,-2-1 0,-5-5 712,-1-2-858,-2 2 1,0-2 0,0 3 0,-1 0 154,-3-2 1,-4-1-73,-9 6-1463,3 5 1444,-10-5 0,4 11 0,-4-5 0,3 3 1,2 2-1,2 3-37,0-1 1,-11 5 0,-3 0 0,31 3 0,0 1-57,-2-1 0,1 0 1,1 3-1,0 0-52,2-2 0,1 1 0,-1 1 0,-1 1-40,-2 0 0,-1 0 0,-3-2 0,-1 0 0,-2-1 0,1 0 0,1 0 0,1 0 0,2 0 0,0-1 0,2 0 0,0 1-71,0-2 1,-2 0-1,-2-1 1,0 0 111,-4 0 1,1-1 0,2 3 0,1 0-4,3-1 1,0 1-1,3 2 1,0 1-1,0-1 1,0 0-1,-2 1 1,-2 0-1,-1 2 1,-1 0-1,-3 1 1,1 2-5,0 2 0,0 1 0,0-1 0,2 2 0,3 2 0,0 1 0,-3 1 0,0 1 37,-2 1 1,-1 0 0,-1 1-1,0-1 1,-1 3 0,-1 1 0,2-1-1,0 1 1,1 1 0,-1 0 0,0 0-1,0 2 1,0 0 0,-1 1 0,-1 1-1,1 1 1,0 1 0,2 0 0,1 1-1,1 0 1,4-1 0,-1-1 0,3-1-1,-1-2 1,2-2 0,-1-1 0,1-1-1,0-1 1,1-1 0,1-1 0,-32 13-1,7 1 1,6 0 0,4 4 0,0-1-1,-3 4 1,-3 2 0,26-16 0,1 1-1,1 1 1,1 0 0,-24 24 0,9 2-1,8 1 1,4 3 0,4 0 0,3-1-1,2-5 1,5-2 0,4-2 65,5-2 0,-2 4 1,5-1-1,2 1 0,3 1 1,5-2-1,5 3 0,4 1 1,5 2-1,1-1 0,3 2 1,1 4-1,3 5 1,3 3-1,6 0 0,-16-32 1,2-1-1,1-2 0,3-1 1,0 0-1,2 0 0,2-1 1,2-1-1,0 1 1,2-2-1,0 0 0,1 0 1,-2-2-1,1-1 0,-1-1 1,1 0-1,2 0 0,0 0 1,4 1-1,2 0 1,4 0-1,1 1 0,3-1 1,0-1-1,1 0 0,0-1 1,1-1-1,-1 0 0,3-1 1,1 0-1,4 1 0,2-1 1,1 0-1,0-1 1,1-2-1,-1 0 0,0-1 1,1-1-1,1-2 0,1 0 1,3 0-1,0 0 0,2-1 1,-1 0-1,1 0 1,-1 0-1,1-2 0,-1-1 163,3-1 0,0 0 0,-3-4 0,-1 0 1,5 2-1,1-1 0,-25-1 0,0-1 1,0 0-223,1 1 1,0-1-1,0-1 1,0 0 0,0-2-1,0 0 1,20-3 0,-1-1-1,-20 1 1,0-1 0,1 0-80,0-1 1,1 0 0,0 0-1,1-2 1,1-1 0,-2 0 0,-1 0-1,-2 0 1,1-1 0,-1-1-1,-1 0 1,1 0 51,22-8 0,-1-1 0,-22 7 0,0-1 0,0 0 0,-1-2 1,-1-1 0,1 0 0,1 0 0,0 0 0,0-1 55,20-9 1,-1-2 0,0 0 0,-1 0 0,-8 3-1,-1-1 1,3 0 0,0-1 0,1 0 0,0-1-1,-2-1 1,-1 1 99,-4-1 1,-2-1-1,1 0 1,-2 0-101,-4-1 0,-1-1 0,-1 2 0,1-1 19,0-2 1,0-1 0,-6 1-1,-2 0 1,-6 0 0,-3-1-1,-4 2 1,-2 0 0,-4 0 0,-1-1-1,0 0 1,-2-1 116,0 0 1,-1-2 0,-1-1 0,-2-2-128,-2 1 0,-1 1 1,-1 1-1,-2 0-18,-5-34 0,-4 36 0,-1 0 0,-2-4 0,-3 0 0,-3-2 0,-3 1 0,-1 0 0,-2 0 0,0 1 1,-2 1 63,0 2 0,-1 2 1,-3 0-1,-1 1-82,-3 2 1,-3 2 0,-6-1 0,-4 1-17,-3 0 1,0 2 0,-2-3 0,0 2-1,0 2 1,0 1 0,1 2 0,0 0-1,0 3 1,0 1 0,0 3 0,-1 2-321,0 2 0,-1 2 1,1 1-1,0 2 1,2 2-1,1 1 1,1 0-1,0 0-249,2 2 0,0 0 0,2 0 1,1 1 30,1 0 0,0 1 0,0 2 0,0-1-158,-32-3 1,5 2 0,6 5 713,5 6 0,6-4 0,12 10 0,5-4 0,3-2 0</inkml:trace>
  <inkml:trace contextRef="#ctx0" brushRef="#br0" timeOffset="1">10738 7060 7991,'-13'0'96,"0"0"1,0 0 0,1-2 0,-1 0 0,0-3 0,-2 1 0,0-2 45,-3-2 0,-6-4 0,0-1 0,-6 0 0,-3-1 0,-3-2 19,-2-1 0,0-6 1,-2 2-1,-3-5 201,-5-4-312,-2 2 0,-9-3 0,-7 5 0,29 12 0,-2 1 1,-1-1-1,-1 1 0,0-1 0,0 0 0,1 2 0,1 0 51,-1-1 0,0 2 0,-5 1 0,-1 1-396,-5 0 1,-1 1 0,-3-2 0,-2 1 316,-1 0 0,0 1 1,-2 1-1,0 1 0,2 2 1,-1 1-1,-1 0 0,-2 0 1,0 1-1,0 1 1,1 1-1,0 0 58,2 2 0,0 0 1,-3 3-1,1 2 1,3 2-1,1 1 1,1 0-1,0 1-64,4 2 1,0 1-1,-2 1 1,0 0-1,2 4 1,1 0-1,-1-1 1,1 1 7,0 0 1,1 2-18,2 5 0,0 1 1,1-1-1,1 1 1,-3 5-1,0-1-3,-2 0 1,-1-1 0,2 1 0,0 1 0,3-2-1,1 0 1,1 1 0,1 1 1,1 0 1,0 1-1,-4-1 1,-1 0-1,-1 1 1,0 0-1,3 0 1,2 1 24,3 1 1,2-1 0,3-2 0,3-1-18,4-2 0,2-2 0,0-1 0,1 0 22,-13 21 1,-1-7 0,10-5 0,3 2 0,4 3 0,7 5 16,6 1 1,6-3-13,8 4 1,9-1-3,8 1 1,14-1 0,6-4 0,7 1 0,5-2 127,0-1-178,-19-17 1,2-1-1,-2-2 1,2 0-1,9 2 1,2-1-1,2 0 1,1-2-66,2 1 1,1-1 0,2 0 0,0 1 0,1-1 0,0-1-1,4-1 1,1-1 185,1-2 1,2-2 0,1-1-1,0-2-187,1-2 1,2-1 0,-20-3 0,1 0 0,1-1 123,3 1 1,0 0 0,0 0-1,0-2 1,-1 0 0,0 0 0,1 0-1,1 0 1,-1 0 0,2-2-1,-1 0 1,1 0 0,1-2 0,-1 0-1,2-1 1,0-1 0,1 0-1,0-1 67,3 0 0,1-1 0,-1-2 0,-4 0 0,0-1 0,-1-1-121,3 1 1,0-2 0,0 0-1,0-2 1,-1-1 0,1-1-31,0 0 1,-1-2-1,2 1 1,1-1-1,1 1 1,0-1-1,-3-1 1,0-1-1,-1 0 1,-1 1-1,1 1 1,-2-1 0,-5 2-1,0 0 1,-1-1-1,-3 2 1,-1 0-1,0 0 81,21-9 0,-1 1 0,-4 1 0,-1 0 0,-1 0 0,-2-1 1,-5-1-1,-3 0-328,-3-2 1,-2-1 0,1 0 0,0-1 353,2-1 0,-2-1 1,-3 3-1,-2-1 45,-3 3 1,-3 0 0,15-19 0,-13 2 0,-11 2 0,-9 1 0,-4-3 151,-4-4 1,-11 0 0,-12-4 0,-10-3 20,-9-4 0,9 30 1,-3 1-269,-1-4 1,-4 1-1,-6 4 1,-4 2-21,-4-2 1,-3 1 0,-3-2 0,0 0 0,-2 0 0,0-1 0,0 0 0,0 1 0,0 1 0,-1 0 0,0 3 0,0 1-575,0 1 1,0 3-1,3 1 1,0 1 97,5 2 1,0 2 0,3 2 0,0 0 135,1 1 1,0 1 0,4 3 0,-1 3 0,1 1 0,1 3 0,-30 9 339,11 10 0,1 7 0,9 2 0,-3 0 0</inkml:trace>
  <inkml:trace contextRef="#ctx0" brushRef="#br0" timeOffset="2">18831 1407 8112,'0'-9'10,"1"1"1,2-2-1,1-2 2374,-1-1-1112,4 6-753,-5 1 0,3 8 0,-5 2 1,0 5-1,0 2 770,0 2 1,5 1-869,-1 4 0,2 0 1,-3 7-1,1-1 0,-1 5 1,0 4 734,1 7 1,-1 6-878,5 10 0,-6-21 0,-1 3-123,2 6 1,-1 2 0,-1 6 0,-1 2 0,0 9 0,0 2 0,0 4 0,0 2 0,0-21 0,0-1 0,0 1 0,0 2 0,-1 1 0,1-1 358,-2 0 0,1 0 0,-1 0 0,2-1 0,-1 0 0,1-1-815,-1 1 1,-1-1-1,1 0 1,0 16 0,0-2 299,1-3 0,0-1 0,0-7 0,0-2 0,0-7 0,0-2 0,0 0 0,0-2 0,0-1 0,0 0 0,2 32 0,2-6 0,2-12 0,2-10 0,4-7-1097,-4-2 1,2-11-1,0-3-2089,-1-8 0,-6-8 2216,1-8 1,-2-5 964,-2-8 0,0-9 0,-2-7 1,-2-1-1,-6-2 0,-5-3 1,-3-4-1,-2-1 0,-3-1 0,-2 2 1,0 0-1,-1 0 0,-1 1 1,-1 4-1,1 3 0,3 7 0,1 5 1,3 5-1,2 6 0,4 3 1,3 6-1,2 6 0,5 6 0,2 2 1,2 3-1,2 5 0,2 7 1,5 7-1,2 6 0,2 5 0,1 8 1,4 5-1,3 3 0,3 0 1,2 1 9834,0-3-9804,0-6 1,0-9 0,-1-8 0,3-7 0,-1-6 0,0-9 0,-4-8 0,-1-5 0,-4-5 0,2-7-1,-1-5 1,0-5 0,-4-5 0,1-7 0,0-8 0,1-7 0,-1-5 0,-2-8 0,1-5 0,-1-5-1,-6 36 1,0-1 0,-1 1 0,0-1-27,1 0 0,0-1 0,5-33 0,-7 34 0,1 1 0,1-1 0,0 0 0</inkml:trace>
  <inkml:trace contextRef="#ctx0" brushRef="#br0" timeOffset="3">26329 903 7838,'-13'-51'223,"0"4"0,1 8 1,-3 14-1,-2 13 1,-5 6-1,-5 1 0,-6 1 1,-7 1-1,-6 3 1,-5 6-1,-5 7 0,-3 8 1,-3 8-1,1 7 1,29-15-1,0 1 0,0 4 1,0 1-1,-3 4 1,0 1-1,-3 3 1,0 2-1,-1 1 0,0 1 1,2 1-1,2 1 1,5-1-1,3 1 0,5-1 1,4-1-1,5-1 1,3-1-1,0 30 0,10-8 1,9-12-1,8-11 1,7-9-1,8-5 1,6-6-1,10-6 0,5-7 1,3-6-1,-2-7 1,-1-6 9606,-1-6-9663,-12-2 1,-4-2-1,-15 2 1,-5 1-1,-6 3 1,-5 1 0,-5 3-168,-5 2 0,-9 7 0,-12 3 0,-11 5 0,-10 8 0,-5 6 0,-5 17 0,25-13 0,0 1 0,-1 2 0,-1 3 0,1 2 0,0 2 0,1 2 0,2 2 0,6-1 0,3 1 0,3 1 0,4 1 0,-6 28 0,11-7 0,8-7 0,5-15 0,13-4 0,9-8 0,10-5 0,4-9 0,10-3 0,9-4 0,4-1 0,2 0 0,-2-1 0,-3-4 0,-3-2 0,-5-6 0,-10-4 0,-5 0 0,-4 1 0,-4 2 0,-2 1-3453,-1 0 1,-2 0 1546,-2 0 1,1-1 1905,-6-3 0,6-3 0,-3-6 0</inkml:trace>
  <inkml:trace contextRef="#ctx0" brushRef="#br0" timeOffset="4">26316 2026 7783,'0'-27'1426,"2"6"0,2 18 0,5 13 0,1 13 3489,-2 10 0,4 5-4660,-4 5 0,4-1 0,-1 5 1,-1 2-1,-2 1 0,-1 0 0,-2-2 1,1-5-4315,-3-3 2434,4-1 0,-5-6 0,2-5 1625,-3-5 0,5-10 0,1-7 0</inkml:trace>
  <inkml:trace contextRef="#ctx0" brushRef="#br0" timeOffset="5">26265 2168 7809,'0'-26'1575,"1"2"0,3 3 4282,5 3-5011,8 10 0,9 2 1,10 6-1,7 0 0,9 1 1,6 4-1,5 5 2072,2 6 0,-6 5-2871,-3 9 1,-10-3-48,-8 4 0,-5 0 0,-10 1 0,-4-1 0,-8 1 0,-3-4 0,-6 0 0,-6-1 0,-4 3 0,-4-3 0,-1 3 0,-1-2 0,-2-3 0,-3 0 0,1-4 0,-2-5-4916,0-6 1,4-4 4526,-1-6 0,2 0 0,2 0 0</inkml:trace>
  <inkml:trace contextRef="#ctx0" brushRef="#br0" timeOffset="6">27104 1897 7846,'13'-17'2579,"-1"3"0,4-14 0,4 7 781,6 2 1,9 2-2100,-1 4 0,5 5-1084,4-1 1,-3 2 0,3-3 0,-3 3-1,-3-1 1,-1 3-2200,-1-1 1,-1 0 0,3 3 2021,-2-1 0,2-6 0,-4 3 0</inkml:trace>
  <inkml:trace contextRef="#ctx0" brushRef="#br0" timeOffset="7">27452 2052 7846,'-13'9'863,"0"-2"0,0 0 1645,1 0 1,4-2-1100,4 3 0,10-5-1205,7 1 0,7-8-785,10-5 1,3-3 580,6-6 0,11-2 0,3-6 0</inkml:trace>
  <inkml:trace contextRef="#ctx0" brushRef="#br0" timeOffset="8">28304 903 7788,'-13'-20'354,"0"-4"1,0 4 0,0 0 289,0 3 1,-4 2 0,0 4 0,0 2 0,0 5 0,-1 4 1119,3 4 0,6 9 1,5 9-1,2 3-637,2 6 0,2 0 0,3 5 0,8-3-621,7-2 0,11-5-288,3-4 1,3-8-141,2-1 1,0-6 0,-1-7-1,0-3 1,-4-5 0,-4-11 384,-3-8 1,-8-8-208,-6-8 0,-6-2-537,-7-7 1,-7 0 0,-6 2-1,-8 4 1,-8 6 0,-7 6-1618,-6 2 0,2 9 343,-3 10 0,9 6 551,4 7 1,5 7 0,10 6 0,12 6 0,14 1 0,16-3-645,15-3 1,5-6 0,12-4 0,-1-3 1647,-4-1 0,5-5-216,1-4 1,2-2 609,-2-2 1,-8 1 0,-12 4 0,-9 3-1,-9 5 1,-8 7 3572,-5 11 1,-11 7-1860,-11 14 0,-7 13-1590,-10 8 0,13-27 0,0 1 0,-4 4 1,0-1-1,-1 0 0,0-1 0,0 1 0,-1-1 1,1 1-1,0-1-156,1 1 1,0 0 0,1-2 0,0 0-460,0-1 1,1 1 0,-12 26-1183,5-13 1,2-5 0,6-9-2376,3-4 1,12-14 1321,7-7 1,13-18 198,9-8 0,1-6 2133,8-3 0,-4-3 0,8-5 0,3-6 0</inkml:trace>
  <inkml:trace contextRef="#ctx0" brushRef="#br0" timeOffset="9">28743 1394 9394,'7'0'6293,"-1"0"-5490,-6 0 1,5 0-331,4 0 0,3 0-330,0 0 1,3 0 0,1-2 0,2-2 0,2-4 0,3-4 0,0-2 0,0-2 0,-4-1 0,-4 1 0,-4 2 0,-4 1 0,-4 0 0,-3 1 0,-5 4 0,-5 3 0,-4 5 0,-5 5 0,-1 3 0,-1 4 0,1-1 0,2-1-1,4-2 1,1-3 0,2 0 0,3-3 0,10-2-144,9-5 0,14-11 0,8-4 0</inkml:trace>
  <inkml:trace contextRef="#ctx0" brushRef="#br0" timeOffset="10">29685 594 7893,'-13'0'1168,"0"0"0,0 1 1194,0 3 0,0 6-1553,1 12 1,-6 10 0,-2 19-1,-3 15 1,9-28 0,0 2 0,-1 2-1,-1 2 140,1 0 0,-1 1 0,-1-4 1,1 1-707,3-3 1,0-1-1,-10 22 1,10-12-1,2-10 148,2-7-44,3-1 1,6-23 0,0-4 48,0-13 1,6-10-397,3-11 0,7-3 0,1-9 0,6-3 0,-3-7 0,1-1 0,1-4 0,1-1 0,1-2 0,-11 27 0,0-1 0,0-2 0,0 1 0,-2 1 0,-1 0 0,12-34 0,-6 6 0,1 7 0,-3 10 0,-1 11 0,0 14 0,-4 19 0,-1 21 0,2 10 0,2 9 0,2 8 0,3 10 0,5 4 0,2 4 0,8 0 0,2 1 0,-1-7 0,1-2 0,1-4 0,2-3 0,-2-5 0,-7-5 0,-5-10 0,-6-9 0,-8-6 0,-5-1 0,-5 0-545,-8 0 1,-11 0 0,-17 0 0,-8-1 0,-9 1 0,-5-1-4011,-2-4 1,2 2 2118,11-5 2305,-2-1 1,4 2 0,-5 1-1</inkml:trace>
  <inkml:trace contextRef="#ctx0" brushRef="#br0" timeOffset="11">30253 852 7817,'1'-32'4915,"4"6"0,-3 15-3481,7 15 1,-5 11-1,5 15 1,1 6-620,1 5 1,4-1 0,2 3 0,5-2 13,2-3 0,3-5-647,3-3 1,3-4-183,6-4 0,1-5 0,2-9 0,1-5 0,-3-7 0,-3-9 0,-2-7 0,-11-6 0,0-4 0,-4-6 0,-4-5 0,-1-5 0,-3-6 0,-4-5 0,-4-3 0,-3-4 0,-4 1 0,-5 2 0,-11 2 0,-7 3 0,-4 6 0,-7 10-2247,-2 10 1,-1 8 1281,-7 5 1,1 10 0,-3 8 0,3 11 0,2 9 0,5 8 964,8 5 0,0 3 0,11 2 0</inkml:trace>
  <inkml:trace contextRef="#ctx0" brushRef="#br0" timeOffset="12">30576 761 7817,'12'0'3003,"1"5"-2327,0-1 0,6 10 700,2-1 1,-1 3-1,2-3 1,2 0-1,5 0 1,4 0-267,0 0 1,9-6 0,-2-1 0,3-2-2506,1 0 0,5 0 963,-2-4 0,-2-1-1361,-2-3 1,-9 2 0,-4-2 0,-4 3 1792,-4 1 0,-9 5 0,-8 2 0</inkml:trace>
  <inkml:trace contextRef="#ctx0" brushRef="#br0" timeOffset="13">28407 2078 7769,'-39'-12'3276,"7"1"1,4-5 0,10 13 3849,9 13-6817,29 3 0,12 10 1,28-6-1,9-2 1,-31-9-1,3-2 1,4-1-1,1-2 0,8 0 1,1-2-140,6 0 0,3-2 1,-13-1-1,1-1 1,1-1-171,7-1 0,1-2 0,-1 0 0,-1-1 0,0 0 0,1 0 0,2-2 0,0 1 0,-1-1 0,-5 2 0,0 0 0,-2 0 0,-3 1 0,-1 1 0,0 1 0,19-3 0,-2 1-311,-4 2 0,-4 1 1,-13 4-1,-3 0-3036,26-2 0,-13 4 1966,-9 4 0,-10 3 0,-12 7 0,-14 4 1,-15 3-1,-19 3 1381,-17 2 0,-6 0 0,-12 0 0</inkml:trace>
  <inkml:trace contextRef="#ctx0" brushRef="#br0" timeOffset="14">28640 2672 7799,'-25'-10'1752,"2"-2"829,2 2 1,6 4-1190,2 11 1,6 8 0,7 8 0,3 3 0,4 2 0,8 0 2402,3 0-3576,4 0 1,9-2 0,4-4 0,2-5 0,3-7 0,2-2 0,1-3-87,-2-2 0,-6-7-133,-5-2 0,-10-4 0,-7-1 0,-2-4 0,-8-1 0,-6-1 0,-8-1 0,-9 1 0,-5 1 0,-8 0 0,-5 5 0,-1 2-500,-4 2 0,7-1 1,3 6-1,2 1 0,3 2 1,7 2-1959,8 3 0,7-1 1,12 5-1,10-3-1809,12-2 0,13-1 3673,15-2 1,2-6 727,7-3 1,-3-1-1,-7 2 1,-9 3-1,-10 4 1,-10 1 1597,-7 0 1,-6 7 680,-5 6 1,-8 8-1329,-8 14 0,-10 1 1,-3 14-1,-5 6 0,-4 7 1,13-30-1,-1 1-710,0 2 1,-1-1 0,0-2-1,-1 0 1,0 2 0,0 0-1,0-2 1,0 0-1252,-19 27 0,-1-3 159,10-18 1,6-3-1300,7-10 1,9-8 0,8-6-1545,8-11 0,9-12 1361,4-11 2199,9-2 0,3-2 0,6 0 0</inkml:trace>
  <inkml:trace contextRef="#ctx0" brushRef="#br0" timeOffset="15">28962 3343 7799,'13'-7'0,"0"-3"632,0 5 0,-2 0 0,-1 2 0,-1 0 0,0 4 668,-2 6 0,4 5 1,-4 1-1,2 0-292,0 0 0,-1 0-347,5-1 1,4-4-170,1-4 0,0-3 0,-2-1 1,1 0-1,0-1 0,1-5 1505,-1-7 1,-1-1-1112,-8-8 1,2 1-812,-5-5 0,-1 2 0,-6 1 0,-2 3 0,-4 2 1,-5 6-776,-5 2 1,3 7 430,-7-2 1,5 5-2039,-5 5 0,7 2 1,-1 6-1,6 0 2307,6 0 0,2-1 0,2 1 0</inkml:trace>
  <inkml:trace contextRef="#ctx0" brushRef="#br0" timeOffset="16">29672 2878 23036,'-1'-11'0,"-2"4"0,-2 7 0,1 10 0,0 10 0,0 10 0,1 6 0,1 2 0,1 1 0,-2 0 0,-1-2 0,1-1 0,1-3 0,2-3 0,0-6 0,0-8 0,0-10 0,0-12 0,0-8 2817,0-8 1,0-8-2818,0-4 0,0-9 0,0-5 0,0-2 0,0-4 0,2-4 0,2-2 0,3-4 0,6 8 0,-4 5 0,-1 8 0,1 6 0,4 8 0,0 12 0,1 12 0,2 9 0,1 9 0,10 11 0,-1 11 0,9 9 0,-1 8 0,5 1 0,-18-23 0,1 0 0,1 0 0,0 0 0,0 0 0,0 0 0,20 29 0,-3-1 0,-2-3 0,1-4 0,-2-4 0,-2-4 0,-9-9 0,-9-3 0,-7-10 0,-2-4 0,-8-2 0,-4-2 0,-13-1 0,-10 1 0,-8 0 0,-2 0 0,-9 0-32,-5 0 0,-3 0-2426,-6 0 0,4 0 1,-1 0-1,5-1 2350,11 1 1,12-5 0,10-3 0</inkml:trace>
  <inkml:trace contextRef="#ctx0" brushRef="#br0" timeOffset="17">30485 2994 7720,'6'-13'856,"-5"0"1,5 1-1,0 0 1405,2 4 0,0 2 0,0 6-801,2 0 0,-3 6-1422,2 2 0,-6-1-530,1 2 0,-2-1 1,-2 5-1,-2-1 1,-2-2-498,-5-1 1,2-7 630,-2 3 735,7-4 0,-10-1 883,4 0 1,0 0 2247,0 0-2196,5 0 1,-7 6 0,4 2 24,-1 4 1,4 2-1338,-1 3 0,2 4 0,2 4 0,6 3 0,3 0 0,2 4 0,2 1 0,0 1 0,0-1 0,0-6 0,0-5 0,0-8 0,0-1 0,-6-3 0,-3-10 0,-4-7 0,-4-6 0,-5-4 0,-4-10 0,-4 1 0,1-8 0,-5-1 0,1-8 0,-3-6 0,3-5 0,2-8 0,7-7 0,7 31 0,2-1 0,1-2 0,2-1 0,1-3 0,2-1 0,2 2 0,2 1 0,3 1 0,3 2 0,13-27-115,7 19 0,-1 11 115,2 16 0,2 8 0,-4 8 0,1 7 0,-1 6 0,0 10 0,0 5 0,-4 7 0,1 0 0,-7 6 0,-1-2 0,-7 3 0,1 2 0,-6 0 0,-6-2 0,-4-2 0,-4-5 0,-4 1 0,-11-1 0,-7-1 0,-7-2 0,-6-1 0,-4 0 0,-4 0-4755,-9-1 4755,-3 1 0,-8 0 0,0 0 0,-1 0 0,34-13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57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11513 10532 7194,'-8'0'2050,"3"0"-1425,-1 0 0,5-2 1378,-4-2-403,4 3 0,1-11 1438,0 3-2470,0 4 1,0 0 0,0 10-51,0 3 1,0-1-1,0 2 489,0 1-761,0 2 0,0 1-57,0-1 1,0 1-1,0 0 1,1 0-1,2 1 1,1 4 158,-1 3 1,-1-1 0,-2 2 0,0 1 146,0 1 0,4 6-167,0 0 0,1 0-241,-5-4 1,0-1 0,0-2 0,0-2 0,0 1 0,0-1 147,0 1 1,0-5-236,0 4 0,0-5 0,0 1 0,0-1 0,0 0 0,0 1 0,0-1 0,0-2 0,0-1 0,0 0 0,0 0 0,0 0 0,0 0 0,1 0 0,3 0 0,-2-1 0,2 1 0,-2 0 0,-2-4 0,0-1 0,0 1 0,0 4 0,0 0 0,0 0 0,0 0 0,0-5 0,0 1 0,0 1 0,0 1 0,0 2 0,0-4 0,0 0 0,0-7 0,0 4 0,0-7 0,0-4 0,-2 0 0,-1-5 0,-1 1 0,-2 2 0,3-3 0,-2 1-115,-3-1 0,4-1 1,-3-2-1,0 0-184,0 0 1,-2-1 322,-4-4 1,2 4 0,1-3 299,1 3 1,2 1 0,-3 1-317,1 4-8,6 2 0,-2 7 0,5 4 0,0 5 0,0 5 0,0 5 0,1 6 0,2 0 0,1 0 0,5 1 0,-5 3 0,6-2 0,-1 2 0,2-5 0,1-3 0,-2-3 0,-2-2 0,2-1 0,2-5 0,1-4 0,0-7 0,1-1 0,3-4 0,-3-9 0,5-10 0,0-8 0,2-4 0,4-5-3955,0-4 1,3 4 3954,2-2 0,-3 8 0,5 4 0</inkml:trace>
  <inkml:trace contextRef="#ctx0" brushRef="#br0" timeOffset="1">11642 11551 7983,'-8'-5'1696,"1"3"1478,3-2-661,3 2-1224,-5 2-841,6 0 0,6 0 0,2 0 326,4 0 0,1 0-402,-1 0 0,-3 5-156,0-1 1,-5 0 0,5-4 0,1 0-1,1 0 249,2 0 1,-4 0-303,-1 0 0,1 0-24,4 0 1,-5 0-1,1 0 1,1 0 0,1 0-1,2 0 256,0 0 0,-4 0-230,-1 0 0,1 0-32,4 0 0,0 0 0,0 0 0,0 0 0,0 0 133,0 0 1,-1 0 0,1 0 31,0 0-177,0 0 1,0 0-63,0 0 1,-4 0 0,-1 0 0,2 0 0,2 0 62,1 0-17,-1 0 1,1 0-130,0 0 0,-4 0 1,0 0-1,1 0 1,1 0 153,2 0 0,0 0 1,0 0 91,0 0 0,0 0-77,-1 0 0,1 0-70,0 0 0,0 0 0,0 0 0,0 0 0,0 2-44,0 2 1,0-3-32,0 4 0,0-4 0,-1-1 0,1 0 0,0 0 0,0 0 0,0 0 0,0 0 0,0 0 0,0 2 0,0 1 0,0 1 0,-1-1 0,1-2 0,0-1 0,0 0 0,0 0 0,0 0 0,0 0 0,0 0 0,0 0 0,0 0 0,0 0 0,-1 0 0,1-1 0,0-2 0,0-1 0,0 1 0,0 1 0,0 2 0,0 0 0,0 0 0,0 0 0,1-1 0,2-2 0,1-1 0,-1 1 0,0 0 0,1-1 0,-3 2 0,5-4 0,-2 2 0,0 0 0,2 0 0,-2 4 0,-3-5 0,4 1 0,-3 0 0,1 4 0,1-2 0,-1-1 0,-2-1 0,-1 1 0,0 2 0,0-1 0,0-2 0,0 3 0,0-4 0,0 4 0,0 1 0,0 0 0,-1 0 0,1 0 0,0 0 0,0 0 0,0 0 0,0 0 0,0 0 0,0 0 0,0 0 0,4-5 0,0 1 0,5 0 0,-5 4 0,1-2 0,-2 0 0,3-3 0,0 2 0,-1 2 0,-2 1 0,3 0 0,-2 0 0,1 0 0,0 0 0,-4 0 0,3 0 0,-2 0 0,-3 0 0,3 0 0,2 0 0,-3 0 0,4 0 0,-4 0 0,3 0 0,0 0 0,-1 0 0,-2 0 0,-1 0 0,0 0 0,2 0 0,2 0 0,-3 0 0,3 0 0,2 0 0,0 0 0,1 0 0,1 0 0,1 0 0,-1 0 0,-4 0 0,5 0 0,-2 0 0,2 0 0,0 0 0,-4 0 0,-1 0 0,0 0 0,0 0 0,-1 0 0,-2 0 0,-1 0 0,0 0 0,0 0 0,0 0 0,0 0 0,0 0 0,0 0 0,0 0 0,0 0 0,0 0 0,-5 4 0,1 1 0,-1-1 0,5-4 0,0 0 0,0 0 0,0 0 0,0 0 0,0 1 0,0 4 0,1-4 0,3 3 0,-2-2 0,2-1 0,-1 2 0,-1 1 0,3-1 0,-3-1 0,4-1 0,-2 3 0,2-2 0,-2 2 0,-3-2 0,5-2 0,-2 0 0,0 1 0,-1 2 0,-1 1 0,-3 1 0,1-5 0,0 0 0,0 0 0,0 0 0,0 0 0,0 0 0,0 0 0,0 0 0,0 0 0,-1 0 0,1 0 0,0 0 0,0 0 0,0-2 0,0-1 0,0-1 0,0 1 0,0 2 0,0 1 0,0 0 0,-1-5 0,1 1 0,0 0 0,0 4 0,0 0 0,0 0 0,0 0 0,0 0 0,0 1 0,0 3 0,0-2 0,-1 2 0,3-2 0,1-1 0,1 2 0,-1 1 0,-2-1 0,-1-1 0,0-2 0,0 0 0,-1 0 0,1 0 0,0 0 0,0 0 0,0 0 0,0 0 0,0 0 0,0 0 0,0 0 0,0 0 0,0 0 0,-1 0 0,1 0 0,0 0 0,0 0 0,0 0 0,0 0 0,0 0 0,0 0 0,0 0 0,0 0 0,0 0 0,-1 0 0,1 0 0,0 0 0,0 0 0,0 0 0,0 0 0,0 0 0,0 0 0,0 0 0,0 0 0,-1 0 0,1 0 0,0 0 0,0 0 0,0 0 0,0 0 0,0 0 0,0 0 0,0 0 0,0-2 0,0-1 0,-1-1 0,1 1 0,0 2 0,0 1 0,0 0 0,0 0 0,0 0 0,0 0 0,0 0 0,0 0 0,0 0 0,-1 0 0,1 0 0,0 0 0,0 0 0,0 0 0,0 4 0,0 0 0,0-1 0,0-1 0,0-2 0,0 0 0,-1 0 0,-3 0 0,0 0 0,1 0 0,1 0 0,2 0 0,0 0 0,0 0 0,0 0 0,0-5 0,0 1 0,-1 1 0,1 2 0,0-5 0,0 4 0,0-3 0,0 5 0,-6 0 0,-1 0 0,-8 0 0,-2 0 0,-4 0 0,0 0 0,0 0 0,-1-5 0,-4 1 0,0-2 0,0 3 0,-1-2 0,-2-1 0,-1 0 0,1 3 0,-2-2 0,1 0 0,-1 1 0,5 4 0,1-4 0,-1-1 0,0 3 0,0 0 0,0 2 0,0 0 0,4 0 0,1 0 0,1 2 0,-2 2 0,8-1 0,5 5 0,7-5 0,2 2 0,2 0 0,5 0 0,0-1 0,0 0 0,3 0 0,1-1 0,2 0 0,0 2 0,0-4 0,-1 3 0,-3 2 0,-2-2 0,0 1 0,-1-1 0,-1 0 0,-2 6 0,-7-1 0,-4-2 0,-5 2 0,-1-2 0,-3 3 0,-6-2 0,-5 2 0,-2 2 0,1 1 0,-2-2 0,0-2 0,-3 2 0,4-2 0,1-2 0,6 2 0,1 1 0,12-4 0,-1-1 0</inkml:trace>
  <inkml:trace contextRef="#ctx0" brushRef="#br1" timeOffset="2">11564 11771 7540,'0'8'-1493,"0"1"2160,0-6 981,0 3 680,0-6-1147,0 0 1,-1 4 1030,-4 0-1356,4 0-83,-5-4 1,6 2 978,0 2-1130,0-2 700,0 3-223,0-5 73,0 0-83,6 0-785,1 0 1,2 0 5,-1 0 1,-3 0 0,3 0 659,2 0-498,2 0-365,1 0 0,0 0 1,0 0-1,-2-1 0,-1-2 1,-1-1 52,1 1 0,1 1-160,2 2 0,0 0 0,0 0 0,0-1 0,0-2 0,0-1 0,0 1 0,-1 2 0,1 1 0,0 0 0,0 0 0,0 0 0,0-2 0,0-1 0,0-1 0,0 1 0,0 2 0,0 1 0,-1-6 0,1 4 0,0-2 0,0 3 0,0 1 0,-4 0 0,-1 0 0,-3 1 0,3 3 0,-4-2 0,5 2 0,1-2 0,2-2 0,0 0 0,-3 0 0,0 0 0,-5 0 0,5 0 0,1 0 0,1 0 0,-2 0 0,-1 0 0,1 0 0,4 0 0,-5 0 0,1 0 0,1 0 0,2 0 0,0 0 0,1 0 0,0 0 0,0 0 0,0 0 0,0 0 0,1-2 0,2-1 0,1-1 0,-1 1 0,-2 0 0,-1-1 0,0 3 0,0-4 0,0 4 0,0 1 0,0 0 0,0 0 0,0 0 0,0 0 0,-1 0 0,1 0 0,0 0 0,0 0 0,0 0 0,0 0 0,0 0 0,0 0 0,0-4 0,0-1 0,-5 1 0,1 4 0,-1 0 0,5 0 0,0 0 0,0 0 0,-4 0 0,-1 0 0,1 0 0,4 0 0,0 0 0,0 0 0,0 0 0,0 0 0,-1 0 0,1-2 0,0-2 0,0 3 0,0-4 0,0 4 0,0 1 0,0 0 0,0 0 0,0 0 0,0 0 0,-1 0 0,1 0 0,0 0 0,0 0 0,0 0 0,0 0 0,0 0 0,0 0 0,-2-1 0,-1-4 0,-3-3 0,-2-2 0,-7 1 0,2-2 0,-10 8 0,5-4 0,-3 1 0,-2 1 0,-1 1 0,-2 0 0,0 1 0,0 2 0,0 1 0,0 0 0,0 0 0,2 1 0,2 3 0,6 5 0,6 2 0,5 2 0,0 0 0,1 0 0,1-1 0,0-1 0,0-1 0,-2 2 0,1-2 0,0 1 0,-1 1 0,1 0 0,-1 1 0,1 0 0,-6-4 0,1-1 0,-2-3 0,-4 2-4363,-2-1 3461,-3 4 902,-6-9 0,0 16 0,0-2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578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24613 5421 7817,'-7'4'1528,"2"9"1,5 14-1,5 13 1,5 15 0,5 12 882,-4-27 0,0 1-2142,1 2 0,0 1 1,-1 1-1,0-1 1,-1-1-1,0-1 1,-1-3-1,0-1 1,7 32-1,-1-7 1,-4-7-1,-1-7 1,-3-5-237,-1 0 0,3-1-489,-5-5 1,0-5-1,-4-4 1,0-5 0,0-4-1,0-1 456,0-3 0,0-2 0,0-1 0</inkml:trace>
  <inkml:trace contextRef="#ctx0" brushRef="#br0" timeOffset="1">24497 5614 7836,'-32'-38'2486,"5"0"1,0 4 0,8 5 827,10 6-2839,6 10 1,6 0 0,4 2 0,8-6 0,5-2 0,7-1 0,6 0 810,4-3 1,2 0 0,0 0 0,0 5-496,-1 3 1,-3 1-792,-1 10 0,3 1 0,2 7 0,3 5 0,-9 8 0,0 4 0,-2 4 0,-2 0 0,-3 1 0,-9 0 0,-13 0 0,-2 4 0,-2 0 0,-8 6 0,-4-3 0,-10 1 0,-5 1 0,-5-1 0,-1-1 0,0 5 0,-1-4 0,2-4-1430,6-4 1,2-2 0,4-5 0,7 0 0,10-1 1429,10-2 0,14-7 0,11-4 0</inkml:trace>
  <inkml:trace contextRef="#ctx0" brushRef="#br0" timeOffset="2">25645 5537 7777,'-13'-13'3472,"5"4"1,2 2-1051,5 1 0,3 2-1657,11 4 0,5-1 0,2-2 1,3-1-1,4-1 0,3 0 0,4-4 1,6-3-21,5 0 1,4-7 0,8-3 0,8-3-746,-30 10 0,1-1 0,29-11 0,-5-3 0,-7 0 0,-6 4 0,-8-1 0,-10 10 0,-6 2 0,-6 4 0,-3 4-3573,-1 1 0,-4 2 2377,-1 4 0,-5 5-4297,2 4 5493,-4 3 0,-7 6 0,-1 2 0</inkml:trace>
  <inkml:trace contextRef="#ctx0" brushRef="#br0" timeOffset="3">25903 5872 7789,'-7'-20'3276,"1"2"1,8 5 0,5 0-931,10 0 0,12-4 0,17-3 0,7-3-1512,4-4 0,3-8-1769,5 1 0,-8 2-216,-5 2 1,-8 4 0,-9 5 0,-5 5 0,-4 4 0,-3 4 1150,-2-2 0,-5-7 0,3-3 0</inkml:trace>
  <inkml:trace contextRef="#ctx0" brushRef="#br0" timeOffset="4">26239 4892 7751,'-16'-45'4915,"5"6"0,5 9-3674,7 7 0,7 10-642,9 9 0,4 3 0,8 1 0,2 0 0,2 1 0,2 3 0,1 5 0,0 3 1309,-1 0 0,7 7-1908,-3 3 0,-5 1 0,5-2 0,-9 3 0,-1-1 0,-5 5 0,-5 2 0,-4-2 0,-3 0 0,-8 2 0,1 1 0,-5 2 0,-5 3 0,-8 6 0,-8 1 0,-5 4 0,-4-4 0,1 6 0,-5-3 0,-1 0 0,2-3 0,3-3-593,3-1 1,7-5-1770,3 0 0,4-5 366,4 1 1996,4-8 0,10 2 0,2-4 0</inkml:trace>
  <inkml:trace contextRef="#ctx0" brushRef="#br0" timeOffset="5">27452 4724 25539,'-26'-36'0,"2"7"0,2 16 0,5 19 0,4 18 0,5 12 0,3 7 0,4 5 0,1 3 0,0 4 0,1 1 0,5-2 0,7-2 0,7-6 0,6-8 0,4-6 0,4-6 0,5-6 0,3-7 0,2-10 0,2-11 0,1-9 0,1-7 0,-2-6 0,-3-5 0,-6-2 1566,-5-2 0,-11 1-1566,-4-1 0,-8-6 0,-5 0 0,-2-3 0,-2-1 0,-3-4 0,-6-5 0,-1-4 0,-11 2 0,-2 8-1294,-7 9 0,1 6 1,-6 5-1,1 9 1,0 9-1,-1 13 1294,-1 11 0,-1 20 0,-2 10 0</inkml:trace>
  <inkml:trace contextRef="#ctx0" brushRef="#br0" timeOffset="6">27659 5008 7755,'13'0'2506,"1"0"0,5 0 2396,6 0 0,13-5-2094,9 1 1,3-4-2729,2 3 1,1-3-1,0 3 1,0 2-1,-4 2 1,-2 1-81,-1 0 0,-4 0-826,1 0 0,-9 1-519,-4 4 1,-7-4-1,-3 3 1,-1-2 0,-2-2 1344,2 0 0,-5 0 0,5 0 0</inkml:trace>
  <inkml:trace contextRef="#ctx0" brushRef="#br0" timeOffset="7">28859 4685 7681,'-19'-19'1017,"-1"12"1,-4 4 0,1 13 0,1 10 0,1 6-1,-1 3 1,1 1 663,-2-1 0,3 2 0,1-2 0,3-3-1337,5-3 1,7-7-337,-1 1 0,5-3 1,5-2-1,5-4 0,7-4 1,9-1-1,7 0 0,4 2 683,2-3 1,4 0 0,0-1-1,-2 2 292,-1 1 0,-7 6-156,-2-1 1,-11 0-828,-7 4 0,-6-2 0,-10 11 0,-7 1 0,-12 1 0,-11 3 0,-8 3 0,-9 2 0,-6 4 0,3-3-22,4-2 1,0-2 0,6-6-1,3-3-1936,4-1 0,10-7-5368,9-3 7326,3-6 0,6 3 0,3-6 0</inkml:trace>
  <inkml:trace contextRef="#ctx0" brushRef="#br0" timeOffset="8">21605 7163 7848,'-12'0'180,"0"-1"1,5-4 0,10-3 0,11-2 1388,11 1-1426,9-2 0,3 5 1,8-4-1,-1 3 0,2 0 1,0 1-1,6 0 1,6 3-1,14 2 204,-31 0 0,1 2 1,4 1-1,1 2 1,6-1-1,1 2 1,1 1-1,0 0-207,2 0 0,1 0 0,4 1 0,2-1 1,4 1-1,2-1 0,-2 0 0,0 0-760,-4-2 1,-1 0 0,3 0-1,-1-2 707,0-2 1,-1 0 0,-1 0 0,-1 0 16,-3 1 0,-2-2 0,-7-1 0,-1-2 0,-5 0 0,-2 0 1,-2-2-1,-1 0 0,32-7 0,-6 2 751,-8 2 0,-15-2-724,-8 2 0,-11-1 145,-5 2 1,-4-2 0,-3 4-1,-1 0-742,-1 0-898,-6 2-307,3 4-363,-6 0 2034,0 0 0,0 6 0,0 1 0</inkml:trace>
  <inkml:trace contextRef="#ctx0" brushRef="#br1" timeOffset="9">28756 7370 8263,'-20'-33'620,"-3"3"0,4 8 1,-1 6-1,-2 6 1,2 7-1,2 6 1,1 7 1332,-1 6 1,1 11-1,4 12 1,0 10-35,0 10 1,6 2-1420,5-25 0,0 1 0,0 36 0,3-35 0,1-1 0,6 33 1,7-8-1,8-8-398,9-8 1,8-11 0,4-11 0,1-10-103,-1-8 0,4-7 0,-4-8 0,-1-9 0,-3-10 0,-4-9 0,-10-6 0,-6-6 0,-3 2 0,-4-8 0,-4 1 0,-5 2 0,-3 4 0,-3-1 0,-7-1 0,-1-2 0,-12 0 0,-3 8-1090,-6 5 1,-4 6 0,0 10 0,-2 6 0,-2 8 0,2 9-3167,3 9 1,2 11 2777,6 15 0,6 6 1478,3 2 0,8 6 0,4-3 0</inkml:trace>
  <inkml:trace contextRef="#ctx0" brushRef="#br1" timeOffset="10">28794 7641 7822,'9'8'0,"0"1"0,1-1 1528,7 5 1,-1 5-1,4 0 1,0 1 1853,0 0 0,6 3-1138,4 0 1,4 5-1713,-4-1 0,0 3 1,-4-9-1,0 0 0,1-1 1,1-2-1010,-3 0 0,3 0 131,-11-4 0,0 0-1053,-4 0 0,4 0 0,0 0 0,-1-2 1399,-2-2 0,-1 2 0,0-4 0</inkml:trace>
  <inkml:trace contextRef="#ctx0" brushRef="#br1" timeOffset="11">29685 7938 7775,'0'-32'1705,"0"6"0,0 7 1,-1 7-1,-4 3-347,-3 5 0,-4 4 0,-1 4 1,0 5-1,0 2 0,1 3-638,-1 4 0,0 0 0,0 4 1,0-4-329,0 1 0,2-5 0,2 5 0,5-2 34,2 0 1,2 1-223,0-5 1,2 1-170,2 3 1,3-3 0,6 4 0,0-4 0,1-1 0,2-2-36,1-2 0,5 2 0,-5-2 0,0-2 0,-4 2 0,0-1 0,-2 5 0,-2 0 0,-5 0 0,-2 0 0,-2 0 0,-6 0 0,-3 0 0,-3 0 0,-4 1 0,-3 2 0,-1 1 0,-1-1-2262,0-2 0,-1-5-62,4-1 0,-3-3 2324,4 3 0,5-5 0,6 3 0</inkml:trace>
  <inkml:trace contextRef="#ctx0" brushRef="#br1" timeOffset="12">30033 7744 7770,'-5'-19'4228,"3"5"-720,-2-3-2402,3 8 1,2 3-1,3 8 1,5 1 821,2 1 1,2 2-1408,0-2 1,1-3 53,4 4 1,-3-4 0,6-1 0,-1 0 0,0 0 0,1-1-384,-1-4 0,10 3-192,1-7 0,0 0 0,3-4 0,2 5 0,6-1 0,1 1 0,-3 0 0,-4 3-615,-6-1 1,-3 5 0,-2-4-1,-4 4 1,-5 2 0,-7 4-1,-9 3 1,-8 2 0,-3 0 614,-2-1 0,-6-1 0,-1 5 0</inkml:trace>
  <inkml:trace contextRef="#ctx0" brushRef="#br1" timeOffset="13">30240 7731 9976,'-13'0'2930,"2"1"-1644,2 4 1,2-4 0,4 5-1,-1 0 1,1 2 1493,1 4 0,4-1-1712,2-2 1,-1 2-1044,6-2 1,1-2-1,5 0 1,4-1 0,1-3-1,2-2-1266,-2-1 0,4 0 961,-2 0 1,2 0-3055,2 0 0,-5 0 3334,1 0 0,-1-5 0,5-3 0</inkml:trace>
  <inkml:trace contextRef="#ctx0" brushRef="#br1" timeOffset="14">30408 7421 7789,'-9'-28'1133,"2"2"1,1 6 2946,3 4-3156,2 9 1,2-3-1,4 5 1,5 3-1,5 0 1,8 2-1,5 2 1400,2 2 0,4 0-1897,-4 9 0,5-2-50,-5 11 0,4-5 1,-4 6-1,-2 3 0,-4 3 1,-4 1-229,-1 1 0,-4-2-149,-6 5 0,-3-3 0,-6 3 0,0-5 0,-3 2 0,-4-1 0,-8 0 0,-2-1 0,-1-2 0,-4-5 0,5-1 0,-5-5 0,5 1 0,0-2 0,4-2 0,0-2 0,2-1-7358,2-1 7358,3-1 0,1-1 0,-3-1 0</inkml:trace>
  <inkml:trace contextRef="#ctx0" brushRef="#br1" timeOffset="15">31414 7357 7805,'0'-13'1669,"0"4"1,0 11 0,0 15 0,2 13 3245,2 7 0,3 8-4371,6 2 1,0-1-1,-1 1 1,-2 1 0,-2-3-1,2-2 1,2-2 0,1-4-1098,0-3 1,-6-8-1,-3-7 1,-3-2-2580,-1 0 1,0 0 1470,0-4 1,-4-4-3343,0 0 5003,-12-7 0,2 4 0,-12-6 0</inkml:trace>
  <inkml:trace contextRef="#ctx0" brushRef="#br1" timeOffset="16">31169 7447 7794,'0'-31'467,"6"3"1,3-2-1,3 3 1747,6 1 1,3 5-1,9 0 1,6 1-1290,6 0 1,9 3 1685,10-4 0,3 6-2021,5 2 1,-5 6 0,1 7-1,-9 0 1,-10 2 0,-10 2-591,-9 5 0,-14 3 0,0 6 0,-5 0 0,1 4 0,-3 1 0,-8-5 0,-2 2 0,-6 5 0,-4 2 0,-4 3 0,-6 0 0,-2-4 0,-1 0 0,-7 0 0,-1 0 0,-4-2 0,1-3 0,-1-3 0,2-4-154,2-1 1,-2 0-6196,3 0 6349,8 0 0,-4-6 0,10-1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59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5834 12377 7866,'-7'-5'4915,"-5"3"0,5-8-3277,-6 6 0,4 0 1,1 4-1,-2 2 0,0 6 1,0 4-1067,1 3 1,6 5-573,-1 1 0,2-1 0,2 2 0,2-1 0,2 0 0,5-6 0,2-3 0,4-5 0,0-1 0,3-3 0,-3-2 0,4-2 0,-2-5 0,-1-6 0,-2-3 0,-1-8 0,-1 1 0,-4-2 0,-3-2 0,-4 4 0,-1 2 0,0 2 0,0 2 0,-1 2 0,-4 2 0,-3 4 0,-4 3 0,-1 4 0,0 2 0,1 4 0,-1 3 0,1 4 0,2 1 0,3-1 0,1 1 0,-2 0 0,3 0 0,2 0 0,2 0 0,1 0 0,1-2-1838,4-2 1,2-3 0,6-6 0,0 0-6049,0 0 7886,0-6 0,5-1 0,2-6 0</inkml:trace>
  <inkml:trace contextRef="#ctx0" brushRef="#br0" timeOffset="1">5924 12777 5859,'-6'-7'0,"-1"2"0</inkml:trace>
  <inkml:trace contextRef="#ctx0" brushRef="#br0" timeOffset="2">5924 12855 7311,'0'-13'257,"0"4"0,0 1 0,0-2 1,0-2-1,0-1 1023,0 0 1,0 1 624,0-1-858,0 0 0,0 4 0,-1 2 2138,-4 1-2428,4 2 519,-5 4 0,2 1 793,0 4-1560,-1 2 1,1 1-1,0 1 1,1 1-1,1 2 169,2 0 1,0 1-679,0 0 0,0 2 0,0 2 0,0 3 0,0 6 0,0 0 0,0 1 0,0 1 0,0 3 0,2 0 0,2-1 0,-2-3 0,2 4 0,2-4 0,-2-3 0,-1-2 0,0-4 0,-1 0 0,3-1 0,-1 0 0,-4-4 0,0 0 0,0 0 0,2 0 0,2 0 0,-3-1 0,5 1 0,-6 0 0,0 0 0,0 0 0,0 0 0,0 0 0,0 0 0,0 0 0,0 0 0,0-1 0,0 1 0,0 0 0,0 0-80,0 0 0,0 0 0,0 0 193,0 0-10,0-6-95,0 4 0,-1-11 0,-2 0-80,-2-7 0,0-4 27,0-2 1,4 0-3,-3 0 1,-2-4 0,0 0 0,0 1-1,-1 2 1,0 1-38,-3 0 0,3 1 0,0 2 1,0 2 25,-1-2 1,4 2 7,-5 0 0,2 4 125,-1-5 1,-4 6 0,4-1 467,-4 2-252,5 2-291,1 0 0,6 6 0,0 4 0,0 4 0,0 5 0,2 3 0,2 5 0,3-1 0,6 5 0,0-4 0,0 1 0,-2-1 0,-2-3 0,2-6-252,-2-1 1,2-4-1,2-5 1,0-3-1,0-5 1,-1-6 0,-2-9-1,-2-9 1,2-9-1,2-4 1,-1-2 0,-1 0-1,-1 2 1,1 4-1,1 7 1,2 9-1,0 8 1,0 11 251,0 9 0,0 14 0,0 8 0</inkml:trace>
  <inkml:trace contextRef="#ctx0" brushRef="#br0" timeOffset="3">5911 13965 7866,'0'-13'0,"-1"4"-296,-4 1 1,4-1 0,-3-4 0,2 0 2486,2 0-1178,0 6 2658,0-4-200,0 9-1710,0-3 92,0 5 1,2 0 1351,2 0-2264,-3 0-393,5 0-149,-6 0 0,0-2 1,0-2-260,0-5 0,0 2-140,0-2 0,0 7 0,0-3 0,0 10 0,0 3 0,0 4 0,0-4 0,0 1 0,0-1 0,0 5 0,6 0 0,3 0 0,2 0 0,2-6 0,0-1 0,-5-12 0,0-2 0,-3-5 0,-2-3 0,-1-1 0,-2 1 0,-2 2 0,-2 1 0,-3-3 0,-6 3 0,4-3 0,1 9 0,-2-1 0,-2 0 0,-1 3 0,0 0 0,0 5 0,6 0 0,-3 6 0,6 3 0,1 2 0,2 2 0,2 1 0,3 4 0,2-4 0,3 3 0,6-4 0,-2-4 0,3 1 0,-3-6 0,0-1 0,0-2 0,0-1 0,0 0 0,0-7 0,-1-6 0,1-1 0,0-8 0,-1 1 0,-4-6 0,-3-2 0,-5-1 0,-5 3 0,-3 4 0,-4 0 0,-2 5 0,-2 3 0,-1 0 0,-5 7 0,5-1 0,0 8 0,4 1 0,0 5 0,0 10 0,2 2 0,1 5 0,3 2 0,1 2 0,2 0 0,4-1 0,1-3 0,3-1 0,2-5 0,4 1 0,-1-4 0,1-4 0,1-5 0,2-2 0,0-4 0,0-2 0,0-5 0,-5-2 0,1-2 0,-6 0 0,3 0 0,-6 0 0,0 0 0,-2 2 0,-2 2 0,-3-1 0,-6 6 0,4 0 0,1 4 0,-1 0 0,-4 0 0,0 0 0,0 0 0</inkml:trace>
  <inkml:trace contextRef="#ctx0" brushRef="#br0" timeOffset="4">17101 2284 7957,'-33'-27'751,"4"0"0,7 1 1,4 8-1,5 9 3248,5 13 1,2 6-3460,6 16 0,0 0 1,0 13-1,0 5 1,0 5-1,1 1 1,2-1-1,3-3 695,1-2 1,-2-2-319,3-8 1,-5-4-378,1-8 1,-2-17-541,-2-13 0,-2-21 0,-2-14 0,3-19 0,-2 27 0,1-3 0,1-3 0,1-1 0,0-1 0,0-1 0,0 0 0,0 2 0,0 1 0,0 0 0,2 0 0,2 2 0,-1 1 0,2 2 0,11-19 0,1 20 0,6 14 0,-1 8 0,3 10 0,4 11 0,1 14 0,-1 10 0,-2 5 0,-1 2 0,-2 4 0,-2 0 0,1 2 0,-7-4 0,-3-6 0,-3-2 0,-2-5 0,-1-5 0,-1-5 0,-6-11 0,1-4 0,2-11 0,3-10 0,0-6 0,1-7 0,0-8 0,2-11 0,4-11 0,4 4 0,0 1 0,0 9 0,-4 5 0,-1 8 0,-2 9 0,-2 11 0,2 8 0,-2 6 0,0 5 0,-1 8 0,2 8 0,1 5 0,-4 3 0,1 1 0,1 0 0,1 0 0,0 0 0,-2-1-865,1-8 1,4 2-2071,-3-6 0,8 5 0,4-5 2935,4-1 0,12-8 0,3-2 0</inkml:trace>
  <inkml:trace contextRef="#ctx0" brushRef="#br0" timeOffset="5">18289 1768 7992,'-15'-13'539,"-1"0"1,-1 2 2525,1 2 1,2 4 121,1 5 0,-5 5-2272,-4 4 1,3 8 0,1 6 0,1 7 0,-1 9 0,3 10-116,0 9 0,2 3-800,0 8 0,6-4 0,3 0 0,2-6 0,4-6 0,4-9 0,5-11 0,5-10 0,0-10 0,-1-6 0,3-7 0,-4-5 0,3-4 0,-2-13 0,-1-5 0,2-6 0,1-7 0,-1-4 0,-2-2 0,0 0 0,4 3 0,-7 7 0,6-3 0,-10 9 0,6 3 0,-3 7 0,-1 8 0,0 7 0,1 6 0,0 11 0,-2 9 0,4 9-697,-4 5 1,5 6-1,3 2 1,3-1 0,-1-2-1,2-3 1,0-1-1,3-4 1,2-7 696,1-9 0,-1-7 0,1-9 0</inkml:trace>
  <inkml:trace contextRef="#ctx0" brushRef="#br0" timeOffset="6">18985 1704 16414,'-12'-20'0,"-1"4"0,0 4 0,0 5 0,0 1 0,-1 4 0,-4 2 0,-3 5 0,-4 8 0,0 7 9830,-1 5-9484,6 0 1,-3 7 0,6 1-1,2 1 1,5 1 0,6-1 0,4 1-347,4-1 0,9-5 0,9 1 0,14-4 0,7-5 0,4-2 0,2-8 0,-3-1 0,-2-1 0,-4 0 0,-4-2 0,-6 4 0,-8-2 0,-7 2 0,-5 2 0,-4 0 0,-6 0 0,-7 6 0,-6 2 0,-11 5 0,-12 4 0,-6 5 0,-5 2 0,-3 0 0,-2-3 0,5 2-961,-1-6 1,14-9 960,4-9 0,3-7 0,7 0 0</inkml:trace>
  <inkml:trace contextRef="#ctx0" brushRef="#br0" timeOffset="7">20779 955 7894,'0'-46'271,"0"2"1,0 5 0,-1 0-1,-3 2 1,-6 3 1173,-6 3 1,-1 10 0,-8 5 0,-3 6 855,-4 6 1,-2 4-1640,-5 4 1,5 5 0,2 8 0,3 4 0,6 5 0,3 3 2183,5 1-2750,6 6 0,-1-2 0,6 8 0,1 1 0,1-1 0,2-2 0,0-3-313,0-3 1,0 2 74,0-6 1,0 5 59,0-5 1,5-6-1,-1-7 1,-1-2 0,0-4-148,1-2 0,-3-5 412,4-8 0,-2 1-230,1-6 0,-1-1 0,4-5 0,0-4 1,0 0-1,2-1-489,-2 0 1,4 6-1384,-2 1 1,-2 1 81,2 8 1,-5 0 1836,5 4 0,-1 11 0,5 4 0</inkml:trace>
  <inkml:trace contextRef="#ctx0" brushRef="#br0" timeOffset="8">18895 1523 7982,'-31'-24'462,"3"4"0,7 7 0,1 7 1,1 6-1,0 4 0,4 5 1995,0 2 1,4 4-1,2 2 1,5 4-501,3 4 1,1 5-1477,0 0 0,12 12 0,11 2 0,13 9 1,-13-22-1,2 0 0,1 2 0,2 0-441,2 1 0,0 0 0,2 1 1,-1-1-1,1-2 0,-1-1 0,0 0 1,0-1-41,-1-2 0,0 0 0,25 19-258,1-4 1,-5-9 257,-3-4 0,0 2 0,-4-2 0,-4-1 0,-4-2 0,-8-3-869,-5-2 0,-4 1-3997,-6-6 1005,0 0 3861,0-10 0,-12 5 0,-2-5 0</inkml:trace>
  <inkml:trace contextRef="#ctx0" brushRef="#br0" timeOffset="9">19618 1471 7872,'-30'-13'1553,"0"2"1,1 4 821,2 7 1,-8 11 0,-1 12 0,1 6 776,-3 5 0,2 11-2524,2 6 0,16-19 1,0 1-629,2 5 0,2 1 0,-1 5 0,1 1 0,2 4 0,1 0 0,1 0 0,0-1 0,0 0 0,0-1 0,1-2 0,1-1 0,1-3 0,0 0 0,-2-3 0,2-2 0,0 24 0,0-5-19,2-6 0,0-6-3427,0-9 1,2-2 1811,8-7 0,2-6 0,7-6 1634,3-7 0,9-16 0,7-5 0</inkml:trace>
  <inkml:trace contextRef="#ctx0" brushRef="#br0" timeOffset="10">20676 645 7961,'-8'-27'672,"0"0"0,1 0 0,2 4 799,-1 3 1,-4 8 0,1 8 0,-2 2 0,-5 5 0,-4 6-483,-6 8 0,-8 13 0,-1 10 0,-2 10 293,-2 9-835,19-27 1,1-1-1,-14 34 1,3 1-1,5 0 1,4-2 522,9-5 0,0-11-970,8-10 0,-1-5 0,7-8 0,2-5 0,5-6 0,2-5 0,2-4 0,2 0 0,2-5 0,-1 0 0,5 0 0,-4 0 0,3-2 0,-1-1 0,-3-1 0,-2 0 0,-1-2 0,-4 5 0,-1-4 0,-5 4 0,3 2 0,-6 4 0,0 3 0,0-1 0,0 2 0,0-5 0,0 5 0,4-1 0,2 5 0,1 2 0,3 2 0,0 6 0,-1 6 0,2 4 0,-2 5 0,-3 7 0,-2 2 0,-4 8 0,-6 3 0,-5 4 0,-7 4 0,-3 0 0,-6 0 0,-1-2 0,-5 1 0,2-3 0,2-6 0,2-11 0,3-12 0,2-2 0,5-7 0,7 0 0,1-7 0,6 1 0,-1-5 0,4 0 0,4 1 0,5 3 0,2 3 0,4 0 0,1-1 0,2-2 0,2 0 0,2-1 0,-1-2 0,2-2 0,3-2 0,3-3 0,1 0 0,1-1 0,2 0 0,2-3 0,-1-2 0,1-1 0,3 0 0</inkml:trace>
  <inkml:trace contextRef="#ctx0" brushRef="#br0" timeOffset="11">21309 1097 20014,'-8'-13'0,"4"3"0,3 7 0,2 13 0,3 15 0,5 13 0,3 13 0,0 7 0,3 5 0,1 2 0,1 0 0,-1-2 0,-2-5 0,-3-6 0,-1-10 4328,-1-11 1,-6-6-4329,1-13 0,-4-4 0,-4-4 0,1-8 0,-6-5 0,1-8 0,-5-5 0,0-3 0,0-7 0,0-8 0,0-10 0,6-13 0,5 26 0,0 0 0,1 0 0,0-2 0,1 1 0,0-1 0,1 0 0,0-1 0,1 1 0,2-1 0,1 1 0,2 1 0,3 2 0,2 1 0,18-26 0,9 9 0,5 6 0,8 8 0,1 16 0,3 9 0,-9 12 0,1 11 0,-8 11 0,-7 12 0,-9 9 0,-10 5 0,-6 8 0,-8 1 0,-3 4 0,-6-4 0,-1 4 0,-11-6 0,-2-2 0,-2-3 0,-1-3 0,1-5 0,3-3 0,2-14 0,1-2 0,4-5 0,6-9-79,3-2 1,8-6 0,3 0 0,8 0 0,7-1 0,6-2 312,4-2 1,-1 0-235,5 0 0,-1 4 0,2-3 0,-5 8 0,-7 5 0,-3 3 0,-3 6 0,-5 3 0,-7 4 0,-3 2 0,-4 3 0,-2 6 0,-5 5 0,-8 1 0,-4 4 0,-4 0 0,0 0 0,-7-5 0,-2 4 0,-4-2-246,0 0 1,3-6 0,2-7-1,2-4 246,2-5 0,2-2 0,1-6 0</inkml:trace>
  <inkml:trace contextRef="#ctx0" brushRef="#br0" timeOffset="12">22638 555 8168,'-26'-6'574,"0"-1"0,1-4 0,-1 2 1,-1 6-1,-2 7 0,-1 11 1,0 9 408,-2 9 0,-1 23 0,14-21 0,1 3 0,0 8 0,1 3 0,1 8 0,2 2 0,1 5 0,0 3-152,2 3 1,1 1-1,2 0 1,3-1 0,3 1-1,3-1 1,1-6 0,3-2-927,2-6 1,3-3 0,3-8 0,4-4-1,1-9 1,1-1 0,24 28-1804,3-5 1,0-4 0,1-7-1,-3-10-5504,-4-8 7402,-2-12 0,3-3 0,2-6 0,2 0 0</inkml:trace>
  <inkml:trace contextRef="#ctx0" brushRef="#br0" timeOffset="13">22780 1058 9364,'-13'-18'1629,"4"5"0,2 1 1,2 12 1094,2 12 1,1 9-2317,2 14 1,6 1 0,1 12 0,2 5 0,-1 5-1,2 1 1,2-2 0,1-3-1341,0-2 1,1 1-333,3-10 0,-2-1 0,2-9 0,-3-8 0,-1-7 1264,0-8 0,0 1 0,0-4 0</inkml:trace>
  <inkml:trace contextRef="#ctx0" brushRef="#br0" timeOffset="14">22948 1136 8021,'-7'-19'2245,"-3"9"-704,5-3 1,1 16 0,4 6 0,0 9 101,0 7 0,4 2-1166,1 3 1,3 3-795,-4 6 1,7-5 0,-4 1 0,1-1 0,1-1-1,1-3 1,1-3 0,2-2 0,-1-4 0,-2-5 316,-2-6 0,1 2 0,4-5 0</inkml:trace>
  <inkml:trace contextRef="#ctx0" brushRef="#br0" timeOffset="15">22780 1536 13841,'-24'0'0,"2"0"0,5 0 0,3 0 0,5 0 0,9 0 0,13-3 0,10-6 0,8-8 2963,8-6 1,1-4-3565,8-3 1,-7-3 0,2-6 0,-4 2 0,-5 2 0,-4 7-4534,-2 5 5134,-8 10 0,-2 7 0,-5 6 0</inkml:trace>
  <inkml:trace contextRef="#ctx0" brushRef="#br0" timeOffset="16">22974 1639 8009,'-12'2'0,"2"0"2151,1 3 0,2 0-963,-1 0 0,3-4-1226,10 4 0,3-4-318,10-1 1,-3-1 0,7-2-1,1-2 1,1 2 355,2 2 0,5 1 0,2 0 0</inkml:trace>
  <inkml:trace contextRef="#ctx0" brushRef="#br0" timeOffset="17">23554 1471 7976,'0'-18'504,"0"3"1,-1-2 335,-3 3 0,1 7 0,-6 2 0,-1 5 423,-1 5 0,-2 3-694,0 9 0,0 4-178,0 4 0,-4 7 1,0 2-1,1 4 1,1 0-1,4 1-61,2 0 0,-1-6 1,6-5-1,1-5-294,2-5 0,2-8 88,4-2 0,-1-6-17,9-2 1,-3-12 0,7-11-1,-1-5 1,0-5 0,1 0 108,-2 2 0,0 4 124,-2 1 0,-5 6-278,1 3 0,0 7 0,3 3 0,0 3 0,-2 5 0,-1 8-467,1 6 0,1 1 0,2 6 1,0 1-473,0 1 1,0-4-603,0-3 0,-5-4 820,1-4 1,-1 1 0,7-6-1,1-1 1,1-2 0,-1-1-666,-2 0 0,-1 0 1040,0 0 0,5 6 474,4 3 1,-2 8-1,0 6 1,0 4-1,-1 6 1,-1 3 874,-2 4 1,-3 2-1,-4-5 1,-5-3-248,-3-3 1,-1-6 0,0-3 0,0-5-193,0-3 1,-5-6-1,-4-4-309,-2-3 0,-2-8 1,0-4-1,0-8 56,0-5 0,0-5-320,0-10 0,5-7 52,-1-5 1,6-1 0,-1-5-1,4 2 1,4 4 0,6 5 582,6 4 0,5 6-274,9 6 0,-1 3-230,6 14 0,-7 4 1,2 14-1,-4 5 1,-3 7-1,-3 7 19,-1 5 1,-8 6-1,-6-4 1,-4 1-284,-1-1 1,-1 4 0,-4-5-1,-3-2-218,-4 0 0,4-4 0,-1-2 0,0-5 0,1-3 0,2-5 0,3-9 0,8-13 1,2-9-1,6-4 0,0 1 0,2 0 0,0 4 0,-1 4 0,-1 4 0,0 4 1,1 5-1,2 2 0,1 4 0,-1 2 0,-2 6 0,-1 7 0,0 9 0,0 6 0,-2 2 1,-1 0-1,-2 1 0,-3-2 0,-2-2 0,-1-2 0,-2-3 0,-2-7 0,-2-8 6142,-5-7-5653,4-2 1,-7-4 0,4-2 0,-4-7 0,1-10 83,2-9 0,2-7-371,2-6 0,4-9 0,-3-8 0,4-3 0,4-1 0,6-1 75,6 1 1,4 10 0,6 7 0,0 8 286,-1 9 1,6 7-132,-1 15 1,-6 5 122,-7 11 1,-2 7 0,-4 12 0,-2 3 0,-5 3 0,-3 2-88,-1-1 1,-10 0-1,-3 4 1,-1-2-1263,0-2 1,1-7 0,0 0 0,0-5-1252,0-3 0,5-2 674,-1-4 1668,6-6 0,-8-7 0,3-7 0</inkml:trace>
  <inkml:trace contextRef="#ctx0" brushRef="#br0" timeOffset="18">24626 736 11440,'5'24'1184,"-2"5"1,6 14-1,-1 6-275,0 5 0,3 5 1,-4 5-1,2 1 0,-2-1 1,0-1-627,0-2 0,-2-4 1,2-8-1,-1-6-567,-4-9 0,1-6 0,0-7 0,1-4-1413,-1-2-2119,5-8 2586,-1-1 1,6-6 0,-1 0 0,1 0 472,0 0 0,0 0 0,0-2 0,0-1 418,0-1 0,0-6 442,0 1 0,0 2 191,0-2 0,-1 1 0,3-6 1,-1-2-1,2-1 1517,0 1 1,-5-4-993,6-2 0,-2 2-538,-2-1 1,0-1 0,-1-4-1,1 0 1,0 1 0,-1-1 581,-4 0 1,-2 6-475,-6 3 1,-1 8 268,-4 5 1,-6 2-1,-8 4 1,-1 4-1,-3 8 1,-1 10 1195,-2 9 0,4 10-1385,1 5 0,5-4-574,-1-1 1,8-4-1,5-3 1,4-2-1,4-1 1,6-4-798,6-8 0,10-6-1085,8-7 0,4-3 821,0-10 1,0-2 0,-4-7 0,-4-2 0,-4-3 0,-3 1-921,-1-1 1,-7 2 511,3 4 1574,-4-6 0,4 5 0,3-5 0</inkml:trace>
  <inkml:trace contextRef="#ctx0" brushRef="#br0" timeOffset="19">25439 1304 7897,'-13'-12'855,"0"3"1,0 4 940,0-1 0,-4 5 141,0-4 1,-1 10-1339,6 3 0,3 4 0,2 2 1,1 2-1,3 2 0,2 1 454,1 0 1,1 2-580,3-4 1,5 5-171,8-5 1,-2 5-1,2-5 1,-3-1 0,-1-2-1,0-1 875,0 0 0,-6 0-799,-3 0 0,-2-5-668,-2 1 0,-2-1 1,-3 5-1,-7 0 1,-5 0-1,-2-1-8405,1-4 8693,0 4 0,0-11 0,-2 5 0</inkml:trace>
  <inkml:trace contextRef="#ctx0" brushRef="#br0" timeOffset="20">25490 684 7987,'3'-39'1527,"6"11"0,8 12 691,6 10 0,13 12 0,4 8 0,3 12-682,1 11 1,-2 14 0,-8 10 0,-18-28 0,-1 2-1269,-2 1 1,1 1-1,0 3 1,1 0-546,-2 1 0,-1 0 0,1 0 0,-3 1 277,-2-1 0,-3 0 0,-1-1 0,-1 0 0,0 2 0,-1-1 0,-2-1 0,0-1 0,-6 31 0,-7-5 0,-9-6 0,-5-1 0,-1 0 0,2 1 0,4-3 0,5-2 0,4-5 0,3-3 0,12-6 0,-2-4 0,1 0 0,0-2 0</inkml:trace>
  <inkml:trace contextRef="#ctx0" brushRef="#br0" timeOffset="21">26355 1575 7796,'-7'-20'3276,"1"5"1,8 8 0,3 1 1602,8 3 0,12 2-4844,9 1 0,11-4-2558,6-1 0,6 1 0,8 4 2523,0 0 0,-1-6 0,1-1 0</inkml:trace>
  <inkml:trace contextRef="#ctx0" brushRef="#br0" timeOffset="22">27581 632 8036,'-13'-31'1098,"0"6"0,0 11 0,1 8 0,-3 8 0,-1 8 0,-2 13 247,-2 13 0,-2 20 0,9-22 0,0 3 0,1 5 0,0 1-1074,1 5 1,1 3 0,-1 5 0,3 1 0,1 6 0,2 2 0,1 1 0,0 0 0,2-1 0,1 0 0,2-6 0,2-2-580,3-6 1,1-3-1,2-6 1,2-2-403,3-2 0,2-3 1,17 21-622,6-4 1,1-11 0,2-8-1,2-5 1,1-8 0,1-6-1647,-1-7 0,-3-11 1236,1-9 1741,-3-11 0,-2-7 0,-4-7 0,-3-4 0</inkml:trace>
  <inkml:trace contextRef="#ctx0" brushRef="#br0" timeOffset="23">27994 1665 7923,'0'-20'2136,"0"-3"-1209,0 6 1,-6 1 0,-1 10 0,0 11 1854,3 10 1,2 10-1796,2 5 0,0-2-772,0 7 1,8-6-1,3 1 1,6-3-1,3-3 1,5-2-135,3-5 0,3-8 6,7-5 1,4-4-86,9-4 0,-5-9 1,-4-9-1,-6-2 1,-6-2-1,-4-1-1285,-5-3 1,-8 8-497,-9 1 0,-9 6-3634,-8 7 5413,0 2 0,-17 12 0,2 1 0</inkml:trace>
  <inkml:trace contextRef="#ctx0" brushRef="#br0" timeOffset="24">28407 452 7946,'-13'-20'724,"0"2"1,0 10 0,-1 4 0,-2 2 0,-4 5 0,-4 7 0,-8 14 913,-3 17 0,-8 17 1,20-19-1,2 3 0,1 3 1,0 3-184,2 4 0,0 2 0,2 4 1,2 2-1456,3 0 0,1 0 0,0 2 0,3-1 0,1-2 0,3-1 0,1-4 0,3-1 0,0-4 0,3-2 0,3-6 0,1-2 0,10 27 0,7-13-300,3-8 1,3-11-2133,7-4 0,-5-2 793,10-2 1,-10-6-1,4-5 1,-4-5 0,-2-5-1,-1-4-3103,0-1 4742,0-6 0,-4-6 0,0-9 0</inkml:trace>
  <inkml:trace contextRef="#ctx0" brushRef="#br0" timeOffset="25">28665 1381 7857,'-5'-32'529,"-3"11"1,-4 1-1,0 7 596,3 4 0,-1 5 1,5-3-1,-2 1 1,-2 5 334,2 4 1,-3 4-1148,5 6 0,0 1-146,0 3 1,4-1-1,-3 5 1,2 2 0,2 2-1,0-1 59,0-2 1,0 1-1,0-6 1,0-1-343,0-2 1,0-1-259,0 0-470,6 0 74,-5 0 0,7-6 0,-4-3-2589,-3-8 3359,5-3 0,-6-6 0,0 0 0</inkml:trace>
  <inkml:trace contextRef="#ctx0" brushRef="#br0" timeOffset="26">28536 1033 7861,'-5'-36'2338,"-3"6"-195,1 8 1,1 15 0,8 11 0,2 13 1185,5 11 0,-2 12-2327,2 11 1,-2 4-1043,1 9 0,4-2 0,-4 8 0,2-1 0,1-1 1,-3-4-1522,2-2 1,2-12 0,1-1 0,-1-8-1806,1-8 0,0-11 1649,0-9 1,4-8 1152,1-9 0,3-9 1,-4-10-1,-1-7 0,0-9 1,0-8-259,1-7 0,-1-11 822,-12 29 0,0-1 0,2-1 0,-2 0 455,-1-1 0,-1 1 1,0 1-1,0 0 1,-2-33-1,0 4 1,0 10-1,0 12 2194,0 14 0,-2 10 5,-2 11 0,3 5-2204,-4 8 0,4 10 0,1 14 0,0 9 1,0 9-1,0 4-273,0 2 0,1 4-1658,4-1 1,2 3 893,6-2 1,0-9 0,1-1 0,2-9-1,1-8 1,-1-6-2618,-2-6 1,-5-8 1895,-1-5 0,-6-4 990,-2-4 0,-7-2 0,-11-6 1,-5 1 317,-5-3 0,-1 2 209,-5 4 1,-1-1-1,-3-4 1,0 2-1,4 1 1,4 2-1,4 3 1,4 0-1,5 1 1,4-2-1,6-1 1,9-3-1,10-1 1,13-2 0,8-2-1,5 0 1,7-4-1,5 0 1,5-1-1,-1 2 1,-2-1-1,-3 3 1,-5 3-1,-5 5 1,-11 3-1,-9 5 1,-10 6-1,-9 6 1,-9 5 0,-7 3-1,-7 4 1,-4 3-1,-4 4 1,-2-3-1,-2 0-3301,2-3 1,2 1 3583,5 0 1,1-5 0,2 0 0,5-3 0,3-2 0,8-2 0,7-2 0,9-2 0,10-3-493,8-1 0,11-2 0,8-4 0</inkml:trace>
  <inkml:trace contextRef="#ctx0" brushRef="#br0" timeOffset="27">29336 1523 16051,'12'1'0,"-2"2"0,-1 2 0,1-3 230,1 0 0,2-2 0,0 0 0,1-2 1,2-2-1,1-6 0,0-4 0,-1-5 1,-1 0-1,-5-1 0,-3 2 0,-4-2 1,-3 1-1,-6 2 0,-7 5 0,-7 7 0,-4 3 1,-4 2-1,0 0 0,-1 2-230,5 2 0,3 3 0,9 6 0</inkml:trace>
  <inkml:trace contextRef="#ctx0" brushRef="#br0" timeOffset="28">29879 878 7879,'-5'-46'1744,"1"3"0,-6 10-705,1 7 1,-2 3-1,-4 10 1,0 6 1210,-2 4 1,-5 12-1354,5 8 1,-5 16-785,5 18 1,0 18 0,10-29 0,1 1 0,0 1 0,0 0-1,2 1 1,0-1 0,1 0 0,2-1-992,-1-1 1,2 0-1,1 0 1,1-1 367,2 1 0,1-2 0,3 22-485,9-9 0,2-13 0,-2-10 1,-2-5-1,-4-7-1390,-2-6 0,-8-4 1390,-1-6 0,-7-1 1035,-10-4 1,2-6 0,-2-6 0,3-1 0,1 0-1,1-2 358,4 0 0,-4-3 223,4 5 1,1 1 799,-2 4 0,6 0 1,0 2 247,6 2 0,4-1-2354,6 6 0,6 0-571,2 4 1,5 0-1,6 0 1256,6 0 0,7 0 0,7 0 0</inkml:trace>
  <inkml:trace contextRef="#ctx0" brushRef="#br0" timeOffset="29">30524 1316 7855,'-13'-18'1423,"4"3"0,1-2 1,-2 4-455,-2 5 1,-1 3 0,-1 10 0,-2 3 0,-1 5-1,1 3-174,2 1 1,2 5 0,2-5 0,3 0-642,1 2 0,-2-5 1,4 3-371,1-2 0,-3-2 194,2 0 0,-1-5-287,5 1 1,0-5-1,0 5-298,0 1 765,0-5 0,0 3-44,0-4-38,0-3-158,6 5 1,0-7 168,2-4 1,4-2 0,-5-6 0,2 2-1,-1 1 330,2 1 1,-2 2-486,0-2 0,-4-1-105,5 6 0,-5-5 0,5 5 0,0 0-822,-2-2 761,4 5 668,-9-5 1,5 6-63,-3 0 1,-2 1 20,2 4-820,-3-4 0,-1 6 41,0-2 1,0-3 189,0 7 137,0-6 1,0 4 167,0-3 0,0-1 26,0 6-120,0-6 0,2 4 1,2-3-1,3 5 0,2 2-297,-1 2 0,1 1 137,4 4 1,4-3-235,0 7 1,5-6 0,-4 1 0,1-3 0,1-1 0,-1-1-2272,-1-4 1,0 2 1029,-5-5 1620,-1-1 0,-4 2 0,-3 1 0</inkml:trace>
  <inkml:trace contextRef="#ctx0" brushRef="#br0" timeOffset="30">30756 1781 7855,'0'-9'5061,"0"1"-3979,0 5 60,0-8 289,0 9-66,0-4-1018,0 6 1,-4-5-7,0-4 1,-1-4 0,4-4-1,-2-6 1,-1-7 0,1-9 227,1-7 0,4-8-551,2-2 1,5 0-48,8 4 0,-3 12 1,5 7-1,0 9 1,2 8-1,3 6 502,2 6 0,0 9-261,0 8 1,3 6-131,-4 7 0,3 4 0,-13 0 0,-3 0 1,-6 0-1,-6 0 191,-5-1 0,-8-6-787,-8-2 0,-3 0 68,-2 0 1,0-2-1,2-6 1,1 0-1,2-2 1,3-1-6786,2-1 2632,2-7 4599,7 4 0,18-12 0,11-1 0</inkml:trace>
  <inkml:trace contextRef="#ctx0" brushRef="#br0" timeOffset="31">31092 1484 7855,'13'0'824,"0"0"0,-5 2 0,-1 2 903,-1 5 0,-2 8-1192,-4 4 1,0 4-243,0 1 1,0 4 0,0 0 0,0-2 0,-1-2 0,-3-3 467,-5-1 0,2-8 147,-2-1-577,1 0 1,-5-12 0,1 1-1,2-9 1,3-11 0,1-5 872,3-2 0,2-7-765,1-2 1,6-5-450,2-4 0,8-2 0,3-3 0,1 2 0,3 3 0,1 5-37,2 7 0,3 5 333,-3 5 0,1 3-92,-10 10 1,-1 3-1,-6 11 1,-3 6-1,-1 5 1,-3 3-97,-2 3 1,-2 1-21,-4 2 0,2 0-428,-5 0 1,-1-2 0,-4-1-1,2-3 1,1-1 0,3-3-7027,1-2 2447,-4-7 2859,8-1 1,2-9 2069,9-6 0,8-17 0,3-14 0</inkml:trace>
  <inkml:trace contextRef="#ctx0" brushRef="#br0" timeOffset="32">31440 903 7846,'7'-38'317,"3"6"0,-5 5 0,-1 5 0,0 8 0,1 11 0,-2 16 0,-1 14 0,1 11 0,2 5 1,-3 1-1,0 2 0,-2 0 0,0 1 0,0-1 0,0-3 0,0-4 0,1-5 0,2-5 0,1-5 1,1-4-1,1-2 0,2-7 0,4-7 0,0-5 0,1-5 0,2-1 0,1-3 0,2-1 0,2-2 1,3 0-1,2 0 1067,0 0 0,-3 0-1480,-1 0 0,-1 3 24,2-3 1,-3 7-1,-8-6 1,-2 0-1,-5 1 65,-3-2 0,-1 4 0,-1 2 0,-3 1 159,-5 3 1,-2 3 359,-2 5 0,1 2-537,4 6 1,-4 1 0,4 2-1,-2 2 1,1 1 0,5 0-1132,2-4 0,4 4 222,2-2 1,5-1 239,8-7 1,4 1 0,9-6 0,5-2 0,2-4 0,2-4-1878,0-1 1,-5-3 1880,0-7 1,-5 3 721,1-4 1,-4 4 0,-5 0 0,-5-2 0,-6-1 235,-5 1 1,-4 2-267,-1 1 1,-1 4 798,-4 0 0,2 7 0,-5-3 0,-2 2 1,-2 1-1,-1-3 1550,0 2 0,1 2-1443,-1 1 0,0 4-505,0 1 0,1 5 0,2-2 1,3 4-1,1 1 0,4 1 382,0 3 0,2-3-8,0 4 0,0 2-226,0 1 1,6 4 0,4 0-1,4 1 1,5 0 0,1 1 246,3 3 0,-4-2-798,-2 2 0,-3-4-119,-1-5 0,-6 4 0,-3-5 0,-4 0 1,-5-3-1,-7-3 0,-5-2 0,-2-4 0,-1-3 1,2-4-1,-1-1 0,3-1 0,3-5 119,5-7 0,-4-11 0,5-9 0</inkml:trace>
  <inkml:trace contextRef="#ctx0" brushRef="#br0" timeOffset="33">32008 710 7833,'0'-33'0,"0"3"3709,0 3-2882,0 6 1,2 4-1,2 9 1,4 3-1,4 4 1,1 1-1,1 1 1490,3 4 1,8 9-1706,5 12 1,7 2-166,2 11 1,-5 3 0,5 9 0,-3 2 0,-3 3 0,-3 5 249,-3 2 1,-7 1-1,-4 2 1,-6 3-698,-7-33 0,-2 1 0,0 1 0,0 0-158,-1 1 1,0 0 0,-2-1 0,-2 0 157,0-1 0,0-1 0,-9 28 0,-3-8 0,-3-4 0,1-6 0,-3-8-3752,1-6 1,0-10 2146,-1-5 0,2-4-3476,6-5 5081,6-8 0,-4-7 0,3-6 0</inkml:trace>
  <inkml:trace contextRef="#ctx0" brushRef="#br0" timeOffset="34">32589 413 7846,'0'-46'1030,"0"5"1,0 9 0,0 8-39,0 4 1,6 2 0,2 7 0,5 2-1,4 5 1,3 3 1403,1 1 1,3 0-1812,-3 0 1,8 1-286,1 3 0,0 2 1,-5 4-1,-2-1 0,-3 2 1,-2 3 136,-2 4 0,-7 5-278,-5-2 1,-3 3 21,-1 2 0,-10 6 0,-4 2 0,-5 4 0,-5 0 1,-3 1 232,-3 0 1,1 2-799,8-2 1,-2 3 250,5-8 0,3-2 0,6-1 0,5-1 0,5-1 0,6-5-95,6-5 0,13-5 222,0-1 1,8-1 157,1-4 1,-4-1 0,-1-2 0,-2 2 0,-3 3 0,0 1-10,-4 4 0,-3 5-42,-10-3 0,2 7 77,-6 2 0,1 0 0,-5 4 1,0-3-1,-2-1 0,-1 0 52,-1 0 0,-4-6-230,3-3 0,1-3 0,4-1 0,0-4 0,0 0 0,1 1 0,4 1 0,-2 2 0,5 0 0,-5 4 0,1 0 0,-2 6 0,-2-1 0,0 2 0,0 3 0,-2 2 0,-2 1 0,1 2 0,-5-2 0,0-3-360,0 3 0,-4-3 0,5-1 0,-1-1 0,-1-2 0,-1-3-2202,-2-2 0,4 0 1853,-1-6 1,2 1 708,-2 0 0,-8 0 0,3 0 0</inkml:trace>
  <inkml:trace contextRef="#ctx0" brushRef="#br0" timeOffset="35">5795 12261 7988,'0'-8'1067,"-1"0"0,-2 1 1,-2 0-1,1-2 1,0 1 710,0-1 1,-2 6 0,3-2-705,-1-1 0,-5 3 0,3-4 0,-1 0 227,-3 0 1,3 4-1,-2-2-698,-1 4 0,-1 1 1,-1 1-604,4 4 0,-2 2 0,5 6 0,1 4 0,4 0 0,0 6 0,0 0 0,1 4 0,5 2 0,6-3 0,3-3 0,4-3 0,-2 1 0,2-3 0,2-10 0,2-2 0,-4-8 0,0-2 0,-2-6 0,-4-6 0,-3-5 0,-6-5 0,5-4 0,-6 3 0,1-3 0,-4 4 0,-4 3 0,-6 1 0,-5 1 0,-3 2 0,-2 6 0,2 2 0,-3 6 0,4 1 0,-5 4 0,6 6 0,-1 4 0,3 6 0,2 5 0,4 5 0,3 4 0,4 3 0,1 6 0,1 0 0,4-1 0,6-3 0,8-2 0,1-3 0,1-6 0,1-5 0,-1-5 0,-3-7 0,3-2 0,-5-10 0,1-3 0,-3-10 0,-2-4 0,-2-7 0,-3-6 0,-1 0 0,-3 0 0,-3-1 0,-3 6 0,-3 2 0,-1 0 0,-2 8 0,-4 3 0,-1 7 0,-3 1 0,3 6 0,-5-1 0,2 3 0,0 4 0,2 4 0,5 6 0,-1 8 0,2 1 0,3 8 0,2 4 0,3-1 0,2 0 0,3-1 0,3-5 0,4-4 0,1-6 0,-2-4 0,9-4 0,0-5-2048,2-3 2048,4-12 0,6-9 0,2-13 0</inkml:trace>
  <inkml:trace contextRef="#ctx0" brushRef="#br0" timeOffset="36">5860 13707 7984,'-9'0'1420,"0"0"0,5 0-913,-5 0 1,5 1 93,-4 3 0,3-2-140,-3 2 1,5 3-1,-3 1 1,2 0 1128,-1 1-1092,1-6 1,4 8 839,0-2-685,0-4 1,2 1 172,2-6-415,-3 0-282,5-6 1,-6-1-1,0-6 1,0 0 39,0 1 1,0-1-69,0 0 1,0 4 33,0 1 0,-4 3 0,-2-2 0,-1 1 0,-3 3 0,-2 2 235,-1 1 1,0 1-1,1 4 1,-1 3-54,0 4 1,4 2 0,2 2 0,0 3-66,0 1 1,4-3-1,-2 3 1,5-1 349,5-4-463,-4 0 0,12-2 1,-1-2-6,3-2 0,4-4 0,-3-5 0,1 0-71,-1 0 0,0-5-63,1-4 0,-3-4 0,3-4 0,-4-3 0,-3-6 0,-3 0 0,-1 0 0,-3 2 0,-2 3 0,-1-2-160,0 5 0,-1-3 76,-3 4 0,1 4 0,-6 4 0,-1 1 0,-1 0 0,-2 4 21,0 3 0,0 2 1,0 3-1,0 5 20,0 2 1,6 4 390,3 2 0,2 3-271,2 6 0,0 0 1,2-2-1,2-1 0,6-1 1,5-1-78,2-1 0,0-1 0,-4-6 0,4-5 0,0 1 0,0-6 0,-4 1 0,0-4 0,-1-4 0,-4-6 0,-3-6 0,0 2 0,0-5 0,-2 2 0,-2 0 0,-2-5 0,-4 5 0,2 0 0,-5 4 0,-1 0 0,-4 1 0,0 2 0,0 3 0,-1 1 0,-3 4 0,3 0 0,-4 2 0,4 0 0,1 0 0,0 2 0,2 2-494,2 4 0,3 8 0,6 3 494,0 1 0,6 1 0,1 5 0</inkml:trace>
  <inkml:trace contextRef="#ctx0" brushRef="#br0" timeOffset="37">6350 12352 8017,'1'-13'180,"2"0"1,2 0 0,-1 1 0,0 2 285,1 2 0,-1-1 1,-3-2-1,2 1 771,1 1-458,1 0 1,-5-4 0,0 1 2341,0-1-1608,0 5 473,0 3-1344,0 5 1,-2 1 0,-1 3 0,-1 5 624,1 3 1,0-4-765,-1 1 1,3-5-147,-4 5 1,4-5 0,1 5-16,0 1 0,0-3-342,0 1 0,6-5 0,-3 3 0,5-6 0,-5-1 0,1-4 0,-1 2 0,1-5 0,-2 3 0,2-3 0,-2-2 0,-2-2 0,-6 5 0,3 1 0,-6 6 0,5 0 0,-4 2 0,-3 2 0,6 3 0,0 6 0,4 0 0,1 0 0,4 4 0,2 1 0,0-3 0,1 0 0,0-2 0,3-1 0,-3-3 0,2 0 0,0-6 0,3 1 0,0-8 0,-2-5 0,-3-4 0,-1-3 0,-3-1 0,-2-2 0,-1 2 0,0 3 0,0-3 0,0-2 0,-1 3 0,-2 3 0,-3 3 0,-1 2 0,-3 0 0,3 3 0,-2 5 0,5 0 0,-5 0 0,6 7 0,-1 4 0,3 5 0,1 1 0,0 1 0,0-1 0,0 4 0,0-3 0,5-1 0,3-6 0,4-1 0,1-3 0,0-2 0,0-7 0,-4-3 0,-1-8 0,0 0 0,0 0 0,-2-4 0,-6-1 0,0 1 0,0 0 0,0 0 0,0 1 0,-6 6 0,-2 1 0,0 2 0,0-1 0,-1 2 0,-4 6 0,2 1 0,1 4 0,3 3 0,1 4 0,-3 5 0,5 0 0,0 6 0,4-1 0,0 2 0,0 0 0,1-2 0,3-5 0,5-3 0,2-1 0,2-1 0,0-4 0,0-3 0,0-10 0,0-3 0,-2-5 0,-2-4 0,-2-2 0,-4-4 0,1 2 0,-1-1 0,-1 0 0,-2 1 0,-5 5 0,1-1 0,-6 3 0,1 1 0,-2 1 0,-2 2 0,0 3 0,0 1 0,0 3 0,2 3 0,2 6 0,4 7 0,-1 7 0,4 0 0,-2 2 0,3 2 0,1 2 0,4 3 0,2-9 0,1 0 0,1-3 0,1-3 0,0-1 0,-1-6 0,5-2 0,-4-4 0,-1-1 0,0-1 0,0-5 0,-2-5 0,-2-7 0,0 0 0,-1-1 0,-1-2 0,-2 3 0,0 1 0,0 4 0,-5 0 0,0 0 0,-2 0 0,-3 1 0,2 4 0,0 4-8426,5 3 8426,-3 6 0,18 8 0,2 7 0</inkml:trace>
  <inkml:trace contextRef="#ctx0" brushRef="#br0" timeOffset="38">6505 13371 8054,'0'-13'149,"-4"5"1,-1-1 934,2-1 1,1 3-362,-3-2 1,4 5-1,-5-3 1,2 0 1803,-1-1-2044,1 6 1,3-4 217,-4 6 1,4 1 0,-5 4-1,2 3 661,0 4 1,-1 1-948,5-1 1,0 3-204,0 2 1,0-3 0,0 4 0,0-4-1,0-1-17,0 0 1,2-5-186,2 1-219,-2-6 1,9 2 0,-2-5-367,2 0 1,-4-5 83,-2-4 344,2-2 0,-6-2 0,3 0 0,-2 0 0,-2 0-157,0 0 1,0 5 259,0-1 1,-2 5 334,-2-5 0,1 6 370,-5-1 0,0 4-326,0 4 0,2 3 62,6 6 0,0 0 1,0 0-1,0 0 0,2 0 240,2 0 0,-1 0-557,5 0 0,-3-6-15,3-3 1,-3-3 0,3-1 0,1-2-1,-1-6-199,1-4 1,-6-6-96,1 1 0,-2 3 138,-2-3 1,0-2 0,0 2 0,0 1 1082,0 2 175,-6 6-1128,-1 3 0,-5 15 0,4 4 0,2 5 0,2 2 0,-1 1-39,2-1 0,2-1 0,1 2 0,0-5 0,0-3 0,6-1 0,2 0 0,-1-6 0,2-2 0,-2-5 0,3-5 0,-1-3 0,0-5 0,-1-4 0,1-5 0,-6 2 0,1-1 0,-3 5 0,-1-1 0,0 2 0,0 2 0,-1 0 0,-3 1 0,-4 4 0,-4 4 0,-1 3 0,0 6 0,1 3-1228,4 4 0,-2-3 1,5 0 1227,2 1 0,13-5 0,5 1 0</inkml:trace>
  <inkml:trace contextRef="#ctx0" brushRef="#br0" timeOffset="39">7228 12222 15567,'-5'-12'0,"0"0"0,-1 2 0,-1 3 0,0 1 0,-2 2 0,0 0 0,1 1 0,-1 4 0,1 6 0,0 5 0,3 1 0,2 0 0,1 1 0,2 2 0,0 1 0,0-1 4915,0-2 0,0-5-4265,0-1 0,0 1-237,0 4-308,6-6 1,-5-3-148,4-8 0,-4 1 1,-1-6-1,0-1 0,-1 0 1,-2 0 152,-1 2 1,-2 1 42,2-2 253,-4-3 1,0 7 0,-1-4-408,-1 5 0,0 4 0,2 4 0,2-1 0,6 6 0,0-5 0,0 4 0,0 3 0,1-4 0,4 1 0,-4-5 0,5 1 0,-6-8 0,0-3-3340,0-6 0,0 0-6131,0 0 9471,5 6 0,3 7 0,4 7 0</inkml:trace>
  <inkml:trace contextRef="#ctx0" brushRef="#br0" timeOffset="40">7266 13242 8033,'-8'0'21,"-1"0"1356,-1 0-75,4 0 0,-4-1-181,6-4 1,0 2-374,4-5 1,0 4-1,0-5-96,0-1 1,0 3 0,-2 0 157,-2 1-321,3-4-187,-5 3 1,6-6 0,-2 1 0,0 2 319,-3 2 1,-1 5-63,2-2-257,3 4 0,-5 2 0,6 4 0,0 3 0,0 4 213,0 1 1,0 0-423,0 0 0,4-1 25,1 1 0,5-5 1,-3-3-1,1 0 1,1-1-1,1-1 153,2-2 1,-4-2-286,1-4 0,-2-2 63,2-6 0,1-1 0,-6-2 0,-1-2 0,-2-1 0,-1 0 98,0 4 0,0 0 1,0 2-1,-1 2 357,-4 2 1,-2-1-506,-6 6 0,5 1 0,-1 7 0,1-1 0,-4 6 0,2 2 0,3 4 0,1 2 0,3-1 0,2-2 0,1-1 0,0 0-231,0-6 0,1 3 1,5-6-1,7-2 231,7-5 0,4-10 0,2-7 0</inkml:trace>
  <inkml:trace contextRef="#ctx0" brushRef="#br0" timeOffset="41">9564 12506 7965,'-9'0'-181,"2"2"1,0 1 0,0 2 0,-3 1 180,-2 0 0,-1 4 0,0-3 0</inkml:trace>
  <inkml:trace contextRef="#ctx0" brushRef="#br0" timeOffset="42">9486 12287 7751,'-8'-4'1319,"-1"-1"1256,-1 3-1850,4-6 1,-1 7 0,3-3 0,-3 1 0,-2 0 2312,0-1 1,5-1-1444,-4 5 0,-1 0 586,-4 0-1235,6 0-696,-5 6 1,11 1 0,-3 6 0,2 0-251,2 0 0,0 0 0,0 0 0,2-5 0,2 1 0,-1-6 0,5 1 0,2-2 0,2-2 0,1 0 0,-2-6 0,-2-3 0,-3-2 0,-6-2 0,0 0 0,0 0 0,0 0 0,-6 0 0,-3 2 0,-2 2 0,-2 3 0,0 6 0,4 2 0,1 2 0,4 5 0,-4 8 0,3 4 0,2 2 0,1 0 0,2-1 0,0-2 0,0 1 0,6 2 0,3-5 0,2-3 0,2-6 0,0-5 0,0-2 0,0-2 0,-2-6 0,-1-3 0,-3-4 0,-1-4 0,3-1 0,-5-5 0,-1 3 0,-2 1 0,-1 2 0,0 4 0,-1 0 0,-3 0 0,1 6 0,-6 3 0,-1 2 0,-1 4 0,-1 2 0,2 6 0,2 6 0,5 2 0,-2 5 0,4-1 0,1 1 0,1 0 0,2 0 0,4-3 0,5-2 0,-2-1 0,9-5 0,-2-3 0,0-5 0,4-3 0,-3-2 0,-3-3 0,0-5 0,-4-4 0,-2-4 0,-3-3 0,-2-2 0,0 2 0,-2 2 0,-5 2 0,-6 1 0,-2 3 0,-4 0 0,0 3 0,-4 5 0,0 3 0,1 2 0,2 3 0,2 4 0,1 2 0,0 1 0,1 3 0,4 1 0,2-1 0,2-1 0,-1 0 0,4-2 0,4-2 0,5-5 0,5-2 0,4-4 0,5-2 0,4-6 0,4-6 0,3-4 0,6-6 0</inkml:trace>
  <inkml:trace contextRef="#ctx0" brushRef="#br0" timeOffset="43">9732 12145 7988,'12'0'-152,"6"0"1,-1 0 0,0 0 0,0 0 0,0 0 151,-1 0 0,4-6 0,0-1 0</inkml:trace>
  <inkml:trace contextRef="#ctx0" brushRef="#br0" timeOffset="44">9809 12326 8211,'-13'0'5796,"0"0"-5488,6 0 1,3 4 0,8 2-684,5 1 0,-2-4 0,1 1 0,2-2 0,3-4 0,3-2-3938,1-5 4313,6-2 0,-3-2 0,6 0 0</inkml:trace>
  <inkml:trace contextRef="#ctx0" brushRef="#br0" timeOffset="45">10248 12313 8158,'11'1'1376,"-2"4"0,2-4-817,-2 3 1,-2-2 0,2-2 0,1 1 261,1 3 1,-2-2-376,-1 2 0,1-2-776,4-2 0,-3 4 1,1 0-1,4-1 1,-1-1-1,0-2-1311,-1 0 1,6-2 81,3-2 1559,8 2 0,-3-15 0,4 3 0</inkml:trace>
  <inkml:trace contextRef="#ctx0" brushRef="#br0" timeOffset="46">10841 12261 8113,'13'0'-49,"0"0"1,0 0 1208,0 0 0,-4 0-451,-1 0 1,1 0-401,4 0 1,0 0 0,0 2-1,0 0 1,1 4 0,2 0-808,1 0 0,6 2-831,-2-3 1,5-1 846,4-4 482,3 0 0,6 0 0,0 0 0</inkml:trace>
  <inkml:trace contextRef="#ctx0" brushRef="#br0" timeOffset="47">11448 12235 8113,'20'-13'0,"3"5"729,-6-1 1,6 5-136,-1-5 1,-2 6 0,1-2 0,1 0 0,1 1 0,0 1-116,0 2 0,4-1 0,-4 0 1,4-3-1294,3 2 0,0 2 90,-4 1 0,0 0 336,0 0 388,0 0 0,-1 0 0,1 0 0</inkml:trace>
  <inkml:trace contextRef="#ctx0" brushRef="#br0" timeOffset="48">10738 12416 8013,'-13'-1'705,"0"-2"0,2-3 0,1 0 2580,1 1 0,8 0-2593,1 5 0,6 0 0,6 0 0,1 0 176,0 0 1,-4 0-605,0 0 0,-1-4 0,4-2 0,-2-1 0,-3-3 489,-1-1 1,-2-2 199,-4 0-580,0 6 0,-6 1-136,-3 6 0,2 1 1,-1 4-1,-1 3 0,1 5 1,0 3-196,3 1 0,0 5 0,5-5 0,0 0 0,2-1 1,2-2-1,5-4 0,2-3 0,2-4 0,1-1 0,2-5 1,1-4-1,-1-8 0,-2-3 0,-1-5 0,-1-2 0,-4-1 1,-3 2-1,-4 1 0,-1 3 0,-1 3 0,-4 5 0,-3 7 1,-4 3-1,-1 4 0,1 3 0,-1 8 0,0 9 0,1 5 1,4 3-1,3-1 0,4-2 0,1-1 0,0 0 0,0-2 1,1-2-43,4-5 0,2-9 0,6-3 0,0-4 0,0-4 0,-2-4 0,-1-7 0,-1-5 0,-1-4 0,-1 0 0,-2 0 0,-4 3 0,-1 2 0,0 0 0,-1 3 0,-4 0 0,-3 5 0,-4 2 0,-1 2 0,1 0 0,-1 3 0,0 2 0,1 2 0,4 4 0,3 3 0,5 2 0,5-1 0,2-3 0,6-6 0</inkml:trace>
  <inkml:trace contextRef="#ctx0" brushRef="#br0" timeOffset="49">10816 11538 8142,'-9'0'147,"0"0"0,-1 0 0,0 2 4063,2 2-3269,2-2 1,2 5 21,-1-3 1,1-4 269,4 0-991,6 0 1,-5-11-1,5 3 1,-2 0 0,1-1-1,-1-1 2037,2-1-1808,-5 4 1,5-1 517,-6 4 0,0 4 285,0 0-1286,0 6 1,1 2 135,4 1 242,-4-6-1777,5 3 309,-6-6 1,1-5 1101,3 1 0,-2 0 0,4 4 0</inkml:trace>
  <inkml:trace contextRef="#ctx0" brushRef="#br0" timeOffset="50">12300 15940 12787,'0'8'2324,"1"-1"-165,4-1-1867,2-2 0,1-4 0,1 0 1,1 0-1,2 0 0,0 0 473,1 0 1,0 0-611,0 0 0,-4 0 0,1 0 0,3 2 1,2 1-1,1 1 91,-1-1 0,-3-2-177,1-1 1,5 0 0,-1 0 0,-1 0 0,-1 0 0,1 0 111,1 0 0,5 0-55,-5 0 0,5 0-35,-5 0 0,4 0 0,-2 0 0,1 0 0,2-1 1,-1-2 204,1-1 1,-2-1-145,1 5 1,4 0-81,-4 0 0,2 0 0,0 2 0,-2 1 0,2 1 0,0 0 152,-1 2 0,-4-5-235,-5 4 0,2-4 27,2-1 0,-3 0 1,3 0-1,-2 0 0,-2 0 1,0 0 13,0 0 1,-1 0 38,1 0 0,5-1-19,-1-4 1,1 4-1,0-3 1,3 2-1,4 2 1,-1 0 77,-3 0 1,5-4-34,0 0 0,-2-1-67,2 5 0,0 0 0,-4 0 0,0 0 1,1 0-1,-2 0-1,-3 0 0,-1 0 1,-2 0-1,0 0 84,3 0 1,-1 2-71,-4 2 1,1-2 36,3 2 1,-1-3 0,4-1 0,-1 0 0,-2 0 0,0 0 34,0 0 0,6 0-37,-1 0 0,-2 0-25,2 0 0,-1 0 1,3 0-1,-1 0 0,-1 0 1,-1 0-54,-1 0 0,-1 0 1,-6 0-1,0 0-70,0 0 25,0 0 152,0 0 1,-5 0 14,1 0 146,-6-5-270,2-3 0,-9-5 0,-2 2 0,-1 1 0,-3 1 0,-1-1-86,-2-1-1,-2-2 1,-2-1 0,-4-2 15,-4-1 0,4-1 233,-1 5 1,1 2-107,-5 2 1,-3-2-1,2 4 1,3-2-1,1 2 1,3 1-53,2 3 0,-2 2 0,6 1 0,-3 6 0,8 2 0,6 4 0,6 1 0,6 0 0,7-1 0,2 1 0,1 0 0,0 0 0,4 4 0,-2 1 0,3-1 0,2-4 0,-1 0 0,-2 0 0,-3-1 0,0 1 0,-2 0 0,1 0 0,-2 0 0,-4 0 0,-1 0 0,-4 0 0,-2 0 0,-6 1 0,0 2 0,0 1 0,-3-1 0,-4-2 0,-6-1 0,-3 1 0,-1 2 0,-2 1 0,1-1 0,-2-2 0,1-1 0,-1 0 0,1 0 0,1-1 0,3-7 0,5-9 0,16-15 0,8-14 0</inkml:trace>
  <inkml:trace contextRef="#ctx0" brushRef="#br0" timeOffset="51">14404 15359 8084,'-9'0'4036,"0"0"-1388,-1 0-1904,5 0 1,-1 1-359,6 3 0,0-1 0,0 6 0,1 1 102,4 1 1,-4 2-240,3 0 1,2 7 51,-2 6 1,2 3-1,-3 10 1,1 5 0,-1 6-1,-1 6 206,-2 4 0,0 2 0,0-2 0,0-4-283,0-3 0,0-7-42,0-3 1,0-8-1174,0-5 1,0-13 0,1-7-1970,3-7 0,-1-9 1673,6-15 0,-1-7-1731,5-10 3018,-5-1 0,3-11 0,-4-3 0</inkml:trace>
  <inkml:trace contextRef="#ctx0" brushRef="#br0" timeOffset="52">14468 15488 8084,'-8'0'288,"-1"0"0,5 0 429,-5 0 0,6-2 43,-1-2-506,-3-3 1,5-2 0,-2 1-1,3-2 1,1-2 0,0-1 628,0 0 1,0 0-602,0 1 0,0-1-77,0 0 1,1-4 0,2-2-1,1 0 1,-1-1 0,-2 0 193,-1-3 1,0-1-222,0-2 0,0 0-95,0 0 0,0-4 0,0-1 0,0-2 0,0-2 0,0 1 29,0-1 0,-4 5-212,0-4 0,0-1 64,4-3 0,0-1 0,0 0 0,0 1 0,0-1 0,0 0-251,0 0 1,1 5-26,3 0 0,-2 3 223,2-3 0,-1 0 0,0-5 0,3 0 0,1-1 0,1-3 0,1-4 0,-1-6 0,1-5 0,0-3 0,-1-1 0,1-1 0,0 0 0,-2-3 0,-2-2 0,0-2 0,-1 0 0,0 0 0,-1 2 0,-1 1 0,-2 1 0,0 0 0,0 3 0,0 0 0,0-2 0,0-4 0,0-2 0,0 0 0,0 5 0,1 5 0,2-1 0,1-1 0,-1-2 0,-1-1 0,-2 0 1,0 1-1,0 0 0,0 0-748,0 2 1,0-4 833,0 7 0,0-5 1,0-4-1,0-2 1,0-1-1,0 5 1,0 3-1,0 4 0,0-3 1,0-4-1,0-5 1,0 0-1,0 3 1,0 4-1,0-1 0,0-2 1,0-2-1,1 0 1,2-2-1,1 0 1,-2 35-1,-1 0 1,0-1-1,-1 1 0,0-36 1,0 4-1,0 2 1,0-1-1,0-2 1,0 0-1,0 1 0,0 6 1,0 4-1,-1 3 1,-2-1-1,-3-1 1,1 0-1,-3-1 0,3-3 1,-2-1 68,-1-2 0,1 2 19,-1 3 1,-2-3 0,4 3-1,0-3 1,-1-3 0,1 0 40,0 1 1,2 4 0,3 10-1,-2 4-70,-1 4 0,-1-1 9,5 1 1,0 0-54,0 4 0,-4 4 1,0 1-1,-1 1 1,1 3-1,-2 6 39,-1 3 0,3 0 8,-5 4 1,2-6-65,-2 1 1,-1 4 0,5 0 0,-1 3-1,-1-1-161,0-1 0,4-1 0,-2 6-1445,4-1 737,1 5 874,0 3 0,6 5 0,1 0 0</inkml:trace>
  <inkml:trace contextRef="#ctx0" brushRef="#br0" timeOffset="53">5240 8454 8019,'9'-5'-162,"-1"1"1,2 1 505,2 2 0,2 1-246,3 0 0,-1 0 1,7 0-1,4 0 0,6 1 1,6 2-1,5 3 1,8 1 35,7 3 1,5 2-159,5 0 0,-7 1 0,4 0 1,0-1-1,4-2 0,-32-6 0,2-1-26,3 0 1,1 0 0,0 1 0,-1 0 0,3-1 0,0-1 0,-2-1 0,-2 0-270,0 0 0,-1 0 0,7-1 1,1 0 311,2 0 1,1 0-1,-1-2 1,0-2 4,2 0 1,1 0 0,-3 1-1,0 0 1,-2 0 0,1 0-1,4 1 1,1 0 0,2 0-1,1 0 1,0 0 0,0 1 19,-3 0 0,0 0 0,2 1 0,0 0 60,0 0 1,2 0-1,1 0 1,2 0-51,2 0 0,1 0 0,-5 1 0,-1 0 1,-1 0-1,1 1 0,1 0 0,-1 1 1,1 0-1,1 0 0,0 0 0,1 1 25,1 0 1,-1-1 0,-3 1 0,-1-1-16,7 2 0,0-1 0,-6 0 1,1-1-19,-3 0 1,2-1 0,2-2 0,1 1 0,-1 1 0,0 0 0,1-1 0,-1 0 0,-2-2 0,-2 0 0,-2 0 0,-1-1-17,1 1 0,1-2 0,1-2 0,2-1 18,6-1 0,-1 1 0,-7-1 0,-1-1-39,-2-2 1,0-1 0,0 2 0,1 1 0,2-2-1,1 0 1,-1 0 0,0 1 0,-2 1 0,-2 0-1,-3 1 1,-1 1-2,0 2 0,1 0 0,0 0 0,0 2 1,5 2-1,-1 0 0,-3 0 0,-1 0 73,-4 0 0,1 0 1,0 0-1,0 1-34,-1 1 1,-1 1 0,1 0 0,1 1 9,0 2 0,1 1 1,-2-1-1,-1 1 0,-5-1 1,-2 1-1,-1-1 0,-1 0 1,0 1-1,1-1 0,1 1 1,0-1 54,2 1 1,0-1 0,2 1 0,0-1-26,-5 1 0,-1-1 0,30 5 11,-19-2 0,9-2 0,1-4 0,9 1 0,6-1 0,-2-1-14,-5-2 1,-6 0-1,-6 0 1,0-2-57,-2-2 0,10 3-135,-6-4 0,7 4-101,3 1 1,-4 1 0,-5 2 0,-10 4 0,-9 3 233,-6 5 0,-8 10 0,-2 1 0,1 3 0</inkml:trace>
  <inkml:trace contextRef="#ctx0" brushRef="#br0" timeOffset="54">5692 10003 10669,'-5'5'0,"1"-6"0,1-9 0,2-7 0,1-5 0,0-5 0,0-6 0,0-7 0,0-8 0,0-9 0,0-8 0,0-5 0,0 0 0,0-2 0,0 2 0,0 1 0,0 6 0,0 7 88,0 7 0,-2 11 1,0 9-1,-4 9 1,0 11-1,0 12 1,2 9-1,-2 5 1,-2 6-1,-5 4 1,-3 5-1,-1 1 1,0 1-1,-1 0 1,0-1-1,-1-1 1,0-5-1,5-4 1,3-6-1,3-2 1,3-5-1,2-6 1,1-10-1,4-11 1,2-12-1,6-9 1,5-5-1,3-3-114,2 0 0,-3 4 0,5-2 0,0 2 0,-1 2 0,1 4 0,0 6 1035,3 10 1,-4 3-619,1 13 1,-6 8-43,1 13 0,0 6 0,-3 14 1,-2 5-1,-2 1 0,-1 1 2,-1-2 0,-1-3-1684,2-5 0,2-2 752,-2-7 0,2 0 581,2-4 0,0-2 0,0-6 0</inkml:trace>
  <inkml:trace contextRef="#ctx0" brushRef="#br0" timeOffset="55">21747 2581 8138,'-12'-26'100,"-1"1"0,1 0 656,4 4-399,-4 2-86,11 12 1,-7 1-1,6 8 1,-1 1 685,4 1-783,5 12 0,8-8 1,3 11-1,5-2 0,4 2 1,4 1-1,6 1 405,5-1 1,2 3-379,9-5 1,15-1-207,-25-10 1,2-1-1,5 0 1,1 1 0,7-1-1,1-1 1,6 0-1,1-1 1,5-2 0,2-2-1,-21 0 1,1-1 0,0-2 96,1 0 0,0-2 1,0 0-1,4 1 1,2-1-1,-1 0-375,1-2 1,0 0-1,-1-1 1,-3 3-1,-1-1 1,-1 0 268,0-1 1,1 0-1,-2 0 1,0 0 0,0 1-1,-1-1 1,0-1-1,-1 0 1,0 1 0,0 0-1,1 0 1,0 1 0,-2-1-1,0 1 1,1 0-1,-2 0 1,1 1 0,0 0-90,23-2 0,-1 0 0,-5 3 0,-1 1-383,-5 0 1,0 1-1,0 0 1,1-1 49,-1 0 0,0 1 0,-6 0 0,-2 0 0,2 1 0,-2 1 1,-4-2-1,-2 1 0,-3-2 0,1 0 436,2-1 0,0 1 0,-3 0 0,1 0 0,3-3 0,1-1 0,-1-1 0,1 0 0</inkml:trace>
  <inkml:trace contextRef="#ctx0" brushRef="#br0" timeOffset="56">28949 2943 7483,'38'-43'452,"0"1"0,0 6 1,3 5-1,6 5 1,2 6-1,4 5 0,2 5 1,6 5-1,1 2 1,5 2-1,1 0 171,2 1 1,2 0 0,-21 0 0,0 0-1,2 0-998,2 1 0,1-1 0,1-1 0,-1-1 0,0-2 1,1 0-1,-1 0 0,1 0 0,0-1 0,2 1 0,1-1 1,-1 0-1,2 0 0,0 1 0,1 0 0,0 1 0,1 0 1,0 1-1,-1 0 0,1 0 0,0 1 375,-3 1 0,1 0 0,0-1 0,0-1 0,-1 0 0,1 0 0,-3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65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23245 3588 9231,'-26'-3'0,"1"-4"0,4-5 0,5 1 2310,6 1 1,6 6-2110,8-5 0,10 0 1,12-3-1,9-3 1,8-1-1,7-2 0,4-1 1,-1 1-1,-2 2 1,-5 1-1,-3 4 0,-6 2 1,-7 6-1,-9 6 1,-8 7-1,-7 6 1,-6 9-1,-6 8 0,-8 11 1,-10 9-1,-9 7 1,14-28-1,-1-1 0,-1 2 1,0-1-1,-1 0 1,0 0-1,0 1 1,-1-1-1,1 0 0,0-1 1,1 0-1,0 0 1,-17 28-1,5-5 0,8-8 1,12-10-1,12-9 1,11-7 731,10-7 1,9-6 0,15-8 0,8-4 0,5-5 0,3-7 0,1-9-2901,0-7 1,-2-4 0,3 0 0,-30 19 0,0 0-1621,2 0 0,0 2 3274,0 1 0,1 1 0,-3-4 1,0-1-1,33-14 0</inkml:trace>
  <inkml:trace contextRef="#ctx0" brushRef="#br0" timeOffset="1">24303 3782 7934,'0'8'2240,"0"1"0,0 1-108,0 1 1,4 8-933,1 2 0,5 4-669,-2 1 1,4 1 0,1 0 0,-1-1 0,1-6-1,0-4-84,0-3 1,-1-5 0,-2 0 23,-2-3 0,-5-8-237,1-10 0,-2-5-308,-2-8 1,-4-1-1,-4-3 1,-2-6-1,-4-4 1,-2-6-539,-2-4 1,3-1 0,-2-9-1,3-2 266,1-1 0,1-7 1,4-2-1,3 2 322,4 6 1,13 8 0,5 13-1,7 10 491,6 8 1,-1 12 0,4 9-1,0 4 352,0 4 0,-4 5 0,-1 7 0,-5 2-219,-6 2 0,-4-2 0,-4 3 0,-3 2-484,-1 2 1,-3-1 0,1-1 0,-6-3-117,-6-1 0,-2-1 0,-2-2 0,0 1-2129,0-1 0,0-2 0,0-2 0,0-1-5484,0 2 7613,6-9 0,-4 19 0,4-8 0</inkml:trace>
  <inkml:trace contextRef="#ctx0" brushRef="#br0" timeOffset="2">25052 3240 7837,'0'-19'1109,"4"0"1,2-1 0,1 6 4968,3 4-5604,1 7 0,6-3 1,2 6-1,1 0 1,2 0-1,-1 0 1,1 0-4458,1 0 2995,-5 0 0,5 0 1,-4 0 987,1 0 0,-4-6 0,2-1 0</inkml:trace>
  <inkml:trace contextRef="#ctx0" brushRef="#br0" timeOffset="3">25284 3407 7837,'-13'6'3542,"6"-5"1,8 5-5382,12-6 0,6-1 1839,7-4 0,5-7 0,2-8 0</inkml:trace>
  <inkml:trace contextRef="#ctx0" brushRef="#br0" timeOffset="4">25181 3382 7302,'-6'-8'1964,"4"-3"-973,-2 2 0,3 2 314,1-2 0,0 5 1,1-3-1,3 1 566,5 3 1,2 3 0,2 3-1,2 3-470,2 1 0,-3-4-929,4 1 1,2-2-329,1-2 0,-1 0 0,2 0 0,1 0 0,0 0 0,0-2-92,-2-2 1,-5-2-53,1-2 0,-3-4 0,-1 4 0,-6-4 0,-5-1 0,-8 2 0,-10 2 0,-7 5 0,-1 2 0,-10 2 0,-1 0 0,-4 0 0,1 5 0,-1 0 0,2 3 0,1 2 0,1 1 0,0 2 0,7 0 0,3 0 0,7-2 0,1-2 0,9-2 0,5-4 0,6 1 0,8-1 0,9-3-828,10-4 1,7-5-418,7-8 1,3 1-4930,9-5 5906,3-1 1,-25 7-1,2-1 1,0-1-1,0 1 1</inkml:trace>
  <inkml:trace contextRef="#ctx0" brushRef="#br0" timeOffset="5">25839 2930 8056,'-4'-40'822,"-1"7"3569,2 8-3942,2 12 1,7 3-1,4 6 1,4 1-1,5 0 1,1 0-1,3-1 1,3 0 994,4-2 1,-3 5-1030,3-4 1,-4 4 202,-5 1 1,2 0 0,-6 0 0,-1 1 0,-3 4-1,-4 3 974,-5 4 1,-3 6-1116,-1 4 1,-5 8-439,-4 4 0,-9 5 0,-7 4 0,-4 6 0,1 3 0,2 1-39,4-3 0,-1-7 0,6 0 0,0-4 0,4-5 0,6-2 0,4-8 0,7-4 0,9-7 0,10-7 0,10-5 0,3-2-551,11-4 0,7-8-479,6-8 0,1-11 1,1-6-1,-32 15 0,-1 0 1,0-3-1,1 0 1,-1-1-1,0-2-1192,2 0 1,0-2 0,2-3 0,0-1 1438,0-2 1,-1 1 0,-4 3 0,0 1 570,-6 2 1,-1 0 0,12-23 0,-9 6-1,-10 7 1960,-8 8 1,-12 16-1133,-7 21 1,0 3 793,-4 14 0,1 1 1,1 7-1,-3 4 1,3 4-1,0 0 941,2 1 0,6 0-1504,3-1 0,3 0-777,1-4 1,5 1 0,5-10 0,6-6 0,7-8 0,4-6 810,3-4 0,5-12-200,-5-6 1,0-12-632,-4-6 0,-2-2 1,-2-3-1,-6 0 0,-6 0 1,-6 4-51,-3 3 0,-4-2-834,-5 5 1,-2 2-442,-12 6 1,1 3 0,-5 8 0,0 2 0,0 5 0,1 4 1274,-1 4 0,0 4 0,0 4 0</inkml:trace>
  <inkml:trace contextRef="#ctx0" brushRef="#br0" timeOffset="6">27478 2685 7902,'0'-39'4695,"4"12"0,2 7-232,1 8-4098,2 6 1,8 6 0,2 0 0,-1 0 0,2 0-1,2 0 1,4 0-1548,2 0 1,4-1-284,-2-3 1,-3 1 175,3-6 1,3 0 0,0-3-1,0-3 1,-1-2 0,-2-3 1288,0 0 0,0-10 0,-4 3 0</inkml:trace>
  <inkml:trace contextRef="#ctx0" brushRef="#br0" timeOffset="7">27917 2633 7902,'-22'20'-122,"1"-1"1,-1-2 989,2 0 0,-3 5-326,6-5 0,1-4 408,8-5 1,3-5 0,10 1 0,5-2 0,5-4 336,7-2 1,2-3-1644,2-6 1,4-4-857,0 0 1,2-2 0,-3 3 0,1-2 1211,-2-2 0,11-2 0,1-4 0</inkml:trace>
  <inkml:trace contextRef="#ctx0" brushRef="#br0" timeOffset="8">28691 2078 7902,'0'-13'3883,"0"7"-2526,0 6 1,-6 13 0,-2 13 0,-4 8 276,-1 8 0,2-2-1305,2 3 0,4-3-319,5-1 1,1-2-1,3-1 1,8-4-1,8-6 1,10-11 38,6-7 0,8-14 0,4-7 0,2-7 624,1-5 0,-5-10-191,-3-4 0,-4-4-208,-4 0 1,-5-2 0,-10-2 0,-6 3 0,-5 1 0,-4 0 81,-2 1 1,-3 3-179,-4 5 0,-5 8-382,-8 9 0,1 4 0,-7 6 1,-4 8-1,-4 11 0,-4 9-5385,1 8 5589,-1 10 0,-9 6 0,-2 7 0</inkml:trace>
  <inkml:trace contextRef="#ctx0" brushRef="#br0" timeOffset="9">28885 2297 7960,'20'-24'491,"4"8"1,-2-4-1,4 9 1,4 5-1,4 2 1,2-1-1,1 2 1,0 2-1,5 1 1,3 0-1,3 0 1,2 0-1,1 1 1,-3 4-1,-2 2 1,-3 2-1,-4-2 1,-5-2-1,-2-2 1,-5-1 712,-4-2 0,2-6 0,-5-1 0</inkml:trace>
  <inkml:trace contextRef="#ctx0" brushRef="#br0" timeOffset="10">26149 4246 7955,'-25'-26'936,"4"2"0,6 3 0,11 3 0,14 4 643,13 1 1,10-6-1,10-1 1,4-1-1144,4-1 0,2 1 1,1-4-1,1 4 0,-4 5 1,-5 6 546,-6 6 1,-4 10-228,-10 6 1,-12 14-214,-5 13 0,-13 11 1,-9 12-1,-7 5 1,8-31-1,-1 0 1,0-1-1,0 0-491,-12 30 0,0-2 0,4-9 1,3-2-53,4-3 0,7-13 0,3-2 0,14-11-61,7-6 0,9-8 0,8-5 0,11-5 0,6-8 0,7-10-1906,0-8 1,-2-6 0,2-6 0,-5-1 0,-7-1 553,-5-2 1,-2-12 0,0 2 0</inkml:trace>
  <inkml:trace contextRef="#ctx0" brushRef="#br0" timeOffset="11">27207 4220 18025,'11'-17'0,"-1"0"0,-2 1 0,-1 3 0,-2 6 0,1 7 0,-1 10 0,-1 9 0,0 8 0,0 5 0,1 5 0,0 3 0,3 3 0,0-3 0,1-4 0,-1-6 0,3-3 0,0-2 0,0-4 0,-1-5 0,-1-6 0,0-7 0,-1-7 2157,1-9 0,-6-6 0,1-8 1,-2-2-1858,-2-1 1,-2-7-51,-2-2 0,1-5-452,-6-8 0,5-5 1,-3-4-1,1-2 1,3-3-1,2 0 126,1 2 0,1 8 499,4 13 1,2 14-201,6 8 0,0 6 0,1 7 0,2 6 1,2 8-1,2 8-177,3 5 0,0-2-46,-1 5 0,-2-1 0,-3 5 0,-3 0 0,2 0 0,-4-2 0,-5-1 0,-1-3 0,-4-1 0,0-2 0,-2-4 0,-6 4 0,-3 0 0,-2 1 0,-2-7 0,0-1 0,-1-1 0,0 1-1882,1 1 1,-3 2 0,7 0 0,-1 0-7861,2 0 9742,2 0 0,6 0 0,0 0 0</inkml:trace>
  <inkml:trace contextRef="#ctx0" brushRef="#br0" timeOffset="12">27994 3962 7990,'9'-13'1714,"-2"0"1,0 1 520,0-1 1,2 4-1,5 0 1,2 1-157,1 1 0,8-5-2934,0 4 0,3 0 175,6 0 0,1 1 0,2-2 0,-3 5 0,-5 2 0,-6 2 680,-6 0 0,-3 6 0,-1 1 0</inkml:trace>
  <inkml:trace contextRef="#ctx0" brushRef="#br0" timeOffset="13">28227 4182 7990,'-6'13'7641,"4"-6"-6872,-3 4 0,15-11-1424,3 0 0,10-3 44,2-10 0,7 2 1,7-11 610,-1 0 0,7-9 0,1-2 0</inkml:trace>
  <inkml:trace contextRef="#ctx0" brushRef="#br0" timeOffset="14">29195 3343 8034,'-21'-13'2293,"3"1"1,1 5 0,-1 10 0,3 13 19,0 13 0,-2 18 0,1 10 1,3 9-1578,8-29 0,0-1 1,2 35-737,-1-3 0,10-9 0,7-9 0,7-11 0,6-12 0,4-9 0,4-8 0,4-6 0,0-8 0,5-9 0,2-9 0,-1-4 0,1-4 0,-5-4 0,-4-3 0,-6-6 0,-9-2 0,-5 1 0,-6-1 0,-4 2 0,-6 4 0,-6 1-1604,-3-1 0,-9 7 1,-8 8-1,-7 8 0,-6 8 1,-2 3 1603,-2 7 0,0 4 0,4 7 0</inkml:trace>
  <inkml:trace contextRef="#ctx0" brushRef="#br0" timeOffset="15">29272 3743 7910,'0'-9'0,"1"2"2457,4 1 1,6 1-1,8 2 1,2-2 2052,7 3 0,7 0-4306,8 2 1,6-1-904,-1-4 1,-4 4 0,-2-3 0,-7 2 0,-4 2 0,-4-1 698,-1-3 0,-1-4 0,1-5 0</inkml:trace>
  <inkml:trace contextRef="#ctx0" brushRef="#br0" timeOffset="16">30188 3201 9879,'0'-9'4915,"0"1"0,2 8-3355,2 4 1,3 9 0,8 13 0,0 1-475,3 3 1,4-1-822,0 5 1,2-1-1440,2 1 0,4 2 0,0-6 1,-1-1-1,-2-3 0,-1-5-2043,0-3 0,-6-5 0,-3-5 3217,-2-4 0,-2-14 0,-1-4 0</inkml:trace>
  <inkml:trace contextRef="#ctx0" brushRef="#br0" timeOffset="17">30253 3511 14530,'-13'-2'0,"0"-1"0,2-2 0,1-1 0,2-1 0,3-1 0,3 0 0,6-1 0,9 1 0,7-1 0,5 0 0,2 1 0,3-2 0,5 0 0,2 0 0,2 1 0,5-5 0,2-6 0</inkml:trace>
  <inkml:trace contextRef="#ctx0" brushRef="#br0" timeOffset="18">30782 3072 7895,'-1'-13'750,"-2"-1"0,-2-2 388,3-1 1,0-1-1,4 4 1,0-2 15,3-1 0,9 0 0,0 4 0,5 0-22,4 0 0,3 0-772,4 0 1,-1 0 52,5 0 0,0 6 0,4 3 1,-4 3-1,-5 1 0,-6 1 770,-6 3 0,-3 9-619,-1 9 0,-6 3-373,-2 6 0,-10 2 1,-3 5-1,-4 2 0,-1 2 1,0 0-192,1-5 0,0 0 0,4-7 0,-3 2 0,7-2 0,1-9 0,8 1 0,3-8 0,5-5 0,6-5-2133,7-2 1,-1-4-94,5-2 0,-1-8 627,1-5 1,-2-7 0,3-2 0,-1-5 0,0-4 0,-1 1 12,-2-2 1,-5 3 1412,-1-2 1,-1 11 993,2-2 1,-4 10-1,-5 4 1957,0 6 1,-4 12-592,0 6 0,-7 6-1745,3 3 0,0 4 1,1-5-1,1 1 0,5 1 1,2-1-196,3-1 0,6-5-71,-1-7 0,6-5 103,3 1 0,3-8 0,-5-6 0,-3-6 0,-5-5 0,-2-4 1210,-4 0 1,-5-7-853,-1-2 0,-7 1-637,-2-2 0,-6 7 0,-9-1 0,-2 6 0,-4 7 0,-4 6-155,0 6 1,-6 5-1,-2 8 1,-1 8-6205,-2 6 6359,-4 3 0,7 11 0,-6 3 0</inkml:trace>
  <inkml:trace contextRef="#ctx0" brushRef="#br0" timeOffset="19">27052 5408 14042,'13'11'428,"7"17"1,6 22 0,-9-18 0,0 2 0,3 6-1,0 1 1,2 4 0,-1-1 0,0 1 0,-1-1 0,-2-3-1,-1-1 554,-1-4 0,-1-1 0,10 18 0,-3-10-2753,-5-10 844,-8-11 0,-9-9 1,-9-10-1,-4-6-740,-4-6 0,-3-4 576,-6-4 1,0-4 742,0-10 0,-5-6 0,-2-7 1,-2-4-1,3-5 0,0-7 298,17 27 0,1-1 0,1-1 0,0-1 1,2 0-1,1-1 0,-6-32 376,6 3 1,6 3 1476,8 3 0,9 4-902,9 9 1,8 4-1,6 8 1,4 5 0,4 5-1,1 3-564,-1 5 0,-5 8 0,-6 8 0,-2 6 0,-2 10 0,-3 2 0,-5 3 1,-5 0-1,-4 3 0,-5 2 0,-2 0 0,-2 1 0,-1 0 0,-4 0 1,-2 0-1,-6-1 0,-6 3 0,-5 0 0,-4 2 0,0-2 0,-1-4 1,0-4-1,0 0 0,0-1 0,3-1 0,5-2 0,6-1-337,5-2 0,3-3 0,4 2 0,0 4 0</inkml:trace>
  <inkml:trace contextRef="#ctx0" brushRef="#br0" timeOffset="20">27930 5292 7927,'5'-13'5892,"-3"0"-4421,2 0 0,3 4-83,2 1 1,-2 1-1,2-3 1,1 2 0,3 1-1,2 1 838,3 1-3165,5-5 1,1 8 0,6-3-1,-1 0 1,-2 1 938,-1 1 0,0 13 0,-1 4 0</inkml:trace>
  <inkml:trace contextRef="#ctx0" brushRef="#br0" timeOffset="21">28175 5459 7927,'-13'2'3024,"0"1"-1962,0 1 0,7 0 0,6-4 429,8 0 1,10 0-1742,8 0 1,7-1-2921,10-3 3170,3-4 0,11-10 0,2-2 0</inkml:trace>
  <inkml:trace contextRef="#ctx0" brushRef="#br0" timeOffset="22">29065 4517 7827,'-7'-13'2989,"0"2"1,4 5-1352,-1 10 0,0 11 1,4 15-1,0 6 0,0 5 1,0 5-761,0 0 0,1 3-2599,3-6 1,-1 0 543,6-4 0,-5-5 1,3-1-1,-1-3 1177,-3-5 0,4-5 0,0-7 0</inkml:trace>
  <inkml:trace contextRef="#ctx0" brushRef="#br0" timeOffset="23">28975 5150 7875,'-13'-10'2430,"2"-3"59,2-2 1,5 5 0,8 3 67,5 1 0,8-2-2433,4 4 0,0-2-677,0 2 0,1 2 0,3-2 1,1 1-1,0 0 0,-2-1-2081,-2 1 1,2 1-137,-2 2 2770,-4 0 0,7 0 0,-5 0 0</inkml:trace>
  <inkml:trace contextRef="#ctx0" brushRef="#br0" timeOffset="24">29014 5485 16329,'-7'-5'0,"4"-4"0,6-1 0,7 0 0,5 1 0,7 1 0,2-1 0,2 2 0,0 0 0,1 1 4395,3 0 0,2 2-3909,2 4 0,2 0 0,-7 0 1,-3 1-1,-5 4 0,-4 5-169,-5 5 1,-5 1-318,-7 6 0,-6 1 0,-2 7 0,-8-3 0,-1 3 0,1-1 0,0 0 0,2 1 0,1-2 0,-1 0 0,9-4 0,2-1 0,2-2 0,4-5 0,5 1 0,7-8-1639,11-5 0,5-2 0,5-5 1,4-6-1,5-8 1639,0-6 0,-3-8 0,3-2 0</inkml:trace>
  <inkml:trace contextRef="#ctx0" brushRef="#br0" timeOffset="25">29982 4956 7840,'-30'-17'2064,"0"0"1,1 2 392,2 5 1,7 5-1,2 7 1,4 7 978,1 8 0,2 8-3436,2 5 0,-1 1 0,6 4 0,1 5 0,7-6 0,6-2 0,7-3 0,9-5-338,7-3 0,9-3 0,1-10 0,0-5 735,1-6 1,-4-10-294,3-8 0,-4-5-46,-4-4 0,-5 1 0,-9-4 0,-5 0 0,-5 0 1,-3-3-59,-3-1 0,-3 3 0,-11-1 0,-1 7-709,-11-3 1,-1 10-1,-5 4 1,-2 4-1,-2 4 1,-1 6-2906,1 6 0,-4 10 3614,5 9 0,0 2 0,4 2 0</inkml:trace>
  <inkml:trace contextRef="#ctx0" brushRef="#br0" timeOffset="26">29982 5034 7840,'8'-5'4300,"1"1"202,1 1 1,3 2-2956,4 1 0,-1 1-1358,5 3 1,1 4 0,4 4 0,1 1-1,2 0 1,1-1-1723,-1-4 1,-4 4-195,-3-4 1,4 0 1726,-1 0 0,1-5 0,6 3 0</inkml:trace>
  <inkml:trace contextRef="#ctx0" brushRef="#br0" timeOffset="27">30795 4801 15542,'0'-6'1410,"0"6"0,1 9 236,4 7 1,-2 4 0,5 7 0,2 3-1916,2 5 1,2-2-1,2 3 1,2 1-1506,2 0 0,-2 3-1242,3-10 1,-1-5 1519,2-8 1,1-4 1495,-6-5 0,6-13 0,-3-10 0</inkml:trace>
  <inkml:trace contextRef="#ctx0" brushRef="#br0" timeOffset="28">30756 5072 7820,'-13'-4'1728,"0"0"1415,0 1 1,5 1-297,-1 2 1,12-4-1947,1 0 1,8-1-1452,5 5 0,3-5 0,7-2 1,4-2-1,2 0 0,1-1-2142,0-1 2692,7-2 0,4-6 0,7-1 0</inkml:trace>
  <inkml:trace contextRef="#ctx0" brushRef="#br0" timeOffset="29">31492 4621 7820,'7'-13'5041,"-3"0"-2798,-2 6 0,-2 7-755,0 8 1,-2 9-987,-2 5 0,1 12 0,-5 6 0,-2 3 0,-2 3 0,1 0-2254,2 3 0,-2-3 1017,2 1 0,-1-7-1389,1-1 1,4-7 0,6-12 2123,3-7 0,9-6 0,7-7 0</inkml:trace>
  <inkml:trace contextRef="#ctx0" brushRef="#br0" timeOffset="30">31789 4750 7820,'-12'1'1622,"2"3"1,3 5-34,1 2 1,-2 8 0,3 3 0,3 3-969,0 5 1,4 2 0,3 2-1,8-3-99,7-4 1,5-7-301,0-3 0,7-8 291,2-5 0,4-5 0,0-8 0,1-8 0,0-8 0,-2-5 713,-2-4 0,-5-3-850,-9-2 1,-8 0-737,-9 0 1,-4-4-1,-7 2 1,-9 4 0,-9 6-1,-8 10-1083,-8 8 0,3 6-262,-5 7 1,7 11 43,1 6 1661,7 6 0,-4 9 0,6 1 0</inkml:trace>
  <inkml:trace contextRef="#ctx0" brushRef="#br0" timeOffset="31">30872 6298 7865,'5'-25'1152,"-1"0"1,0 5 0,2 7 0,3 7 0,4 5 0,4 4 1268,4 6 0,9 12 0,6 18 1,4 7-1200,3 4 1,-19-22-1,0 1-1189,-2 1 1,-1 0-1,1 5 1,0 1-1,-1 1 1,0 2-1,0 2 1,1 1 0,-1 2-1,-1 1 1,1 2-1,-1 2 1,-1 1-1,-1 2 1,0 2 0,0 1-34,-1 2 0,0 2 0,-3-1 0,-1 1-525,1 4 0,-2-1 0,-1-2 0,-3 1 525,-3 1 0,-2 0 0,-2 4 0,-3 0 0,-3 4 0,-3-1 0,-2 2 0,-1 0 0,-3 0 0,-1-1 0,4-22 0,-1-1 0,0 1 0,0 2 0,0 0 0,-1-1 0,-1 2 0,-1 0 0,0 1 0,-1 3 0,1 2 0,-2-1 0,0-1 0,0 0 0,-2 1 0,0 3 0,-1 0 0,-1-1 0,-2 1 0,-2-2 0,-1 1 0,-5 2 0,-1 0 0,-2 1 0,-1 1 0,-2 0 0,-1 0 0,8-14 0,0-1 0,-1 0 0,0 0 0,-1 1 0,-1 0 0,0-1 0,-1 0 0,0-1 0,-2 1 0,0-1 0,0 0 0,0-1 0,-1-1 0,-1 1 0,0-2-267,-2 2 0,0-1 0,-2 0 0,1 0 0,-3-1 0,0 0 0,0 0 0,-1 0 267,-1 1 0,0 1 0,0-1 0,-1-1 0,2-2 0,0 0 0,0-1 0,-2-1 0,-2 1 0,-2 0 0,0 0 0,0-1 0,-1 0 0,1 0 0,-1-1 0,-1 0 0,-1 0 0,0-1 0,-1 1 0,0-1 0,-2 1 0,-1 0 0,0-1 0,0 1 0,-1 0 0,-1 1 0,-1-1 0,0-1 0,-1-2 0,-1-1 0,0 0 0,0-1-249,1 0 0,0-1 1,0 0-1,-1 0 1,-3 0-1,0-1 1,0 0-1,0 0 249,0-1 0,1 1 0,0-1 0,-2-1 0,12-5 0,-1 0 0,-1 0 0,1-1 0,-1 0 0,2-1 0,-1 0 0,0 0 0,1 0 0,-1-1 0,0 0 0,1 0 0,-1-1 0,0 1 0,-1-1 0,0 1 0,-1-1 0,0 0 0,0 1 0,0-1 0,-1 0 0,1 1 0,0-1 0,-1 0 0,0 1 0,0 0 0,-1-1 0,0 1 0,0 0 0,0-1 0,-2 0 0,1-1 0,0 0 0,-1 0 0,1 0 0,0 0 0,0-1 0,1 0 0,-1 0 0,1-1 0,0 1 0,0-1 0,0 0 0,0-1 0,0 1 0,1 0 0,-1-1 0,0 0 0,1 0 0,-1 1 0,0-1 0,1 1 0,-1-1 0,0 0 0,1 1 0,-1-1 0,1-1 0,0 1 0,-1 0 0,1-1 0,0 1 0,0-1 0,0 0 0,0-1 0,1 1 0,-13 3 0,0-1 0,1 0 0,-1 0 0,3-1 0,0 1 0,0-1 0,0 1 0,2-1 0,1-1 0,0 1 0,0 0 0,1-1 0,-1 1 0,1-1 0,0 1 0,1-1 0,0 0 0,1 0 0,-1 0-1,1 0 1,-1 1 0,1-1 0,1 0 0,5-1 0,1-1 0,0 0 0,0-1 0,-16 4 0,0 0 0,1-1 0,2-1 0,1 0 0,0-1 0,3-2 0,0 0 0,1 0-1,2-2 1,0 0 0,1-2 0,3 0 0,1-1 0,1-1 0,4-1 0,1-1 0,1 0 0,-18-1 0,3 0 0,5-1 0,1-1 0,3 0 0,2 0 0,3 0 0,3 0-1,5 0 1,3 0 0,-22 0 0,15 0 0,10 0 0,6 0 0,5 0 0,10 0 0,10 0 0,14 0-68,8 0 0,15-1 0,1-3 0,1-5 0,2-2 0,4-4 0,4-2 0,4-5 0,-1-2 0,3-3 0,3-3 0,3-6 0,-3-6 0,-4-4 0,-6-1 0,-3 3 0,-2 2 0,-4 5 1,-4 1-1,-4 4 0,-6 7 0,-6 6 0,-5 5 0,-2 1 0,-1 0 0,-2 0 0,-5 0 0,-6 1 0,-5 2 0,-2 3 0,-3 0 0,-5 0 0,-2-3 0,-2 0 0,0 0 0,0 1 1,-1 1 172,-3 0 0,1 1 1,-4 4-1,0-1 1,2 1-1,1 2 0,4 1 1,4 0-1,4 0 1,3 1-1,7 3 1,8 5-1,7 3 0,4 2 1,2 3-1,1 5 1,2 2-1,1 3 1,-1 2-1,0 2 0,0 2 1,2 2-1,1-1 1,1-1-1,-1 0 1,-1-1-1,0-1 0,-1-3 1,0-4-1,-1-4 1,-2-1 932,-1-4 0,0 0-1634,0-2 1,-4 0 0,-1 0-243,2-1 1,-3-3-1199,2 0 0,-5-6 0,3 2 2038,-1 1 0,4-5 0,-3 5 1</inkml:trace>
  <inkml:trace contextRef="#ctx0" brushRef="#br0" timeOffset="32">20870 13694 7867,'-19'0'1372,"3"-4"0,-5-1 0,-3 2 0,-5 2 0,-7 4 1,-7 4-1,-10 9-299,-10 7 0,28-12 0,0 2 0,-4 4 0,0 0 1,1 1-1,0 0-663,1 1 0,1 0 0,3-1 1,1 1-1,-22 15 0,5-4 0,8-4 1,6-3-310,9-1 0,12-7 0,10 3 1,2-3-102,2 3 0,12 0 0,6 5 0,10-1 0,6 1 0,9-3 0,6 1 0,4 1 0,3-2 0,7 3 0,1-6 0,4 6 0,-30-12 0,1-1 0,30 11 0,-33-11 0,0 1 0,27 11 0,-9-2 0,-5-3-1202,-6-3 0,-8-1 300,-5 0 1,-7 0-2583,-2 0 0,-4 1 3484,5 3 0,-1-2 0,5 3 0</inkml:trace>
  <inkml:trace contextRef="#ctx0" brushRef="#br0" timeOffset="33">19579 4091 8045,'0'-18'97,"-4"2"0,-2-4 1,-1 1-1,-3 5 0,-2 4 1,-2 4-1,-3 2 0,-6 0 1,-6 1-1,-5 1 1,-3 2-1,-4 0 0,0 0 1,-4 0-1,-1 0 0,-2 0 1,-4 0-1,-7 0 1,-8-1-1,29 0 0,-2-1 1,0-1-1,-1 0 0,-1 0 1,1-1-1,0-1 1,0-1-1,-1-1 0,-1-1 1,-1 0-1,-1-1 0,-2 0 1,0 1-1,-2-1 0,0 1 1,0-2-1,-1 1 1,1 0-1,-1-1 0,0 0 1,0 0-1,-2 1 0,-1 0 1,-2-1-1,0 1 1,-1 0-1,0 1 0,1-1 1,-1 0-1,3 1 0,-1-1 1,-2 1-1,-1-1 1,-3 1-1,1 0 0,-4 1 1,1 0-1,1 2 0,0 0 1,0 1-1,0 1 0,0 1 1,-1 1-1,-3 0 1,1 0 384,-2 1 1,1 0-481,3 3 0,-1 0 0,-1 2 0,1 2 0,1 1 0,0 2 0,1 0 0,1 0 0,0 2 0,0 1 0,2 0 0,0 1 0,0 1 0,-1 0 0,0 0 0,2-1 0,0 0 1,2 0-1,3 1 0,0 1 0,2 1 0,0 1 0,-1 3 0,0 0 0,-2 3 0,0 1 0,2 1 0,0 2 0,3 2 0,2 1 0,1 0 0,1 1 0,-1 0 0,-1 0 1,0 1-1,-1-1 0,1-1 0,0 1 0,3-1 0,0-1 0,4 0 0,2 1 0,3 0 0,2 1 0,3 0 0,1 2 0,2 0 0,0 1 0,2-2 0,0 1 0,-1 0 1,1-1-1,-1 1 0,0 0 0,-1 1 0,0 0 0,1 0 0,1 0 0,1 2 0,2-1 0,1 1 0,3 1 0,1 1 0,1-1 0,3 0 0,2 0 0,0-1 0,2 0 1,-5 33-1,5-3 0,4-1 0,2 0 0,4 3 227,-1-33 1,2 1 0,2 1 0,3-1 0,2-1 0,1-1 0,15 31-43,4-4 0,9-3-555,-16-29 1,1 0-1,5 3 1,2 0 417,1-2 0,1-2 0,1 2 0,1-1 1,-2-4-1,1-1 0,1 0 0,0 0 0,2 0 1,0-1-1,2-1 0,2 0 142,3 0 0,1-2 0,2 1 0,2-1-116,2-1 1,1-1-1,0 2 1,-1 1-25,1 0 0,0-1 0,6 1 1,3-1-1,0-2 0,1 0 1,0-2-1,1 0 0,-1-1 0,1-2 1,-1 0-1,2-2 89,2-1 0,1-1 1,4 0-1,0-2-97,0-3 0,0-2 1,-21 0-1,0-1 1,1-1-78,22 0 0,0-2 1,-23 0-1,1-1 0,0-1 1,2 0-1,0 0 0,0-1 1,1 0-1,1-2 0,0 0 1,0 0-1,1-1 1,0-1-1,0 0 0,-1-1 1,1 0 29,0-1 0,0 0 0,-1 0 0,1 0 0,-1 1 1,1-1-202,1-1 0,0-1 0,1 1 1,2 0-1,1-1 0,-1 0 174,-3 0 1,1-1 0,-1 0 0,-2 0-1,0 0 1,0 0 0,-3 0 0,0 0 0,0 0-1,0 0 1,0 1 0,0-1 0,1-1 0,-1 1-1,1-1 1,-1 1 0,0-1 0,0 0 15,-1 0 0,0 0 0,-1-1 0,0-1 0,-2 0 0,1 0 63,20-5 1,-1-1 0,-3-2 0,-2-2-48,0 1 0,-1-1 0,-5 0 0,0 0 0,3-1 1,-1 0-1,-6 1 0,-2 1 0,-6 2 0,-1-1 0,-4 0 1,-2-1 157,1 0 0,-2 0 0,-1 1 0,-1-1 26,0 0 1,-1-1 0,-4 1-1,-2-1 38,-1-3 0,-2-2 0,-2 1 0,-3-1 1,10-35-1,-10 1 0,-8 5 0,-8 0 5,-3-5 1,-8-7-200,2 32 0,-3-1 0,-1-1 0,-2-1-69,-3-2 1,-2 0 0,-3-1-1,-2 1 1,-4-1 0,-3 1 0,-4-3-1,-2 1 1,-4-3 0,-1 1-1,-4-1 1,-1 0-220,1 0 1,-1 1 0,-1 0 0,0 2 229,-4 1 0,-1 1 0,12 15 0,-1 1 0,-2 1 2,-4-3 1,-1 1 0,-1 0 0,3 2-1,1-1 1,-1 0 0,-3-1 0,0 0 0,0 1-1,-1 2 1,0 2 0,-1 0 0,-1 2-1,0 1 1,-2 1 0,-1 1 0,0 2 0,-2 0-192,-1 1 0,0 0 0,-1 2 1,5 3-1,-1 2 0,1 1 1,-3 2-1,-1 1 0,2 2 1,1 1-1,1 1 0,0 1-547,0 1 0,0 1 0,0 1 0,2 1 0,1 2 0,0 1 170,0 1 0,0 2 0,1 1 594,-16 7 0,2 3 0,0 0 0,0 2 0,6 1 0,1 1 0,-1 0 0</inkml:trace>
  <inkml:trace contextRef="#ctx0" brushRef="#br0" timeOffset="34">20250 12700 7830,'-11'-44'331,"2"11"0,-8 2 0,1 11 0,-1 6 0,-6 3 0,-6 1 0,-6 2 84,-7 3 1,-5-5 0,-9 0-1,-6-6-769,-5-6 0,1 2 320,-3-1 0,30 10 0,-1 0 0,-3-2 1,-1 0-1,-7 0 0,0 1 0,-5-1 0,0 0 1,-3 0-1,0 0-599,0 0 0,-1 0 1,-5 0-1,-2 2 633,19 3 0,-1 1 0,0 0 0,-2-1 0,-1 0 0,0 0 1,-1 1-1,-2 0 0,1 1 0,-2-1 0,0 0 0,0 1 1,0 0-1,-1 1 0,0 0 0,-2 1 0,0 1 0,0 0-23,-2 1 1,-1 0-1,0 2 1,0-1 0,0 1-1,-2 1 74,-4-1 1,-1 2-1,0 0 1,4 0-1,0 1 1,0 0-27,-3 2 1,-1 1-1,-1 1 1,0-1-1,-1 1 1,0 1 0,0 1-1,1 2 1,-1-1-1,-1 1 1,0 1 0,-1 0-1,19-3 1,0 0-1,0 0 1,0 1 0,-17 3-1,0 0 1,1 1 95,1 0 1,0 1-1,1-1 1,4 0-1,-1-1 1,1 2-82,-1 0 1,1 2 0,-1-2-1,-1-1 1,0 0 0,0 0 20,1 0 0,0 0 0,2 1 0,4-2 0,2 1 0,1-1 0,1-1 0,1 1 0,1-1 0,1 0 0,0 0 0,1 0 0,2-1 0,0 1 0,1-1 0,0 1 0,1 1 0,0 0 111,-1 0 1,1 1 0,1 0-1,-17 7 1,1 0 0,0 2 0,1 1-1,7 0 1,2 1-78,5 0 1,2 0 0,0 1 0,1 0 0,3-1-1,2 0 1,2-1 0,1-1-69,4-1 1,2-1 0,-19 24-93,19-2 0,6 7 16,11 2 1,7 6 0,8 11 0,2-32 0,3-1 0,3 2 0,3-1 0,2 0 0,3 1 14,2-1 1,3-1 0,4-3 0,2 0 34,2-1 1,2 0 0,4 0 0,1-1 10,2-3 0,2 0 0,1 4 1,0 1-1,0-3 0,1 0 1,4-1-1,2-2 0,6-1 0,2-2 1,5-2-1,1-1 207,1 0 1,3-2 0,-17-6 0,1 0-1,0-1-332,1 0 0,-1-1 0,2 0 0,2-1 0,1-2 0,1 0 146,0-2 1,1 0-1,0-1 1,3 0-1,0-1 1,2 0-1,4 0 1,1-1-1,1 0 1,0 0-1,2-1 1,-1 0-1,-16 0 1,0-1-1,1 1 1,-1-1-1,0 0 1,0-1-1,1 1 1,-1 0-35,1-1 0,0 1 1,0-1-1,0 0 0,-1 0 1,0 0-1,1-1 0,0 1 4,2-1 1,0 0-1,0 0 1,0-1-1,0 1 1,1-1-1,-1 0 1,1 0-13,1-1 1,0 0 0,1 0 0,-1-1 0,-2 1 0,0 0 0,0 0 0,0-1 0,-1 1 0,0 0 0,-1 0 0,1-1 0,-1 1-1,1-1 1,0 1 0,-1-1 0,2 0 0,0 1 0,0-1 0,-1-1 0,0 1 0,1-1 0,-2 1 0,1-1-22,-1 0 0,0 0 0,-1 0 1,1 0-1,16-2 0,1 0 1,-2-1-1,-4 0 0,-1-1 1,0 0-1,2 0 0,-1 0 1,1 0 21,-2 0 0,1-1 0,-1-1 0,1-1 1,-1 0-1,0-1-2,-3-1 0,-2 0 1,0-1-1,0-1 1,-1 0-1,-1-1 12,-8 1 1,-1 0 0,-1 1 0,0-1 0,-1 1 0,0 0 0,21-9 0,-2 0 0,-6 1 0,-1-1 0,-6 1-1,-2 0 1,-5 2 0,-1-1 116,-3 2 0,-3 0 1,-5 1-1,-2-2 809,14-22 0,-16 1-686,-18-5 1,-7-3 0,-12-9-1,-8-6 1,-12-2 0,8 33-1,-3 1-46,-2 0 0,-4 1 0,-3-2 1,-3 1-1,-3 2 0,-2 1 1,-2-1-1,1 1-109,-2-1 1,0 1 0,0 0 0,0 0-1,2 4 1,-1 2 0,0 3 0,-1 2-439,-2 3 1,0 3-1,-4 4 1,0 4-1,0 2 1,0 2-1,0 0 1,0 0-763,2 0 0,-1 2 1,0 4-1,0 2 0,-1 1 1,-1 2 1112,-1 3 0,-1 2 0,-1-1 0,1 2 0,-2 2 0,0 2 0,1 2 0,-1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687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10403 10712 8148,'8'0'-273,"1"0"0,-5 0 260,5 0 1,1-1 0,6-2-1,1-3 1,-13 4 9</inkml:trace>
  <inkml:trace contextRef="#ctx0" brushRef="#br1" timeOffset="1">11216 10725 7989,'-7'6'0,"-3"-3"534,5 6 1,-3-1 1648,3 5-389,1 0 1841,4-6 3955,0-1-5404,0-18-151,-6 9-1988,-1-8 1,-6 11-1,0 0 1,0 1-48,1 4 0,0 2 0,3 6 0,-2 0 0,2 0 0,4 5 0,0 2 0,4 2 0,1-1 0,1 1 0,4-2 0,3 0 0,9-3 0,-1-7 0,6 3 0,-1-8 0,4-1 0,-2-3 0,-3-2 0,-2-3 0,-2-5 0,-2-4 0,-2-4 0,-2-5 0,-2-2 0,-5 2 0,2 1 0,-8 1 0,-2-2 0,-9 2 0,1 6 0,-3 0 0,-2 3 0,-4 4 0,-2 4 0,0 2 0,2 1 0,-2 7 0,2 6 0,4 6 0,0 7 0,4 1 0,2 1 0,4 4 0,4 1 0,4-4 0,4 1 0,4-4 0,10-5 0,-3-2 0,7-6 0,1-2 0,1-2 0,1-5 0,-4-2 0,4-8 0,-4-3 0,-2-4 0,-2-4 0,-3 1 0,-2-5 0,-4-2 0,-3 0 0,-4 0 0,-1 1 0,0 7 0,0-3 0,-6 4 0,-2 1 0,-5 2 0,-3 2 0,-1 5 0,0 2 0,-1 2 0,1 0 0,-4 10 0,4 3 0,-1 9 0,5-1 0,6 5 0,3 3 0,3 1 0,1 0 0,1 0 0,3 0 0,9-1 0,7-6 0,2-4 0,-1-5 0,1 0 0,4-9 0,-2-1 0,-3-4 0,2-3 0,-5-4 0,-3-8 0,-2-3 0,-3-5 0,-1-1 0,-6-2 0,1 0 0,-2 0 0,-2 0 0,-6 2 0,-3 2 0,-2 5 0,-4 3 0,0 1 0,-3 0 0,0 6 0,2 3 0,-1 2 0,1 2 0,2 7 0,1 6 0,0 6 0,0 7 0,6-1 0,2 1 0,5 0 0,5 0 0,3-2 0,4-2 0,1-4 0,1-5 0,2-1 0,1-4 0,5-2 0,-5-6 0,4 0 0,-3 0 0,-1-6 0,-4-4 0,0-4 0,-2-5 0,-2-1 0,-5-3 0,-3-1 0,-1-2 0,-1 2 0,-3 2 0,-4 2 0,-4 6 0,-1 0 0,0 2 0,-4 3 0,-1 1 0,0 2 0,0 6 0,3 6 0,-5 2 0,1 4 0,5 2 0,2 2 0,4 1 0,3 0 0,-2-4 0,1 0 0,3 0 0,2 0 0,5-4 0,1-1 0,5-5 0,-2 1 0,4-4 0,1-2 0,0-4 0,-1-1 0,3-2 0,2-4 0,3 0 0,6 0 0</inkml:trace>
  <inkml:trace contextRef="#ctx0" brushRef="#br1" timeOffset="2">11190 11448 8052,'-6'-7'2106,"-1"-5"0,0 12-1601,3 0 0,4 2 0,2 6 0,4 3 0,0 0 382,0 2 1,2 0 0,-2 0 0,0 1-147,-1 3 1,1-1-465,-2 6 0,-2-5 1,2 4-1,-1 4 0,0 2 1,1 4 1613,-1 2-1595,-1 2 1,-1 4 0,2-1-1,1 2 1,-1 1 272,-2-3 1,-1 4-412,0-8 1,0 2-1,0-3 1,0-6-1,0-5 1,0-2 336,0 0 0,0-4-264,0 1 1,0-3-258,0-1 0,0 0 1,0 0-1,0 0 0,0 0-1218,0 0 846,0 0 91,0 0 0,-1-6 79,-3-3 0,-2-8 267,-3-5 0,-2 2-126,2-2 1,-2-1 0,-2-7-1,0-1 1,0-1-2,0 2 1,0 7 198,0-3 1,1 0-35,-1 4 1,4-1 0,0 0 0,-1 3-1,-1 0 1128,-2 0-356,0 4-687,0-3 0,5 6 0,0 1 0,3 4 0,2 3 0,3 5-162,4 4 0,-1-1 0,6 6 0,-1-1 0,5 5 0,4 0 0,2 0 0,0 0 0,1-2 0,0-1 0,3-2 0,-3-5 0,1 1 0,-4-8 0,5-5 0,-6-2 0,1-2 0,-3-3 0,-1-6 0,0-8 0,0-6 0,-2-8 0,-2-4 0,1 2 0,-6-1 0,5 4 0,-3-3 0,-1 0 0,3 2 0,-3 3-996,1 3 1,3 4 0,-4-1 995,3 5 0,0 3 0,5 1 0</inkml:trace>
  <inkml:trace contextRef="#ctx0" brushRef="#br1" timeOffset="3">11396 11190 8176,'-8'0'1248,"-1"0"0,1 1 591,0 4 0,3-2-1353,5 5 1,1-4-1,3 4 1,4-1-1,0-1 1,1-1 0,1-2-1,1-1 365,2-2 0,0 0 0,0 0 0,0 0 20,0 0 0,0 0-281,0 0 1,4 4-210,0 0 1,2 0 0,-3-2 0,2 1-1,2 3 1,3-1 71,2 1 0,2 3 0,2-5 0,1 0-453,-2 2 0,0-5 0,-3 4 0,3-2 0,2 1 0,-4-3 0,1 4 0,-4-4 0,-2-1 0,1 0 0,-1 0 0,-1 0 0,2 0 0,1 0 0,-6 0 0,6 0 0,-2 0 0,4 0 0,1 0 0,1 1 0,3 4 0,-3-4 0,3 3 0,2-2 0,-2-2 0,0 0 0,-4 0 0,0 0 0,-2 0 0,-1 0 0,-1 0 0,-7 0 0,3 0 0,0-2 0,-1-2 0,5 3 0,-5-4 0,0 4 0,2 1 0,3 0 0,2 0 0,2 1 0,0 4 0,-1-4 0,1 3 0,1 2 0,2 0 0,1 0 0,-3-1 0,-2-2 0,-4-1 0,-1 2 0,2 0 0,1 1 0,-6-5 0,2 0 0,-4 0 0,3 0 0,-1 0 0,0 0 0,0 0 0,2 0 0,-2 0 0,2 0 0,2 0 0,2 0 0,-4 0 0,0 0 0,1 1 0,0 2 0,3 1 0,-3 2 0,1-2 0,-4-2 0,5 2 0,-5-3 0,3-1 0,-1 0 0,-3 0 0,-2 0 0,-1 0 0,0 0 0,-6 0 0,-1-5 0,-6-4 0,0-2 0,-5 2 0,1 0 0,-6 7 0,1-4 0,-2 2 0,-2-2 0,0 0 0,0 0 0,-5-4 0,-4 2 0,2 0 0,-1 0 0,-5-1 0,-4-4 0,1 0 0,2 1 0,1-1 0,0 0 0,2 0 0,2 0 0,-1 0 0,6 0 0,0 5 0,4 0 0,0 3 0,2 0 0,2 0 0,3 3 0,6-4 0,2 12 0,2 3 0,3 2 0,0 2 0,5-4 0,-4-1 0,5 1 0,4 4 0,-1 0 0,6 0 0,1 0 0,1-1 0,2 3 0,0 2 0,1-3 0,2 5 0,1-2 0,-2 0 0,0 5 0,-3-5 0,-4 0 0,-4-4 0,-4 0 0,-5 0 0,-3 1 0,-4 2 0,-2 1 0,-4-1 0,-8 0 0,-8 1 0,-5-1 0,-4 5 0,-3-3 0,-4 2 0,1-2 0,1-2 0,1-2 0,1-1 0,3-1 0,8-4 0,4-2-1256,5-6 1,7 0 1255,6 0 0,17-11 0,11-4 0</inkml:trace>
  <inkml:trace contextRef="#ctx0" brushRef="#br0" timeOffset="4">13784 9551 8029,'-13'0'0,"0"0"1074,0 0 1,5 0 0,-1 1 0,-1 4 0,0 3 710,2 4 1,-2 1 0,4-1-1,0 1-701,0 0 1,2-4 0,3-2-40,-4-1-986,4 4 1,-5-7 31,6 5-80,0-5 0,0 4 0,0-2 292,0 3 0,0-1 566,0 2-191,0 0-360,0 4 1,0-1 0,0 1 156,0 0-475,0-6 0,0 5 0,0-5 0,0 6 0,0 0 0,2-6 0,2-3 0,-3 3 0,11-5 0,-4 2 0,2-4 0,-1-4 0,-5-5 0,-2-2 0,-2-2 0,0 0 0,0 0 0,-2 0 0,-1 0 0,-2 2 0,-1 1 0,-1 3 0,0 1 0,-3 3 0,0 3 0,-1 4 0,4 5 0,2 4 0,2 3 0,1 2 0,2 1 0,2 1 0,1-1 0,2-1 0,2-3 0,5-4 0,2-4 0,4-1 0,-1-2 0,0-5 0,0-3 0,-1-6 0,-2-6 0,-1-6 0,-1-2 0,-4-2 0,-3 0 0,-4 2 0,-1 1 0,-1 1 0,-4 1 0,-3 1 0,-5 4 0,-3 6 0,-1 6 0,0 4 0,-1 4 0,3 6 0,2 4 0,3 5 0,1 1 0,0 3 0,2 1 0,1 1 0,4-2 0,0-3 0,2-2 0,0-2 0,2-3 0,2-4 0,5-5 0,2-3 0,2-2 0,0-3 0,0-5 0,-2-2-1383,-2-2 1,4-4-5692,0-1 7074,0-5 0,5-8 0,-5-9 0</inkml:trace>
  <inkml:trace contextRef="#ctx0" brushRef="#br0" timeOffset="5">13616 9719 7988,'-7'5'6078,"3"4"-3483,2 2 1,2-2-1144,0 0 1,0-5-453,0 5 0,0-5 1,-1 3 669,-3-1-1340,2-2 0,-5-3 537,3 4-764,2-4 1,-5 5 0,4-5-104,-1 4 0,-6-4 0,7 5 0,-5-6 0,3 0 0,-3 0 0,-2 0 0,2 0 0,0 0 0,-2 0 0,0-2 0,1-2 0,-2 3 0,2-4 0,-2 4 0,-2 1 0,0-1 0,0-2 0,0-2 0,0 2 0,-4 2 0,0 1 0,-2 0 0,2 0 0,1-4 0,-4-1 0,0 3 0,1 0 0,-1 2 0,0 0 0,0 0 0,-2 0 0,4 0 0,-1 0 0,3 0 0,-4 0 0,2 0 0,2 0 0,-3-4 0,1 0 0,-2 1 0,-3 1 0,0 1 0,0-2 0,1-1 0,-1 1 0,-5 0 0,-3-1 0,0 2 0,1-2 0,3 2 0,-4 2 0,4 0 0,3 0 0,1 0 0,1 0 0,5 0 0,-4 0 0,5 0 0,-1 0 0,2 0 0,2-1 0,0-2 0,-1-1 0,-2 0 0,-1-2 0,0 4 0,4-3 0,-1 0 0,-3 1 0,2-2 0,-2 3 0,3-1 0,1 1 0,0 2 0,0-1 0,0-1 0,0-1 0,0 0 0,0 4 0,0 0 0,0 0 0,1 0 0,-1 0 0,0 0 0,0 0 0,0 0 0,0-4 0,0-1 0,0 2 0,0 2 0,0 0 0,0-4 0,1 4 0,-1-3 0,1 1 0,4-2 0,-4 4 0,4-3 0,-4 2 0,-1-2 0,0 0 0,5-1 0,-1 5 0,-1 0 0,3 0 0,-2 0 0,5 0 0,-5 0 0,5 0 0,-5 0 0,5 0 0,-5 0 0,5 0 0,-3-1 0,1-3 0,1 2 0,0-2 0,4 2 0,-5 4 0,6 2 0,6-1 0,4 6 0,4 1 0,3 1 0,2 2 0,-2 0 0,3 0 0,0 0 0,5 0 0,-4 0 0,2-1 0,-1 1 0,2-4 0,-4-2 0,0 0 0,-3 0 0,-2-4 0,-2 2 0,0-4 0,-5-1 0,1 0 0,-12 0 0,-1 0 0,-6 0 0,-3 0 0,0 0 0,-2-1 0,0-2 0,-2-2 0,-5-3 0,3 2 0,1-1 0,-1-3 0,-2-2 0,2 0 0,0-1 0,1 0 0,-4-5 0,5 1 0,1 0 0,2-2 0,1 5 0,0-3 0,2 3 0,2 1 0,-1 0 0,6 0 0,1 0 0,1 4 0,2 1 0,6 5 0,3-1 0,2 2 0,2 2 0,0-1 0,1-2 0,2-2 0,1 3 0,0-1 0,2-2 0,-5 4 0,4-5 0,-3 2 0,3 0 0,-4-5 0,3 5 0,-3-6 0,-1 1 0,0 2 0,0-2 0,0 1 0,1 1 0,2 1-6866,1 0 6866,1 5 0,0-5 0,2 6 0</inkml:trace>
  <inkml:trace contextRef="#ctx0" brushRef="#br0" timeOffset="6">13900 9590 8218,'-13'0'1790,"5"4"0,-1 2 0,1 1-918,0 3 1,3-6 0,6-4 0,2-9 0,1-6-403,-1-7 1,3-8-1,0-6 1,-1-5-83,1-7 0,-2-8 1,-2-4-1,1-3 10,1-1 1,0-5 0,-5 0 0,-2 3-32,-1 4 0,-2 6-37,2 9 0,2 4-227,-2 9 1,2 2 0,2 6 0,2 0 0,1 1 0,3-1 206,1 0 0,0 4-195,1 1 1,4 1-274,-3-2 1,-2 4 0,0 5 406,-1 0-184,-2 6 0,-6 2-44,-2 10 0,-7 2 0,-8 7 0,-1 3 1,-3 5-1,-1 2 32,-2 2 1,0 0-121,0 0 0,0-2 93,1-2 0,3 1 1,2-6-1,1-3 0,5-2 1,3-5 196,2-2-178,6 0 0,-3-7-41,6-2 1,6-9 0,3-8-1,4-5 1,2-4 0,4-3 31,1 0 0,-3-3 55,5 6 0,-2 0 64,1 4 0,2 6 1,-4 4-1,0 5 1,-1 3-1,-1 3 409,2 2 1,-5 7-565,4 5 0,-5 8 0,-5 4 0,4 4 0,-5 1 0,1-1 0,1 3 0,1 0-4855,2 2 1,0 2 4854,1-2 0,6-3 0,1 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69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14455 15372 7819,'-13'0'940,"-4"-5"1,1 0 0,5-3-1,5-2-859,5-1 0,2-8 0,2-4 0,1-5 0,-1-8 1,-1-6-234,-2-5 1,-2-3-1,-4-3 1,-6-2 159,-8-1 0,-11-4 0,-3 4 0,-5 0 95,-4-1 1,18 30 0,-3 1 0,-4-3 0,-2 2 0,-3 0 0,-3 2-237,-4 1 1,-1 1 0,-2 2 0,-2 3 310,-2 2 1,-1 2-1,-1 1 1,1 0-100,-1 2 1,-2 1 0,-6 0 0,-1 2 0,-2 3-1,-1 2 1,2 0 0,0 2 0,0 0 0,-1 2 0,0 1-1,-2 1-25,-4 3 1,-1 1 0,2 4 0,-1 3-100,1 2 1,1 2 0,-3 1 0,1 2 14,3 2 0,1 1 0,2 2 0,0 3 0,0 4 0,1 3 0,0 0 0,1 1 0,0 1 0,0 0 0,4 1 0,0 1-33,4 0 0,2 2 0,2 0 0,3 3 70,1 4 0,1 1 0,-2 1 0,1 1-21,0 4 1,2 0 0,0-1-1,3 1 1,6-3 0,3 1-1,2 2 1,4 1 19,2 3 1,2-1 0,4-1 0,1 1 22,2-1 0,0 0 1,2 1-1,1-1 0,1-1 1,1 0-1,3 1 0,2 0 1,1-2-1,3 0 0,2-3 1,3 0 44,1-4 1,2-1-1,2 1 1,3 0-3,2-2 1,2 0 0,0 1 0,2-1-20,3-1 0,1-2 1,1-1-1,3-2 1,3-1-1,2 0 1,4-1-1,2-1 0,3 2 1,2-1-1,3 1 1,3-1 199,2 1 1,0-1 0,-5-5 0,0-2-171,2-1 1,1-2-1,2-1 1,2-3-24,3 0 1,2-2 0,0-1-1,1 0 1,1-3 0,2-1-1,-1 0 1,0-1 0,2-2-1,0-2 1,2-1 0,1-2 159,0-3 0,0-1 0,2-2 1,1-1-526,3-2 0,0-2 0,-3-4 0,0-2 323,3 0 0,0-3 0,-1-2 1,-1-3-1,-2 0 0,0-2 1,-20 6-1,1 0 0,0-1 1,1 0-1,-1-1 0,0-1 1,-1 0-1,0 0 0,0-1 65,21-7 0,-2-2 0,-2 1 1,-1-2 1,1-3 1,1 0 0,-2-2 0,0 0-68,0-4 0,-1-1 0,-3 1 0,-1 0 0,2-2 1,-1-1-1,-5 0 0,-3-2 0,-4 0 0,-1-1 1,-1-2-1,-1 0 0,1-2 0,-1-1 0,0-3 0,-1 0 1,-2-2-1,-3-1 0,-3 0 0,-2-1 0,-5 1 1,-2-1-1,-2-1 0,-3 0 0,-4-1 0,-1-1 0,-4-2 1,-1 0-1,-4 1 0,-2 1 0,-1-1 0,-2 0 1,-1 0-1,-2 0 0,-1-3 0,-2 0 0,-2 0 0,-2-1 1,-3 2-1,-2 0 0,-4 4 0,-2 2 0,-3 1 1,-3 2-1,-5-1 0,-4 2 0,-4-3 0,-4 2 0,-5-1 1,-2 2-1,-2 2 0,-1 2 0,0 4 0,-1 2 1,1 3-1,-2 1 0,-2 2 0,-1 1 0,-4 0 1,0 1-1,-1 0 0,-1 2 0,2 2 0,0 1 0,3 3 1,0 2-1,1 3 0,1 1 0,0 3 0,0 0 1,2 2-1,2 1 0,2 1 0,2 2 0,6 1 0,1 2-2917,4 2 0,0 0 2258,-1-2 1,1 1 0,-35 1 0,35 0 0,1 0 640,-28 0 0,-1 4 0,12-4 0,-6-3 0,-1-3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69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19618 4466 7003,'0'8'-339,"0"1"456,0-6 0,0 4 1,0-3 89,0 5 1,0-2-51,0 2 0,1-7 160,4 3 10,-4-4-121,5-1-114,-6 0 1,0-1 0,0-4 0,0-3 0,0-4 180,0-1 1,0-1-50,0-3 1,-5 1-137,1-5 0,-4 3 0,2-3 0,-1-2 0,-3-1 0,-2-4 87,-1-2 1,0-3-211,0-5 0,-1-3 37,-3-2 1,1 2-1,-5-5 1,-2 1-1,-2 4 1,1-1-98,2-1 1,-2 3 75,3-3 0,-2 4 22,1 5 0,-1-3 1,4 2-1,-1-2 1,-1 0-1,1 1 72,3 1 1,-2 5 62,2-4 0,-6 4-55,1-5 0,-2 7 0,-2-4 0,0 2 1,-1 0-1,-3 0 101,-4-2 1,2 6-178,2 1 1,-2-1-23,2 4 1,0-2-1,4-2 1,2 0-1,1 0 1,1 1-131,-1-1 1,3 0 80,-1 0 0,5 0 58,-1 1 0,-3 0 1,-2 2-1,-4 2 0,-2-2 1,-2-2 23,1 0 0,2 3 9,1 1 1,-4 3 21,0-3 0,0 5 1,5 0-1,2 5 1,2 2-1,-1 1 20,2 0 0,2-3-37,5 2 0,-5 2-38,1-1 1,0-1-1,4-4 1,0 0 0,-1 0-1,-2-1 14,-1-3 0,-6 1 0,3-4 0,-2 0-11,1 0 1,-5-2 6,-4-4 0,-6 5 15,2-1 1,1 7-1,0-3 1,0 4-1,0 3 1,-2 1 59,2 1 0,3 6-88,9-1 0,-4 2 20,4 2 0,-4 0 1,0 0-1,-1 2 1,0 1-1,-1 1 30,-3-1 0,-3 3-55,-6-2 1,-4 4 27,0-3 0,-4 3 0,2-2 0,1 0 0,-1 0 0,5-2 20,4 2 1,-1-4-19,2 7 1,-6 0-15,-2 4 0,-6-1 1,2 1-1,-3 0 1,-3 2-1,-1 0-7,3 3 1,2 5-1,12-2 1,0 3-37,-2 2 0,1 4 39,-9 0 1,4 1-16,-4-6 0,0 0 1,-5-2-1,2-3 1,4-2-1,7 0 152,8 0 1,3-3-91,2 2 0,6-3-48,3-1 1,-1 0 0,-1 0 0,-1 0 0,-2 1 0,1 2-26,-1 1 1,5 6-40,-4-1 0,-1 2 51,-4 2 1,0 0-1,1-1 1,0 3 0,2 0-1,2 4-19,-2 1 1,0-6 35,1-1 1,2-2 19,3-6 1,3 3 0,-3-4 0,2-2 163,2-5 0,5-5-148,-1-5 1,6-1-89,-1-3 1,2-5-1,2-7 1,2-1-1,2 0-277,5-2 1,-2-1 281,2-6 0,-1 0-9,5 1 1,-4-1-1,-1 0 1,2 0-1,2 0 1,1 1-44,0-1 1,0 1 75,-1 4 0,0 2 44,-3 6 0,2 2 0,-2 2 0,2 5 86,2 3 0,-6 6 184,-3 4 0,-2 8-144,-2 5 1,-6 6 0,-2 4 0,-2 1-1,-1 3 1,3 0 148,-2-2 0,3-3-289,-2-5 1,6 0-227,-1 0 1,2-6 0,2-3 0,2-2 0,2-4 0,6-2 0,7-5 0,9-3 217,7-1 0,10-5 0,3-3 0</inkml:trace>
  <inkml:trace contextRef="#ctx0" brushRef="#br0" timeOffset="1">22599 4427 8031,'-11'-13'-797,"1"2"1539,1 2-667,6-3 1,-1 12 0,7 0 0,3 6 223,1 1 0,-3 5 0,5-4-77,1 4 1,-3 1 124,1 0 1,-5-5-107,2 1 1,0 0 0,0 3 0,-1 0 654,2-3-672,1 2 0,6-10-125,0 4 0,1-11 1,3-8-1,6-12-92,6-11 0,11-24-164,-15 22 0,2-3 1,2-6-1,0-3 1,-5 10-1,0-2 0,0-1 1,3-3-1,1-1 1,0 0-1,5-6 0,1-1 1,1-1-127,-5 10 0,0-1 1,1 0-1,0 0 0,9-14 1,-1 0-1,1 0 0,-7 11 1,1 1-1,-1-1 0,0 1 1</inkml:trace>
  <inkml:trace contextRef="#ctx0" brushRef="#br0" timeOffset="2">17901 5627 7935,'-13'-4'-168,"1"-2"0,0-1 112,3-3 1,-2 3 0,4-2 0,-2 1 0,-1-1 0,-3 0 434,-3-1 0,-1 3-252,4-1 0,-1 0 0,-2 0 0,-1 4 0,0 2 0,0 2 0,-1 0 0,3 0 115,0 0 1,-2 4-201,0 1 0,-2 9 0,3-1 0,-1 1 0,0 2 0,0 0-70,0 1 0,-1 5 0,4-4 1,-2 1-119,-1-1 0,-6 1 71,2-2 0,1-2 43,-2 2 1,1 2 0,-5-2 0,0 0 0,0 0 0,0 2-133,0 1 1,1 0 0,-1 4 0,0-1-3,0 0 0,6 4 0,3-5 1,3 2 53,1 2 0,0 4 210,0 0 1,4 0-73,1-4 0,5 4 0,-2 2 0,3 1 0,-1 3 1,-2 1 120,3 2 1,0 0-113,2-1 1,0 1 18,0 0 1,-4-1-1,0 1 1,1 1 0,0 0-1,0 1 41,-1-4 0,-5 3 0,5 4 0,-1 2-33,0 3 0,3-4 1,-3-2-1,0-3 135,1-2 1,0 6-88,4-1 0,5 0-11,4-5 0,-2 1 0,2 1 0,2 2 0,4 1 0,2-2 285,-1-1 0,-1-1-200,3 0 1,3-5-149,9 1 0,-3-7 0,5 1 0,-1-4 0,2-4 1,3 2-4,3 1 1,-9-2-1,6-2 1,-4 0-45,-2 0 0,4 0-109,-4 2 0,0-1 116,-4-8 1,-4 3 0,1-9-1,2 0 1,6-2 0,0-4 151,1-1 1,3-6-171,0-2 0,2-4 71,2-1 0,-5-1 0,1-3 0,-1-6 0,-1-5 0,-3-3 31,-3-2 1,-1-1 205,0-5 1,-4-4-209,-1 0 1,-4-6 0,5 2 0,-1-4 0,1-2 0,-2 0-97,-1 2 1,-2-7 38,-4 11 1,2-5-129,-2 9 0,3-5 1,-7-1-1,2-6 1,1-5-1,-4-3 32,-3-1 0,-4-5 1,-1-2-1,0 1 120,0 0 0,-6 0-443,-2 1 0,-4-1 309,6 33 0,-1 0 0,1-2 0,-1 0 0,1 2 0,1 0 1,-4-31-1,5 4 0,3 10-993,1 5 1,0 6 1081,0 9 0,0 1 0,0 8 0,0 5 0,0 2 0</inkml:trace>
  <inkml:trace contextRef="#ctx0" brushRef="#br0" timeOffset="3">14946 2491 10252,'0'-17'0,"0"0"0,0 1 0,0 0 0,0 0 0,0-1 0,0 1 0,1 2 0,2 1 0,3 2 0,0 0 323,-1 3 0,1 1 0,-3-3 0,3 2 0,-1 1 0,1 3 0,-3 3 0,-2 6 0,-1 7 0,0 4 0,0 4 0,0 4 0,-1 8 0,-2 3 0,-3 6 0,1 2 0,-3 4 0,3 3 0,-2 2 0,1-1 0,-1 1 0,1 0 0,-1 1 0,1 1 0,-1 1 0,1-5 0,0-7 0,2-9 667,-2-8 0,3-3-1599,-5-10 0,4-3 0,-5-13 0,0-4-671,2-6 0,-4-8 692,2-1 1,-2-4 374,-2-4 0,1 3 1,2-5-1,2 4 0,-1 0 1,0 4 120,1 0 1,3 5 0,-2 2 0,2 2 208,2 3 1,-3 3 1060,2 0-944,-1 6 1,5 3-1,0 10 1,0 6 0,2 6-1,2 2 986,5 2 1,2 6-547,2 2 1,0-1-448,0 1 0,1-5 0,2 1 0,1-4 0,-1-6 1,-2-6 132,-1-4 1,4-7-350,1 2 1,-1-15-692,-4-8 1,1-7-1,2-8 1,1-6-1,-1-1 1,-2-2 679,-1-1 0,6-3 0,1-5 0</inkml:trace>
  <inkml:trace contextRef="#ctx0" brushRef="#br0" timeOffset="4">15036 18250 7856,'-26'1'0,"2"2"0,1 3 1145,1 1 0,7-4 0,-3 1 0,4-2 1726,1-2-1280,0 0 1,5 0-41,-1 0 0,8 0 0,1 0-807,7 0 0,6 0 1,4 0-1,4 0-107,4 0 1,1 0 0,1 1 0,2 2-638,1 1 0,4 2 0,-4-2 0,5-2 0,-5 2 0,0-3 0,-4-1 0,-1 0 0,0 0 0,-4 0 0,-3 0 0,2 0 0,-6 0 0,-1-1 0,-10-2 0,-6-3 0,-6-1 0,-4 3 0,-4-3 0,-4 0 0,-4-1 0,-6 6 0,-4-4 0,-3 1 0,-5 1 0,-3 0 0,-6 4 0,5 1 0,-1 4 0,7-3 0,-4 9 0,4 1 0,4 4 0,8 0 0,9-2 0,7-1 0,4 0 0,4 0 0,12-4 0,6-2 0,7-1 0,5-4 0,6 0 0,3-2 0,5 0 0,2 0 0,5-2 0,4-2 0,-7 3 0,6-5 0,-6 2 0,-4-1 0,3 0 0,-11 2 0,-2-2 0,-8 3 0,-6-1 0,-7-2 0,4 4 0,-12-5 0,0 6 0,-8 0 0,-3 2-655,-2 2 0,0-3 655,0 4 0,-5 2 0,-2 0 0</inkml:trace>
  <inkml:trace contextRef="#ctx0" brushRef="#br0" timeOffset="5">17798 7976 8096,'0'26'355,"-4"0"1,-1 1 0,3 5 0,0 6-1,2 10 1,0 6 0,0 6 611,0 4 1,0 6-1,0 1 1,0 3-565,0-1 1,0-17-297,0-5 0,-4-11 0,-2-9 0,0-8 0,-1-5 0,0-1-770,-3-1 1,3-6 0,-2-3-3210,-1-1 3101,4-2 0,1-5 771,5-3 0,0-9 0,0-7 0</inkml:trace>
  <inkml:trace contextRef="#ctx0" brushRef="#br0" timeOffset="6">17850 7989 8208,'-20'-8'363,"2"-1"0,6 5 1225,3 5-1346,-3 12 0,10 8 0,-7 10 0,-1 3 1,-2 3-1,0 3 0,-1 3 566,0 5 0,4 2-580,1 2 0,-1 5 0,-4 5 0,0 4 0,2 2 0,1-2 365,1-4 1,2 1-353,-2-3 0,-1-1-99,6 1 1,-6-2-1,3 5 1,-2 4 0,0 2-1,-1 1 50,-1-2 0,2-2 0,1 0 0,-2 4-69,4-31 0,0-1 0,-5 34 0,6-35 1,0-1-1,-4 32 59,-1-4 1,-1-4-95,-2 1 0,0-11 22,0 1 1,0 3 0,-1 3 0,-2 2 0,-3 1 0,1-1 27,-1-3 0,0-2-87,2 2 0,1 4 13,-5 9 1,1-3 0,-3 3-1,1-3 1,1-2 0,-1 1-48,1 0 0,1-1 0,-2 1 0,10-30 0,1 1-35,2 3 0,1 0 0,-1-1 0,-1 1 0,2 2 0,1 0 0,-2-2 0,0-1 1,1 0-1,-1-1 0,1 0 0,-1 0 41,0 3 0,1-1 0,-2 0 1,1 0-6,1 2 0,-1 0 0,-1-4 0,0-1 49,-3-2 1,0 0 0,-10 32 0,-1 0 0,10-31 0,-1 1 0,0 1 0,0 2 0,-1 0 0,-1 1-39,0-2 1,1 0-1,-1 1 1,-1-1 0,0-2-1,-1 0 1,1 1 0,0 0-20,1 2 1,0 0 0,2-2 0,1 0 0,0 4 0,0 0 0,1-1-1,1-1-4,1 0 0,1-1 0,0 0 0,0 0 0,-1 0 0,0-1 0,2-1 0,-1 1-25,1 0 0,0 1 1,1 2-1,0 0 22,-2 1 1,-1 0-1,1-1 1,-1 0-34,1-3 1,-1-1-1,-1 2 1,0-1-1,1-2 1,0 0-1,-1 1 1,0 1 0,-2 2-1,0 0 1,0 0-1,0 0-6,-1 0 1,0-2-1,-1-2 1,2-2 55,-12 27 1,1-4-7,4 4 0,-4 0 0,5 5 1,0-2-1,3-1 0,3-3 32,1-2 0,-4 3 0,1-4 1,3 0 46,3 1 0,1 2-8,-4 6 0,-4-1-88,0 1 1,3-6 0,2-4 0,-2-1-1,-2-1 1,-1 1 0,0 2-1,1-3 1,0-3 0,0-2 0,-2-1-1,-1-1 1,0-5 0,4-3 0,-1-4-1,0 2 1,-1 1 0,1 1 0,3-3-1,3 0 1,2 2 0,-3 3 0,0 3-1,-2-1 1,2-2 0,1-1 0,1-1-1,0 1 1,1 0 0,1 0 0,-1-2-1,3-1 1,-2-2 0,-1 1 0,0-1-1,-1-1 1,1-1 0,-1-4-433,2-1 0,-5-1 439,4 0 1,1-6 0,-2-3 0,0-2 0,1-4 0,-1-1 0,-1-3 0,-1-1 0,-2-3-1,0-2 1,0-1 0,0 0 0,0 0 0,0 0 0,0 0 0,0-1 0,-1-2 0,-2-3-1,-1-1 1,1-3 0,2 0 0,1 0 0,0 1 0,0-1 0,0-1 0,0-1 0,0 2-1,2 2 1,1-1 0,1 2 0,1 4 0,1 8 114,2 7 1,10 8 173,3 11 0,8 2 0,3 5 0,1 1 0,3 0 0,1-2 113,2-3 1,-5-2-88,1-6 0,-1-8-150,5-5 0,-4-7 0,-1-12 0,1-7 1,-2-8-1,-2-9-978,1-9 0,-5-5 0,4-8 0,-3-1-1963,3-3 0,2 7-432,5-2 2908,1-4 0,12-4 1,-18 27-1,0 0 1</inkml:trace>
  <inkml:trace contextRef="#ctx0" brushRef="#br0" timeOffset="7">16443 18353 8163,'-13'0'614,"-1"0"1,-2 0-1,-1 1 1,1 2 1761,2 2 1,8-1-1619,6-4 0,6 0-387,6 0 1,6 0-1,0 0 1,4-1-1,4-2 1,4-2 869,3 2 0,1 1-619,5-3 1,0 4-362,-1-3 1,1 2 0,1 2 0,0 0 0,0 0 0,-4 0 185,-3 0 0,-4 0-229,-7 0 0,0 4-74,-4 1 1,-1-1-91,-4-4-104,-6 0 248,-1 0 0,-16-1 1,-3-2-1,-3-2 88,-3 3 0,1 0-8,-4 2 1,-7 0-212,4 0 0,-10 2 0,1 0 1,-5 4-1,-2 1 0,-2 3-215,1 2 1,2 1-382,1 0 1,6-5-920,3 1 0,10-1 0,8 4 1448,11-3 0,18-4 0,10-5 0</inkml:trace>
  <inkml:trace contextRef="#ctx0" brushRef="#br0" timeOffset="8">16482 16830 7980,'-13'-13'1509,"4"2"0,2 4-555,1 7 0,2 11 0,4 11 0,1 3 1,4 4-1,2 4-381,0 4 1,4-5-1,-1 5 1,5-2-128,2-2-412,0-5 0,-4 2 0,0-7 0,0-3 0,-2-1 0,-1-3-1587,-1-2-186,0-1 1263,-2-6 1,-3-1 0,-8-6 0,-5 0 0,-2-2-590,-2-2 0,0-3 779,0-6 1,0-1 16,0-3 1,0 1 0,0-6 0,1-1 0,0-1 0,2-3-233,1-3 1,7 2 400,-3-2 0,2 2 78,-1-3 1,3 8 0,-4-2-1,4 2 1,1 3 0,0 2 399,0 4 839,0 1-771,0 6 0,1-3 0,4 6 0,3 1 0,4 1 544,1 2 0,0 0-623,-1 0 0,3 0-134,2 0 0,-1 0 0,5 0 0,2 2 0,2 1 1,0 1 499,1-1 1,-6 3-439,-3-2 0,2 6-70,-2-1 1,-4 2 0,-6 2 0,-1 0 0,-3 1 0,-2 2 169,-1 1 1,-1 0-217,-3-4 0,-3 2-844,-6 2 0,0-3 0,0 3 0,0-2 1,1-2-1,2-2 665,2-2 0,-1 8 0,-4-3 0</inkml:trace>
  <inkml:trace contextRef="#ctx0" brushRef="#br0" timeOffset="9">17501 16701 7977,'-13'0'807,"0"0"1,1 0 0,-1 1 0,0 4 0,0 5 1613,0 6 0,-4 5-1807,-1 9 0,-4 9 1,-1 8-1,-6 5 1,-4 2-1,-2 2 1,3-1-1,0-4-286,3-3 1,3-8-1,4-6 1,1-1-755,3-4 1,5 1-1683,4-8 1,6-4 250,-1-1 0,3-2 1857,1-2 0,5 0 0,3 0 0</inkml:trace>
  <inkml:trace contextRef="#ctx0" brushRef="#br0" timeOffset="10">17411 17230 9468,'-7'6'636,"1"-3"0,6 5 0,0 2 1781,0 2-2107,0 7 1,1 1 0,5 7 0,6 2 0,5 1 0,1-3-1,3-4 597,-1-6 1,-3-4-670,4-4 1,1-4 55,4-5 1,-2-5-1,-1-5 1,-3-6 0,-1-7-1,-4-6 414,0-5 0,-4 1-375,-2-2 0,-3 5-211,-6-4 1,0 1 0,-2-3 0,-2 3 0,-5 1-1,-2 4 284,-2 0 0,-4 7-1141,-1-1 0,1 11 194,4-2 0,0 9 0,2 1 0,2 6 0,5 5-5475,3 4 6016,1 7 0,-6 1 0,-1 5 0</inkml:trace>
  <inkml:trace contextRef="#ctx0" brushRef="#br0" timeOffset="11">17604 17204 7977,'-12'0'4762,"-1"2"-3590,0 2 1,7 3 0,6 6 0,7 0-100,5 0 0,2 0-653,3 0 0,3 0-142,6 0 0,4 0 0,0-1 1,0 0-1,1-2 0,-1-3-548,-2-1 1,0 0-709,-3-2 0,0-3-72,-4 4 1,2-4 0,-4-1 1049,1 0 0,1 0 0,5 0 0</inkml:trace>
  <inkml:trace contextRef="#ctx0" brushRef="#br0" timeOffset="12">21283 17204 7880,'-6'-33'286,"-3"3"0,-3 3 1,-4 1-1,-4 0 507,-5 1 0,1-3 0,-12 0 0,-5-2-191,-10 1 0,-7-4-527,24 15 0,-1 1 0,1 1 0,-1 1 0,-4-1 1,-1 2-1,-4 0 0,-2 2 0,-6 0 0,-1 2 0,-5 2 1,0 1-327,-1 1 0,0 2 0,-2 3 0,-1 3 425,2 3 1,-1 3 0,-2 4-1,-1 3-91,-5 5 0,0 3 1,1 2-1,1 3 0,2 6 1,1 1-1,21-11 0,0 0 1,0 1-1,1 1 0,0-1 1,0 2-1,-19 13 1,2 1 147,2 2 0,2 1 0,0 3 1,1 3 19,1-1 0,2 1 0,6-3 0,3-1-113,6-5 1,3 0 0,5-1 0,5 0 0,4 1-1,3 1 1,4 2 0,3 1 0,2 2 0,2 1 0,3 0-1,3 0 168,1 0 0,3 0 0,2 0 1,3 0-137,5 0 0,4-1 0,6 3 0,5-1-23,6 2 1,5-3 0,5-3 0,4-4 0,6-7 0,3-5 0,1-2 0,2-2-1,2-4 1,1-4 0,3-2 0,0-4 217,2-2 0,0-4 0,1-1 0,-1-3-237,-1-4 1,0-3-1,2-3 1,2-3-29,-22 0 1,1-1 0,-1-1 0,2-3 0,0-1 0,-1-2 0,0-1 0,0-1 0,-1-1 0,-1 1 0,-2-2-1,0 0 1,-2 0 0,-1-1 0,-1 0 0,17-13 0,-3 0-101,-4-1 0,-2 0 0,-2 2 0,-2 0 0,-2 2 0,-2 1 0,-2-1 0,-1-1 0,-1 4 0,-2 0 0,-5 0 0,-3-2 0,-5-2 0,-3-1 0,-3 1 0,-3 0 0,7-31 0,-11 5 0,-6 3 0,-4-1-202,-2-9 0,-6-2 190,2 32 1,-1 0-1,-3 1 1,-2 0 0,-2 1-1,-2 1 1,-2 2-1,-3 1 1,-1 1 0,-3 2-1,-1 2 1,-3 1-1539,-2 2 1,-1 2-1,-4 2 1,-2 4 0,-2 3-1,0 3 1550,-2 1 0,-1 1 0,-2 0 0,0 1 0,2 1 0,1 1 0,-1 1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0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12095" units="cm"/>
      <inkml:brushProperty name="height" value="0.12095" units="cm"/>
      <inkml:brushProperty name="color" value="#57D200"/>
    </inkml:brush>
  </inkml:definitions>
  <inkml:trace contextRef="#ctx0" brushRef="#br0">13307 10441 8164,'-9'2'0,"0"1"0,1 2 0,1 3 0,1-6 0,6 3 0,0-10 0,0 3 0,0-7 0,0 5 0,0-5 0,1-1 0,2-1 0,1-2 886,-1 0 0,-1 3 0,-2-2 0,0-2 2629,0 0 0,4-5-2786,0 2 0,1-6-523,-5 1 1,0-2 0,0-3 0,0-2 0,0-1-1,0 0-9,0-2 0,0 5 1,0-3-1,0 3-223,0 1 0,0 0 100,0 0 0,0-4-47,0 0 0,0 0 1,0 3-1,-2-2 1,-1-3-1,-1 1-44,1-1 1,0-4 90,-1 2 1,3 1 33,-4-1 1,4 5-1,1-1 1,0 4 0,0 3-1,0 3 191,0 1-254,0-4 1,0 9-210,0-3 1,4 7 0,0 1-155,-1-1 278,-1 4 204,-2 1 0,-2 5-85,-2 0-218,3 5 0,-11 2 130,4 6 0,0 2 1,0 1-1,-1 2 1,1 1-1,-1 1-134,-1 0 0,3 0 127,-2 2 1,2-2 4,-2-3 0,-2-3 0,4 3 1,-2-2-1,2-2 47,1 0 0,0-2-61,2-2-11,3-4 0,-5-10 0,7-4 0,4-4 0,2-3 0,2-2 213,-1-2 0,1-2-60,4-4 1,4 2-21,0 2 1,0-1-1,-2 6 1,0 1-1,3 4 1,-1 3-3,1 5 1,-3-2-130,2 2 1,2 4-349,-2 4 1,4 6 0,-3 0 0,-3 4 0,0 4 0,-2-3-1162,-1 0 1543,7-2 0,1-1 0,6 1 0</inkml:trace>
  <inkml:trace contextRef="#ctx0" brushRef="#br0" timeOffset="1">13668 9293 8995,'0'8'2921,"0"1"-2309,0-6 1,0 4 1989,0-3-2339,0-2 0,0 2 0,1-7 0,2-3 0,3 1 0,0-3 0,1 3 0,-1-2 0,1 1 0,0 0 0,3 3 0,2 2 0,0 1 0,1 0 0,0 0 0,0 0 0,0 0 0,0 1 0,0 2 0,0 1 0,0-1 0,0-1 0,-1-2 0,1 0-77,0 0 0,0 4 0,0 0 1,0-1-1,0-1 0,0-1 1,0 2-1,0 1 0,0-1 1,-1-2-1,3-1 0,1 0 1,1 0-1,-1 0 0,-2 0 1,-1 0-1,0 0 0,1 0 0,2 0 1,1 0-1,-1-1 0,-2-2 1,0-1-1,1 0 0,-1-1 1,-2 1-1,-1 1 0,-1 0 1,0 0-1,-1-1 0,1 1 1,1 2-1,2 1-30,0 0 0,-4 0 0,-1 0-156,2 0 0,2 0 0,1 0 0,-5 0 0,1 0 0,0 0 0,3 0 0,1 0 0,0 0 0,0 0 0,0 0 0,0 0 0,0 0 0,0 0 0,-5 0 0,1 0 0,1 0 0,2 0 0,0 0 0,1 0 0,-4 0 0,0 0 0,-1 0 0,5 0 0,0-5 0,0 1 0,0 1 0,0 2 0,0 1 0,0 0 0,-1 0 0,1 0 0,-4 0 0,0 0 0,1 0 0,1 0 0,2 0 0,0 0 0,0 0 0,0 0 0,0 0 0,-1 0 0,1 0 0,0 0 0,0 0 0,0 0 0,0 0 0,0 0 0,0 0 0,0 0 0,0 0 0,0 0 0,-1 0 0,1 0 0,0 0 0,0 0 0,0 0 0,0 0 0,0 0 0,0 0 0,0 0 0,0 0 0,-5 0 0,1 0 0,1 0 0,1 0 0,2 0 0,0 0 0,0 0 0,0 0 0,0 0 0,0 0 0,0 0 0,0 0 0,-1 0 0,1 0 0,0 0 0,0 0 0,-4-2 0,-1-2 0,1 3 0,4-4 0,0 4 0,0 1 0,0 0 0,0 0 0,-1 0 0,1 0 0,-4 0 0,0-1 0,1-2 0,1-2 0,2 2 0,0 2 0,0 1 0,0 0 0,0 0 0,0 0 0,-1 0 0,1 0 0,0-1 0,0-4 0,0 4 0,0-3 0,0 2 0,0 2 0,0 0 0,0 0 0,-1 0 0,1 0 0,0 0 0,0 0 0,0 0 0,0 0 0,0 0 0,0 0 0,0 4 0,0 1 0,0-2 0,-1-2 0,1-1 0,0 0 0,0 0 0,0 0 0,0 1 0,0 4 0,0-4 0,0 4 0,0-4 0,0 0 0,-1 2 0,1 2 0,2-1 0,2-4 0,-3 0 0,3 0 0,-1 0 0,0 0 0,1 0 0,-1 0 0,-2-2 0,-1-2 0,4 1 0,1-5 0,-1 3 0,-4-3 0,0 5 0,1-3 0,2 2 0,1 0 0,-1 1 0,-2 1 0,-1 1 0,0-3 0,0 2 0,0-2 0,0 2 0,0 2 0,-1 0 0,1 2 0,0 1 0,0 1 0,0 0 0,0-4 0,0 0 0,-5 0 0,1 0 0,1 0 0,2 0 0,1 0 0,-1 0 0,1 0 0,-4 0 0,0 0 0,-1 0 0,5 0 0,-4 0 0,-1 0 0,2 0 0,2 0 0,1 0 0,0 0 0,-1 0 0,1 0 0,0 0 0,0-4 0,0 0 0,0 1 0,0 1 0,0 2 0,0 0 0,0-4 0,0 0 0,-1-1 0,1 5 0,0 0 0,0 0 0,0-1 0,0-2 0,0-1 0,0 1 0,-5 2 0,1 1 0,0 0 0,4-5 0,-1 1 0,-4 0 0,-3-2 0,-10 4 0,-3-3 0,-4 3 0,-1-1 0,0-1 0,0 1 0,0 2 0,0-3 0,0-1 0,-1-3 0,-3 3 0,2-3 0,-3 2 0,0-1 0,1-2 0,1 1 0,2-1 0,1 5 0,0-5 0,0 6 0,0-1 0,5-2 0,-1 2 0,12 0 0,1 4 0,8 4 0,5 0 0,-1 6 0,5-1 0,1 2 0,-1 2 0,1 0 0,1 0 0,-3 0 0,0 0 0,-1 0 0,-4 0 0,0 0 0,-2-1 0,-2 1 0,-2 0 0,-4 0 0,-5 1 0,0 2 0,-1 1 0,-3-1 0,-5-1 0,-7-3 0,-1 1 0,-4-1 0,3-4 0,-5 3 0,3-6 0,-1 1 0,1 0 0,1-5 0,3-4 0,8-4 0,2-6 0</inkml:trace>
  <inkml:trace contextRef="#ctx0" brushRef="#br1" timeOffset="2">16546 2685 16575,'7'12'413,"-2"1"1,-4 2 0,-1 0-1,0 4 1,0 1 1771,0 3-1825,0 7 1,4 3 0,1 6 0,-2 1 0,-2 3 0,0 3 0,2 1 0,3 1 0,0-1 2286,-1-1-2446,0-2 0,-1-6 0,0-3 0,-1 0 0,-1 1 0,-2 0 0,0-1 183,0 0 1,0 1 0,0 7 0,0 3-394,0 0 1,0 2 5,0-5 1,4 6-7,0-2 0,1-2 0,-5-1 1,0-1-1,1 0 0,2 0-25,1 2 0,0-5 7,-4 3 0,0-3 19,0-1 0,0 0 0,0-2 0,0-3 0,0-2 0,0-1-22,0 4 1,0-2-6,0 1 0,0 1 22,0 3 0,0 2 0,0 2 0,0 1 0,0-1 0,0-2-32,0-1 0,0-1 2,0 1 1,-4-5 29,0 1 0,-2-2 1,3 3-1,-1-3 1,1 0-1,2 0-23,1 2 1,0-2 7,0 2 0,0-6 21,0 1 0,0-2 0,0 1 0,0 1 0,0 0 0,-2 0-11,-2 0 1,3 6 6,-4-1 0,2-4 10,-1-1 0,3 2 0,-5-2 0,2 0 1,-1 0-1,1 0 1,-2-1 0,3-2 0,-5-1 1,5 0-1,-1 0 0,-2 0 0,2 1 1,1 2-1,0 2 0,0 2 0,-1 3 1,-1 1-1,5 2 1,0 1-1,0 3 0,0-3 0,0 3 0,0-4 0,-1-5 0,-2-3 0,-1-4 1,-1-3-1,5-2 0,0 1 0,0-6 0,0 1 0,-1-2 0,-2 1 0,-1-1 0,1-1 0,2-3 0,1 1 0,0 0 0,0 0 0,0 0 0,0 0 0,0 0 0,0 0 0,0 0 0,0-6-390,0-1 0,0-8 0,0-2 1,0-5-1,0-5-6816,0-8 7206,5 1 1,8-22-1,7 3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1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11009 6569 7543,'15'2'525,"2"2"0,3-1-400,6 6 1,4-5 0,1 3 0,4 0-1,3 0 1,4 2-264,0-2 0,-2 0 1,-1-4-1,-1 3 0,1 0 1,1 1-1,3-1 0,4 1-300,4 0 0,0 2 0,1 2 1,0-1 437,-1-1 0,-5-1 0,-1 5 0</inkml:trace>
  <inkml:trace contextRef="#ctx0" brushRef="#br0" timeOffset="1">12545 6660 8074,'14'1'392,"4"2"0,5 3 135,5 1 1,7-3-391,8 5 1,-2-6 0,5 1-1,0-3 1,0-1 0,3 2-1,0 1 1,-2 1-320,-4-1 1,-3 4 61,-1 2 1,5 2-811,4 2 1,2 0 929,1 0 0,1 6 0,0 1 0</inkml:trace>
  <inkml:trace contextRef="#ctx0" brushRef="#br0" timeOffset="2">13900 5434 7971,'-18'-39'3364,"3"-4"-3137,-2 0 0,9 6 0,2 8 0,1 6 0,1 6 0,0 4 1,-2 3-1,-2 3-391,-4 1 0,-2-3 0,-2 5 0,-1 1 0,0 2 0,-1 1-10,1 0 0,-6 5 1,2 4-1,-5 4 0,-4 3 1,-5 1 218,-2-1 1,-12 2 0,-4 0 0,-4-3 308,-5 0 0,-1-2 1,-1-1-1,0 0-43,4-3 1,-3 1 0,1-6 0,-5-1-70,-6-2 0,34-1 1,-1 0-241,1 0 1,1 0-1,0 0 1,1 0 65,-28 0 0,0-1 0,-6-2 0,34 1 0,-2 0 0,0 0 0,-1 1 1,2-1-1,-1 1-74,1-1 1,1 0 0,-26-1 0,-3-4-1,0-1-64,-1 1 1,30 3-1,-1 0 1,-33-9 0,-1-2-1,3-2 1,-1 3-336,1-3 1,-1-1 388,1 5 0,-3 2 0,33 9 0,-1 1 0,1-1 0,-1 0 0,2 0 0,0 1 0,-30-2 441,5-1-334,2 2 0,-5-5 1,0 4-34,2-1 0,2-2-261,11 2 1,5 3 151,3-4 0,-2 4 0,1 1 1,-2 0-1,-4 0 0,-5 0-160,-5 0 0,-3 1 225,-2 4 1,6 2 133,4 6 1,0 0 0,1 1 0,-4 2-1,-2 2 1,-5 2-89,-2 3 1,32-10-1,0 0 1,-31 16 83,1 1-154,4 0 1,8-3-1,-3 2 1,-6 2-35,28-14 1,1-1 0,-28 13-164,1 1 1,7 2 208,6-2 0,2 0 1,8-4-1,3 0 1,2 1-1,2 2 178,0 1 1,-6 0-1,3-6 1,0-1-180,3-1 1,3-1 96,1 5 1,0-3-114,0 3 0,6-8 0,4 8 0,5-1 0,4-1 0,-1 2 9,1 0 0,4-5 0,-1-1 0,3 0 16,1 0 1,0-2 238,0 3 1,1 1-168,3 3 0,4 1 0,5 0 1,-1 0-1,1 0 0,2-1 107,2 1 0,-1-1-124,5-4 0,1 4-32,4-4-1,-1-2 1,1-1 0,0 0 0,1-1 0,2-1 80,1-2 1,0-6-6,-4 1 1,0-2-70,0 2 1,2 1-1,-1-4 1,-2-1-1,1 1 1,1-2-1,4 1 1,2 0-1,3 1 1,3 0-1,4-3 1,3-2-1,1-1 1,-1 0-1,-1 0 1,-4 0 0,-2 0-1,-5 0 1,-2 0-1,-2 0 1,0 0-1,-1 0 1,-1 0-1,3 0 1,3 0-1,3 0 1,2 2-1,0 0 1,-1 3-1,1-2 1,0-2-1,0-1 1,-2 0 0,-1-1-1,-2-2 1,2-3-1,3-1 1,2-3-97,2-2 1,6 1 64,-2 2 0,-1-2 0,2 4 0,-1-2 0,-1 2 0,-3 0 0,-3 1 0,-3 0 0,1 3 0,0 2 0,5 1 1,5 0-1,2 0 0,3 0 0,0 0 0,0 0 0,-3 0 0,-2 0 0,-5 0 0,-3 1 0,0 2 0,3 2 0,4-1 1,3 0-1,2 2 0,1 0 0,0 1 0,-1-1 0,-6 1 0,-5-2 0,-2 3 0,0-1 0,1 1 0,3 1 0,4-2 1,3 0-1,3 0 0,3 2 0,2 0 0,-2-1 150,-5 2 0,-6-2 0,2-1 0,3 0 10,5 0 1,-1-3-103,6 5 1,-4-5 3,5 5 1,-7-5 0,2 3 0,-4-1-1,-4-3 1,0-2 67,1-1 0,6 0 0,6 0 0,2 0-132,1 0 1,-1 0 75,-2 0 1,-3-5-41,-2-4 0,-1-4 0,7-3 1,2-2-1,3-2 0,1-3 144,-2-2 0,-7-1 1,-5 1-1,-4-1-31,-2 0 0,0-1 0,7-2 0,1-1-68,-2 1 0,-1 1 43,-1-2 0,-6 1-161,-3-6 1,-9 2 0,-2-1 0,-2 4 0,0 1 0,0 1-20,2-3 0,-9 3 0,1 5 0,-4 1 18,-4-1 1,-3-5-16,-5-2 0,-2-6 8,-6 1 0,-6-3 1,-4-7-1,-5-7 0,-7-5 1,-2-3-45,-2 0 1,0 1-20,0-1 0,-4-2 99,0 6 1,0 0-1,4 6 1,0 1 0,-1 2-1,-3 1-9,-4 4 0,-9 5 1,-6 13-1,-4 2-331,-3 5 0,-9 8-864,5 5 0,0 5 596,8 8 1,-1 1 0,-3 12 0,-3 1 0,-1 2-1,0 6 611,-2 3 0,5 9 0,28-20 0,1 0 0</inkml:trace>
  <inkml:trace contextRef="#ctx0" brushRef="#br0" timeOffset="3">14778 7692 12496,'-9'5'393,"1"-1"0,-2-1 0,-2-2 0,-2 1 1,-3 0 202,-5 3 1,-2-1 0,-3-4 0,-5 2-137,-7 2 1,-5-3-341,-8 4 1,1 0 0,-2 1 0,-2 1 0,-1 3 0,2 0 375,1-1-469,1 2 0,-5-3 1,-4 4-1,-3 1 1,-4 0-147,0 0 0,0-1 103,8-4 1,3 4 0,3-5 0,-1 1 0,-6 0 0,-3-3 87,-5-2 1,4 0 0,-1 0 0,6 1 19,3-1 0,1 0-357,4 1 1,-5-1 273,-3 6 0,-8-2 0,1 3 1,4-1-1,5 1 0,5 1-161,2 2 0,-1 0 50,1 0 0,-1-2 82,0-2 0,-4-2 0,0-4 0,3 1 0,5-1 0,5-1 5,2-2 1,3 0 0,-4 0-1,-2 0 124,-4 0 0,-9 0-27,5 0 0,-2 5-34,2 4 1,2-2-1,3 2 1,4-1-1,3 1 1,-1-1-92,-2 3 0,-3-1 77,-5-2 0,-5 2 17,0-5 1,-1 3 0,2-4-1,1-1-86,3-1 0,4 2 31,4 0 1,-4 1 0,-9-5 0,-4 0 0,-3 0-1,-1 0 1,4 0 0,4 0 0,5 0 0,2 0 0,3 0-1,-1 0 1,-2-2 0,-6-1 0,-2-1 0,-3 0-1,2-1 1,5 1 0,6 1 0,1 2 0,2 1 0,-1-2-1,2 0 1,-1-3 0,-4 2 0,-3 2 0,-2 1 0,0 0-1,4 0 1,3 0 0,6 0 0,3 0 0,2 0-1,1 0 1,-1 0 0,2 0 0,0 0 0,0 0 14,-2 0 1,3 0 2,2 0 0,3 0 1,2 0-1,2 0 0,3 0 1,2 0-1,3-2 1,5-2-1,6-4 0,3-4 1,1-2-1,0-2 1,0-3-1,0-1 0,0-4 1,0-5-1,0-7 1,0-5-1,0-7 0,-2-3 1,-1-7-1,-1-5 1,1-4-1,0 0 0,0-1 1,-1 1-1,1-2 1,0 2-1,0 3 0,-1 7 1,1 5-282,2 2 1,1 0 0,0 0 0,0 1 186,0 2 0,4 5 36,0-1 0,5 4 25,-5 5 1,5 8 0,-3 10 17,1 6 0,-3 5 26,5 5 61,-6 0-106,2 0 0,-3 0 0,2 0 15,5 0 1,2 0 0,2 0 1,-3 0-8,3 0 1,-3 0 0,9 0-1,-2 0 1,3 0 0,3 0 101,4 0 0,3 0-96,0 0 1,-1-2 93,5-2 1,-1 2-1,3-2 1,-1 3-1,-1 1 1,1 0 221,-1 0 0,6 4-191,7 0 1,5 2-69,4-2 0,1-2 0,6 2 0,-1-2 0,0-2 0,-3 0-10,-1 0 0,3 0 0,9-2 0,-32 1 0,0-1-28,2 0 1,0 0-1,1-2 1,-1-1-121,-4 3 0,1 0 0,-1 0 0,1 0 118,36 2 1,-37-2 0,1-1 0,4 1 0,1 0 0,-1 1 0,0-1 0,0 1 0,0 1-1,-1 0 1,0 0 21,0 0 1,-1 0-1,0-2 1,-1 0 12,1-1 0,0 1 0,2-1 0,1 1-25,1-1 0,0 1 0,-1 0 0,-1-2 0,0 0 1,-2 0-1,-1 1 0,-1 0 0,33-1 0,1 0 132,-35 2 0,1 1 1,1 0-1,1 0-77,2 1 0,0 0 0,28 0-47,0 0 0,-11 0 1,4 0-1,4 0 1,6 2-1,-35-1 1,0 1 72,0-1 0,-1 2 1,29 3-17,-9-2 1,-2-3-62,2 4 1,3-4 0,7-1 0,1 0 0,2 0 0,-1 0 29,-2 0 1,-9-1-4,-5-4 0,4 2-17,-5-5 1,15-1 0,2-2-1,2 1 1,-3 3 0,-5-1 57,-6 1 0,-2 3-97,2-5 1,0 6-14,9-1 0,-4 1 0,8 0 0,-4-1 0,-5 1 0,-7 2-83,-9 1 1,0 4-4,-10 0 0,8 2 168,1-2 0,0-2 0,-5 2 0,1-1 0,-2 0 0,-2 1-70,-5-1 0,-4-1-15,-5-2 0,-2 0 30,-6 0 831,0 0-337,-6 0 261,-1 0-703,-18 0 1,5 1-166,-6 3 0,6 3 68,7 6 1,0 2 0,0 2-1,0 6 1,0 5 0,0 8 252,0 6 0,0 10-65,0 8 1,4 7 48,0 2 0,5 0 1,-5-6-1,-1-1 1,0-4-1,0 0 524,1-4 1,1-6-498,-5-5 1,0-5-150,0-3 0,4 1 0,0-8 0,-1-3 0,-2-7 0,-1-2-81,0 1 0,0-2 0,0 2 0,0-7-155,0-2 1,0-3 0,0 3-1595,0 2 625,0-4-84,0 0 1,0-8 0,0-2-5889,0-4 7096,0-4 0,-5-1 0,-2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15"/>
    </inkml:context>
    <inkml:brush xml:id="br0">
      <inkml:brushProperty name="width" value="0.12095" units="cm"/>
      <inkml:brushProperty name="height" value="0.12095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2710 11177 9784,'-33'-52'735,"5"2"0,6 4 1,9 9-1,6 10 0,3 8 3110,0 5-2781,-1 7 0,1-5 0,0 6 0,1 5 774,1 10 1,2 9-1409,0 12 0,0 5 0,0 8 0,0 4 0,0 6 0,0 6-146,0 6 1,-2-28 0,0 2 0,0-2 0,0 0 0,0 0 0,1 1-482,0 0 1,0 0-1,-3 33-102,2-34 0,0 0 1,-1-1-1,1 1-916,2 2 1,0-1 0,2 28 0,1-7 0,3-9-1,2-7 1,5-7-4331,3-10 5545,7-9 0,-7-17 0,5 0 0,1 0 0</inkml:trace>
  <inkml:trace contextRef="#ctx0" brushRef="#br1" timeOffset="1">2865 11797 8506,'-24'8'849,"2"2"1,7 3 234,5 3 0,4 11 0,6 0 0,0 3-205,0 2 1,4-3-127,0-8 1,2-2-403,-2-6 0,-1-6 1,4-4-1,-1-7-274,-3-9 0,3-7 0,0-12 0,1-7-168,3-7 0,0-4 52,-2-1 1,4 5 122,-4 3 0,4 7 1,1 4-1,0 5 1,0 8-1,0 8 753,-1 7 1,1 9-463,0 8 1,0 7-139,0 10 1,0 3 0,0 6-1,0 0 1,-2 0 0,-1-2-649,-1-3 0,-2-2 0,3-6 0,-1-1-2277,1 1 1,1-7 709,2-6 1,2-6-1506,2-7 3483,-3-12 0,10-8 0,-3-13 0</inkml:trace>
  <inkml:trace contextRef="#ctx0" brushRef="#br1" timeOffset="2">3382 11590 8402,'0'10'1819,"0"3"1,0-2-1126,0 11 1,7 10 0,4 6 0,6 4 135,3 2 1,1-4 0,1 3 0,0-4-131,1-4 1,-4-10 0,-2-9-337,-3-6 0,-2-5 0,-4-10 0,-2-5-198,0-6 1,-5-4 0,3-7-1,-2-3-314,-2-4 0,1-5 0,2-3 1,1-1-609,-1 2 1,3-4 0,0 2 0,1 2-1379,3 0 0,1-3 0,2-3 2134,0-4 0,6 0 0,1-1 0</inkml:trace>
  <inkml:trace contextRef="#ctx0" brushRef="#br1" timeOffset="3">4066 11706 8271,'-6'7'0,"-3"-2"0,-2-4 1198,-2-1-1066,6 0 1,1-1 0,6-4-1,0-3-1420,0-4 1288,0-1 0,6-5 0,1-2 0</inkml:trace>
  <inkml:trace contextRef="#ctx0" brushRef="#br1" timeOffset="4">18017 10854 7952,'8'-5'53,"2"2"0,-5-6 0,1-1 2848,0-1-2125,-2 3-643,-4 3 1,-6 5-1,-1 1 1,-1 2-1,-1 3-25,-1 1 1,-1-3 30,-2 5 0,0-5 31,0 5-1159,0-6 332,6 2 0,1-3 657,6 2 0,-6-2 0,-1 3 0</inkml:trace>
  <inkml:trace contextRef="#ctx0" brushRef="#br1" timeOffset="5">18095 10622 8105,'-13'-13'921,"6"7"1,3 11-1,2 16 1,2 22-1,2 16 1,0 10 9,3 3 1,0-33-1,0 0 1,-2 4-1,1-1 1,0 0 0,1 1-542,-1-2 0,0-1 0,0 1 0,-1-1-400,1 1 1,1-1 0,5 28-1,-4-4 1,-1-9 0,3-9-1,-1-8-475,3-6 0,0-6 0,0-5 0,-3-3-963,-1-4 0,2-5-2991,-3-1 2531,5-5 1908,-3-9 0,6-8 0,0-12 0</inkml:trace>
  <inkml:trace contextRef="#ctx0" brushRef="#br1" timeOffset="6">17992 10738 8014,'-20'-51'650,"2"5"0,10 4 1,3 6 549,4 6 0,8 7 0,6 3 0,7 1-344,5 4 0,6-4-150,4 2 0,3-5-319,5 5 1,0 1 0,7 6-1,2 3 1,-2 3 0,-2 5 420,-4 6 0,-7 5 0,-8 2 0,-7 2 95,-10 1 0,-4 6-168,-8-1 0,-2 1-460,-2-2 1,-5 5-1,-8-2 1,-4 5-1,-5 1 1,-4 0-129,-5 0 1,4 5-1951,1-5 1,-2 6 471,2-2 1,0-1-1,5 0 1,2 0 0,5 0 1330,3 3 0,5-4 0,10-1 0</inkml:trace>
  <inkml:trace contextRef="#ctx0" brushRef="#br1" timeOffset="7">18792 10958 8044,'-13'-26'3875,"1"6"3284,4 3-6469,8 8 0,8 3 0,8 8 0,3 0 1,1 3-1,3-1 0,1 0-42,2 1 1,4-1 0,2-4 0,-1 0-1051,1 0 0,-2 0-553,-4 0 1,-2 1-500,-2 4 0,2-4 0,-4 3 0,0-2 0,-1-2 0,-2 0-4999,0 0 6453,1 0 0,0 0 0,2 0 0</inkml:trace>
  <inkml:trace contextRef="#ctx0" brushRef="#br1" timeOffset="8">19489 10506 7998,'-19'-39'252,"11"8"0,-1 5 0,8 9 0,5 7 0,6 4 0,6 2 0,5-2 0,5 0 0,3-1 0,1 1 0,0-1 0,0 1 0,0 1 0,-1 2 0,-2 3 0,-3 4 0,-1 5 0,-3 2 1,-1 3-1,-3 4 0,-3 3 0,-5 3 0,-3 4 0,-4 2 0,-2 4 0,-4 4 0,-5 0 0,-4 2 0,-5 3 0,-1 5 0,-1 0 0,-1 0 0,2-4 0,2-1 0,2 0 0,3-3 0,4-5 1,5-8-1,3-5 4663,1-4 0,5 2-6187,4-7 1,4 2 0,5-11-1,7-1 1,6-2 0,5-1-1453,4 0 1,9-7 197,3-6 0,4-11 2278,4-11 0,-28 14 0,-1-1 0,-2-1 0,1 0 0</inkml:trace>
  <inkml:trace contextRef="#ctx0" brushRef="#br1" timeOffset="9">20250 10880 8004,'22'-34'379,"-1"-1"0,-1 8 0,2 3 839,-5 9 0,-4 10-442,-4 9 0,1 9-234,-6 8 0,2-1 0,-3 3 0,1 3 0,0 3 0,2-2 1276,3-4 1,2-4-1180,2-6 1,1 0-186,3-1 1,-1-4-1,7-4 1,3-4 0,3-4-1,-1-8 596,0-8 1,0-3-768,-2-11 0,-3-5-6,-10-4 0,-6-6 0,-3 2 0,-4-2 0,-4 2 0,-7 4-172,-9 3 1,-3 7-798,-12 3 1,2 9-366,-1 9 0,2 4 1,6 8-1,1 2 0,0 2 1,5 6 1056,7 6 0,0 10 0,6 7 0</inkml:trace>
  <inkml:trace contextRef="#ctx0" brushRef="#br1" timeOffset="10">21128 10674 8014,'6'-19'2341,"-3"-1"1,5-4 0,4 1-660,3 1 1,5 6 0,6-1-1,0 3-580,0 1 0,4 0-1849,0 0 0,0 4-208,-4 1 0,4 5 1,2-1-1,1 2 0,3 2 955,1 0 0,2 0 0,-1 0 0</inkml:trace>
  <inkml:trace contextRef="#ctx0" brushRef="#br1" timeOffset="11">21464 10751 8010,'0'-33'1335,"2"3"1,7 10 0,10 6 0,9 5 0,10 3 0,6 2-611,6-2 0,-1 5 0,7-5 0,-4 2-2080,-5-1 1,-4 1 1354,-9 4 0,-2 0 0,-6 0 0</inkml:trace>
  <inkml:trace contextRef="#ctx0" brushRef="#br1" timeOffset="12">22509 10416 7900,'-7'-26'2315,"-2"11"142,9 7 1,7 5-1,12 3 1,2-2-1927,7-2 0,5 1 0,8-5 0,4-1 0,1 1 0,2-1-1495,3-1 1,-1-2-87,-3-1 0,-4 2 237,-8 2 0,-4-1 1,-5 5 812,0-3 0,0 0 0,-1-5 0</inkml:trace>
  <inkml:trace contextRef="#ctx0" brushRef="#br1" timeOffset="13">23399 9822 7875,'-12'-26'622,"0"0"1,4 0-1,3 2 1,5 4-1,6 6 1,8 4 747,11 0 0,2-2 0,6-1 0,0 2-789,0 2 0,-3-1-293,4 6 0,1-1 1,2 7-1,-2 2 1,-5 6-1,-3 5 657,-1 2 1,-2 7-694,-2 2 0,-5 1 0,-9 8 1,-5 0-1,-7 3 0,-9 2 560,-7 3 1,-6-1-545,-4 5 0,-3-1 170,-6 1 1,5 3-1,1-5 1,3-2 0,5-5-1,7-2-695,3-3 1,4-1 0,2-8 0,5-2 0,4-5 0,4-4 0,6-3 0,6-3 0,6-1 0,2-3 0,3-2 0,5-2 0,7-4 0,6-5 0,7-5 0,4-7 0,3-4 0,0-4 0,-3-6 0,-5-4 0,-3-4 0,-7-2 0,-5-2 0,-4 4 0,-2 4 256,0 4 0,0 2 0,-4-5 0</inkml:trace>
  <inkml:trace contextRef="#ctx0" brushRef="#br1" timeOffset="14">24497 9667 7875,'-13'-19'3252,"0"1"-2521,0-4 1,0 5 206,0 8 1,-4 5-1,-2 10 1,1 8 0,-3 12-1,3 11 984,-1 9 1,3 4-1390,8 2 1,-2 0-474,5-1 0,7-5 0,8-3 1,7-3-1,7-4 0,7-6 0,3-10 1,5-8-1,2-8 0,1-2 1,-2-4-1,-1-4 0,-2-7 0,-2-8 1,-5-8-1,-3-5 0,-3-3 1,-2-2-1,-5-1 0,-4-2 0,-5-4 1,-3-3-1,-4-4 0,-2 0 1,-5 0-1,-7 2 0,-7 0 0,-6 7 1,-2 8-1,-3 12 0,3 8 1,-1 9-1,2 5-60,1 7 0,-3 8 0,9 7 0</inkml:trace>
  <inkml:trace contextRef="#ctx0" brushRef="#br1" timeOffset="15">24651 9822 7875,'8'-6'2207,"-3"-1"39,1 0 0,1 1-613,6 6 0,4 0-1201,1 0 1,6 6 0,2 2 0,7 4 0,4-1 0,2-1-442,-1-1 0,5 0-965,1 3 1,-1-4-993,-5-4 0,-5 2 1966,-3-2 0,3-5 0,0-7 0</inkml:trace>
  <inkml:trace contextRef="#ctx0" brushRef="#br1" timeOffset="16">25193 8815 7898,'-11'4'2603,"2"9"0,4 5-2308,5 16 0,4 0 0,2 7 0,1 0 23,3 2 0,-3 0-1068,2-4 0,-1-2 0,5-2 1,-1-7 749,-4-5 0,4-4 0,-5-6 0</inkml:trace>
  <inkml:trace contextRef="#ctx0" brushRef="#br1" timeOffset="17">25116 8738 7878,'-6'-19'691,"1"0"1,-4-2 0,6 5 3235,6 6-3340,4 4 0,7 6 1,4 0-1,3 2 1,4 2-1,0 5 0,3 4 340,2 4 1,-2 3 0,7 6 0,-1 1-269,-1 3 0,-1-1-317,-6 5 1,-2-5-80,-2 1 1,-5-1-1,-9-1 1,-3 2-1,-4-1 1,-2-2-312,-4-1 0,-6 0-894,-6 0 1,-6 0-892,1-1 1,2 0 0,0-2-1,1-3 1833,4-2 0,0 5 0,2-3 0</inkml:trace>
  <inkml:trace contextRef="#ctx0" brushRef="#br1" timeOffset="18">23903 11345 7835,'-22'-37'673,"1"5"0,-2 10 1,-1 14-1,-2 12 0,0 13 1,0 13 418,0 11 0,-4 12 0,0 11 0,15-28 1,1 0-1,1 2 0,2 1 0,1 1 1,1 1-368,2-1 0,1 1 0,4 2 0,2-1 0,-1-2 0,2-1 0,7 33-200,8-9-445,10-15 0,12-17 0,11-11 0,7-7 1,7-8-1,5-5 0,-1-5 322,-1-8 1,-11-7-403,-4-11 0,-14-3 0,-2-9 0,-8-4 0,-5-8 0,-5-4 0,-3-1 0,-2-1 0,-4 3 0,-2-1-1011,-6 3 1,-7-1-186,-6 1 0,-6 3 0,-7-1 0,1 5 0,-1 9 0,-1 8-2779,-4 11 0,3 13 3975,-7 13 0,1 13 0,-5 15 0</inkml:trace>
  <inkml:trace contextRef="#ctx0" brushRef="#br1" timeOffset="19">24019 12016 7847,'13'0'553,"0"0"1,0 0 0,1 1 0,3 2 0,3 3 0,2 1 0,-1 3 0,2 2 0,2 1 0,1-1 0,-1 3 0,1 1 0,0 1 0,0 0 0,0 0-1,-1-1 1,0-3-554,-4-3 0,9-1 0,-2 3 0</inkml:trace>
  <inkml:trace contextRef="#ctx0" brushRef="#br1" timeOffset="20">24522 10841 7815,'-4'-17'1217,"-2"0"1,1 6 0,0 9-1,7 15 403,5 9 0,4 5 1,2 3-1,0 3-1742,0 0 0,-4 3 1,-1-5-1,2 2 0,0 2 1,0-2-2294,-1-3 1,-2-4 437,2-5 1,2 2 344,-2-6 1632,-3 0 0,5-9 0,-4-3 0</inkml:trace>
  <inkml:trace contextRef="#ctx0" brushRef="#br1" timeOffset="21">24419 10906 7815,'-7'-26'685,"-3"6"1,6 3 0,2 3 836,5 1 1,6 5 0,8 4 0,6 3-37,5 1 0,5 0-1013,6 0 0,-4 5-251,-1 4 0,-5 7 0,1 4 0,-4 3 1,-5 4-1,-4 0 346,-2 1 1,-8 2-156,-3 0 1,-4 6-622,-4-2 0,-3-2 0,-8-1 1,0-1-1,-4 0 0,-1-1-1040,-3-2 1,4-1 1247,2 0 0,-3 0 0,0 0 0</inkml:trace>
  <inkml:trace contextRef="#ctx0" brushRef="#br1" timeOffset="22">21954 12119 7876,'0'-26'1232,"6"2"1,2 1-1,7 3 1,6 0-1,11 0 2463,8-3 1,7-1-3930,9-2 1,1 0 0,2 2-1,-7 2 1,-8 6 0,-5 5-1,-6 4 1,-7 1-5881,-7 3 6114,-5 2 0,-7 12 0,-1 3 0</inkml:trace>
  <inkml:trace contextRef="#ctx0" brushRef="#br1" timeOffset="23">22238 12248 7855,'-13'0'2364,"0"0"-407,0 0 0,7-5 0,8-4-1618,9-3 1,9-5 0,11-1 0,4-2-1006,7-3 0,-2-2 666,3-1 0,3 1 0,0-1 0</inkml:trace>
  <inkml:trace contextRef="#ctx0" brushRef="#br1" timeOffset="24">18095 12377 8138,'-4'-25'903,"-2"0"1,0 4 0,0 3 4461,4 4-4941,0 7 1,8 7 0,1 9 0,0 2 0,-1 2 0,-2 0 0,2 0 523,1 0 0,-4-5-692,1 1 0,-1-1 0,0 7 0,1 1 1,-1 2-1,-1 2 615,-2 3 0,0 7-383,0 5 1,0 3-440,0 5 1,-5 5 0,0 8-1,-3 7 1,0 6 0,4-32-1,-1 0-601,1 1 1,0-1-1,1 32-574,-2-1 0,4-12-100,1-4 1,0-16 0,0-6-1,1-11 1,5-9 0,6-9 1225,3-8 0,14-13 0,-2-13 0</inkml:trace>
  <inkml:trace contextRef="#ctx0" brushRef="#br1" timeOffset="25">18508 12545 11297,'-2'-6'1218,"0"6"1,-3 9-408,2 7 1,3 10 305,5 8 1,-2 3-588,5 2 1,-1 0-1,5-2 1,-1-1-1,4-3 1,-1-2 557,0-2 0,5-7-653,3-5 1,0-9-221,0-3 1,2-5 0,-1-5 0,5-6 0,0-8 0,-2-8 155,-3-5 1,-3-2-135,2-5 0,-5-4-125,-9 0 1,2 0 0,-5 5 0,-5-1 0,-6-1 0,-8-2-130,-5-1 0,-3 0 0,-3 6 0,0 2-748,4 5 1,-4 9 0,5 5 0,0 6-1525,3 6 1,1 8 575,-1 5 0,3 9-235,-3 8 0,2 11 1948,2 11 0,0 8 0,0 2 0</inkml:trace>
  <inkml:trace contextRef="#ctx0" brushRef="#br1" timeOffset="26">19489 12803 17270,'4'-14'0,"2"-2"0,2 0 0,7 5 0,5 4 0,4 2 0,2 1 0,0 1 0,0 2 0,0 1 0,-2 1 0,-1 2 0,-2 1 0,2 1 0,0 0 0,0 3 0,-3 0 0,0-1 0,0-1 0,2-2 0,4-4 0</inkml:trace>
  <inkml:trace contextRef="#ctx0" brushRef="#br1" timeOffset="27">20315 11874 8052,'-13'-24'1450,"4"-1"2074,1-5-2667,5 0 0,-3 23 0,6 3 0,0 9 166,0 7 0,4 2-873,1 3 0,0 3-163,0 6 1,-4 4 0,5 0 0,-2-1 0,1 0 0,-3-1-1476,0 3 1,2 0-1192,0-1 1,2-3 2678,-2 4 0,4 2 0,5 0 0</inkml:trace>
  <inkml:trace contextRef="#ctx0" brushRef="#br1" timeOffset="28">20250 12403 7997,'-5'-18'1371,"3"2"1,-2-4 0,2 1-282,2 3 1,2 6 0,2 2 0,6-2-436,6-2 0,0-1 0,5 0 0,2 2-922,2 2 1,0-1-337,1 6 1,0 0-39,0 4 1,2 0 0,0 0 0,-4 1 0,-1 3 640,-3 5 0,-1 2 0,-6 2 0</inkml:trace>
  <inkml:trace contextRef="#ctx0" brushRef="#br1" timeOffset="29">20354 12571 7997,'-13'0'696,"4"0"1,0 0 1429,-1 0-1392,5 0 0,0 0 0,10 0 1,5-1 597,5-4 1,1 4-808,6-4 1,-1 0-242,5 0 0,-2 1 0,-1 3 0,-3-2 0,-1-1 0,-3 1 213,-2 1 0,-5 7-271,-1-1 1,-5 10-16,2-1 1,-5 9-1,-5-1 1,-3 5-1,-4 3 1,-1 1 199,0-2 0,1 4 1,0-2-1,3-3-40,5-4 0,3 0-116,1-6 0,7-1-457,6-7 0,7-3 0,9-6 0,2-2 0,4-4 0,3-5-1942,4-5 0,-3-5-1056,-5 3-1,-5-5 3201,1 2 0,3-3 0,0-2 0</inkml:trace>
  <inkml:trace contextRef="#ctx0" brushRef="#br1" timeOffset="30">21102 12339 7993,'-13'0'872,"6"1"1,3 3 0,2 6 776,2 6 0,0 10 0,2 7 0,2 1-313,5 1 1,4-5-872,4 4 0,-1-4-342,5 5 1,-5-12 0,1-2-1,-3-5 1,-1-4 0,0-4 350,0-4 0,-6-5 0,-2-6-63,-4-6 0,-1-9-272,0 1 0,-6-5-81,-2-4 0,-5-4 0,-3-9 0,-1-5 0,1-3 0,2-4-643,1-1 0,4-10 256,1 2 0,6 27 0,1-1 340,-2-1 1,1 1 0,4-34 0,5 2-1,7 11 1,5 14 0,4 12 311,1 12 1,2 11-1,0 9 1,-2 8 205,-2 10 0,2 7-3,-2 6 0,-5 3-80,-4 6 1,-2 0-1,-6 0 1,-3-1 0,-2 1-1,-4 0-326,-4-1 1,-4-5-121,-1-3 0,-4-4-453,0-4 0,-6-4 1,3-6-1,-2-2 1,2-3-1,2-1-3057,2-3 3510,-4-2 0,5-7 0,-3-1 0</inkml:trace>
  <inkml:trace contextRef="#ctx0" brushRef="#br1" timeOffset="31">9822 13487 23098,'8'0'1441,"1"0"1,1 0-138,2 0 1,0 0-1265,1 0 1,-4 0-41,0 0 0,-5 0 0,4 0 0,3 0 0,0 0 0,2 0 0,0 0 0,0 0 0,0 0 0,0 0 0,4 0 0,0 0 0,2 0 0,-4 0 0,4 0 0,0 0 0,1 0 0,0 0 0,-3 0 0,3 0 0,0 2 0,0 2 0,-4-3 0,1 4 0,-2 1 0,-3-2 0,3 4 0,1-2 0,1 0 0,-1 1 0,-2 0 0,0-4 0,3 1 0,-2-2 0,2-2 0,-1 4 0,1 0 0,5-1 0,2 0 0,3 0 0,3 1 0,-1 2 0,5-2 0,-4-1 0,5 6 0,-2-6 0,3 2 0,-3 0 0,-2 0 0,-2 1 0,-2 0 0,-1 0 0,0-2 0,0-3 0,-1 4 0,1-2 0,0-1 0,0 3 0,1-2 0,2-2 0,1-1 0,6-4 0,-2-1 0,-2 0 0,-2 0 0,-3 3 0,-1-6 0,0 1 0,0 1 0,-2 1 0,-3 2 0,4 1 0,-4 2 0,4 0 0,1 0 0,-1 0 0,3 0 0,0 0 0,5 0 0,2 0 0,1 0 0,4 0 0,-6 0 0,-1 0 0,1 0 0,-1 0 0,2 0 0,-5 0 0,-3 0 0,-2 0 0,-2 0 0,-2 0 0,2 0 0,1 0 0,2 0 0,1 0 0,2 0 0,3-1 0,-1-2 0,1-3 0,-2 1 0,0-1 0,2 2 0,-1-1 0,1 1 0,-4 1 0,0 0 0,-3 0 0,1-1 0,-1 1 0,-2 0 0,-2 1 0,1-3 0,-1 1 0,1 0 0,-1-1 0,1 2 0,-1 2 0,2 1 0,1 0 0,2 0 0,0 0 0,0 0 0,0 0 0,-5 0 0,-1 0 0,0 0 0,-1 0 0,0 0 0,-4 0 0,0 0 0,-2 0 0,0 0 0,-1 0 0,1 0 0,0 0 0,-1-1 0,-2-2 0,-3-3 0,0-1 0,-1-3 0,0-2 0,-4-1 0,0 0 0,-2 1 0,0 4 0,0 3 0</inkml:trace>
  <inkml:trace contextRef="#ctx0" brushRef="#br1" timeOffset="32">9848 15940 10578,'-8'-2'3031,"4"-2"0,3 1-2416,1-6 1,5 6-1,6-2 1,3 0-88,3 1 0,2-4 1,-2 2-1,4 0 1,4-1-1,1 1 250,-1 0 1,1 1-501,0 0 1,4 2-68,0-5 1,0 5 0,-5-1-1,-2 2 1,-2 2 0,1 0 183,-2 0 0,0 0 0,-4 0 0,1 0-96,-1 0 0,-6 0-200,-2 0 1,1 0 29,4 0 1,0 0-1,1 0 1,2 0-70,1 0 0,0 0-60,-4 0 0,0 0 0,0 0 0,1 0 0,2 0 0,1 0 0,1 0 0,-1 0 0,0 0 0,6 2 0,-2 2 0,-1-3 0,2 4 0,-1-2 0,4-1 0,-2 3 0,-2-2 0,1-2 0,-2-1 0,4 0 0,-2 0 0,-2 0 0,1 0 0,-1 0 0,3 0 0,-1 0 0,1 0 0,0 0 0,-2 0 0,5 0 0,0 0 0,0 0 0,4 0 0,1 0 0,1 0 0,0 2 0,-1 0 0,-2 4 0,-2 1 0,-1-2 0,0 3 0,-1-3 0,1 3 0,-4-5 0,-2 3 0,0-2 0,0 0 0,2-1 0,-2-1 0,8-2 0,-2 0 0,4 0 0,0 0 0,2 4 0,4 0 0,-2-1 0,1-1 0,-1-1 0,0 3 0,-5-1 0,1 6 0,0-5 0,-4 5 0,1-6 0,-8 2 0,1 0 0,3-1 0,0-1 0,-2-2 0,4 1 0,-4 2 0,4-3 0,1 4 0,-1-4 0,1-1 0,0 0 0,0 0 0,1 0 0,3 0 0,-3 0 0,4 0 0,-4 0 0,-1 0 0,-5 0 0,1 0 0,1-1 0,0-2 0,-1-2 0,0 3 0,-5 0 0,5 2 0,3-4 0,6 0 0,3-1 0,-2 5 0,1 0 0,2 0 0,1 0 0,-1 0 0,1 0 0,-6 0 0,4 0 0,-4 0 0,0 0 0,-4 0 0,0 2 0,0 1 0,0 1 0,-1-1 0,1-2 0,0-1 0,0 0 0,0 0 0,5 0 0,2 0 0,0 0 0,-3 0 0,-1 0 0,1 0 0,-3 0 0,3 0 0,-2 0 0,-3 0 0,0 0 0,-2 0 0,-2 0 0,2 0 0,2 0 0,0 0 0,1 0 0,0 0 0,1 2 0,3 2 0,2-3 0,4 4 0,-3-4 0,0-1 0,-2 0 0,1 0 0,-2 0 0,-4 0 0,-2 0 0,-2 0 0,-2 0 0,-4 0 0,1 0 0,-1 0 0,-2 0 0,-1 0 0,0 0 0,-5 0 0,1 0 0,-5 0 0,5-1 0,1-4 0,-4 4 0,5-5 0,-10 5 0,4-4-2065,-4-3-1458,-1 2 0,0-1 576,0 3 2947,0 2 0,6-4 0,1 6 0</inkml:trace>
  <inkml:trace contextRef="#ctx0" brushRef="#br1" timeOffset="33">11435 13578 8319,'-7'-13'761,"3"3"0,8 5 0,6 10 0,6 5-92,5 3 0,4-2 0,2-1 0,3-3 0,6 0 0,5-1-23,7 0 0,8-3 0,4-7 0,2-5-531,-2-3 0,3-2 1,-1-3-1,5-3 0,-31 10 1,0 0-1,0 1 0,-1 1 1,34-7-1,-4 4 0,-4 1 1,-5 3-1,-5 1 1,-11 3-1,-4 1 0,-5 2 1,2 0-1,-1 0 0,-1 0 1,-2-1-1,-2-2 0,-2-1 1,-3 0-1,-1-1 0,-4 0 1,-4-1-1,-5-1 1,-3-1-1,-7 0 0,-6 1 1,-8 1-1,-6 2 0,-4-1 1,-4 1 56,-4-2 1,-5 5-162,-4-3 1,3 1 0,-4 0 0,1-1 0,-2 1 0,-1 0 0,-4 0 0,-4-1 0,-7 1 0,-2 1 0,-1 2 0,-2 0 0,1 0-1,5 0 1,10 0 0,8 0 0,8 0 0,4 2 0,4 1 0,4 2 0,7 3 0,6 0 0,9 1 0,9-2 0,6 0 0,7-1-1,2 1 1,3 0 0,4 2 0,3-2 0,6-1 0,6-2 0,7 2 2298,4 1 0,4-4-2160,3 1 0,6-3 0,4-1 0,-37 0 1,0 0-1,36 0 0,-4 0 39,-3 0 1,3 0-190,0 0 0,-8 0 0,-9 0 0,-7 0 0,-11 0 0,-5-1 0,-6-2 0,-6-1 0,-3 1 0,-7-4 0,-2-2 0,-4-2 0,-1-2 0,-4 4 0,-1 1 0,-9 5 0,1-2 0,-10 0 0,-3 0 0,-8 1 0,-9 0 0,-9 0 0,-6 1 0,-10 1 0,-2 2 0,0 0-85,-1 0 1,34-2 0,0 0 0,0 0 0,-1 0-1,-2 0 1,-2 1-21,-2 0 0,-2 0 0,0 1 0,0 0 0,0 0 0,1 0 0,4 0 0,1 0 64,-33 0 0,10 2-27,7 2 0,0-1 211,5 6 0,7-2 0,14 3 0,5-3 0,3 0 11,5 0-570,8 2 345,4-2 1,6-1-1,3-6 1,5 0-1,4 0 1,5 0-26,8 0 0,6-5 0,8 0 0,3-1 172,4 0 0,3 1 0,4 2 0,-1-2-70,-2 2 1,2 2-1,-8 1 1,-1 0-79,1 0 0,2-4 0,-5-1 0,-4 3-1232,-2 0 1,-9 2 610,-1 0 0,-1 0-2261,-8 0 1,0 3 2953,-4 6 0,6 5 0,1 12 0</inkml:trace>
  <inkml:trace contextRef="#ctx0" brushRef="#br1" timeOffset="34">11900 15978 8209,'-13'-8'-551,"0"-1"1631,6 6 1,-5-7 0,4 6 2254,-4 1-2280,-1 2-594,6 1 0,0-5 1,4-1-1,-1-1 1147,1-3 1,2-1 98,1-2-628,0 6-718,0-5 1,1 11-1,3-3 1,5 2 406,2 2 1,-2 0-415,0 0 0,-1 0-82,5 0 1,-4 4 0,-1 1 0,2-2-1,2-1 1,1 1-170,0 2 0,0-1-103,-1-4 0,3 0 0,2 0 0,3 0 0,7 0 0,3 0 0,5 0 0,4 0 0,4 0 0,-2 0 0,6 0 0,4 6 0,0 2 0,-2-1 0,-10 2 0,-2 0 0,-1-1 0,-3 1 0,-2 1 0,-5-4 0,-4-2 0,-5-3 0,4-1 0,1 5 0,4-1 0,0-1 0,-1 0 0,1 0 0,0 1 0,1 2 0,3-2 0,-2-1 0,2 5 0,-3 0 0,-1 2 0,0-3 0,-2-2 0,-1 0 0,-2 1 0,-5-5 0,1 3 0,2-2 0,-2-2 0,5 0 0,-4-2 0,3-1 0,2-1 0,1 0 0,2-2 0,4 5 0,0-4 0,1 4 0,0 1 0,0 0 0,5 0 0,-3 0 0,-1 0 0,-4 0 0,-1 0 0,-1 0 0,0 0 0,-4 0 0,-1 0 0,-4 0 0,5 0 0,-1 0 0,1-2 0,-2 0 0,-1-3 0,4 0 0,-2 0 0,2 4 0,-2-4 0,4 4 0,-5 0 0,1-2 0,0-2 0,-3 3 0,-2 0 0,-2 2 0,-1 0 0,-4 0 0,-1 0 0,-5 0 0,3 0-187,-6 0 187,-6 0 0,-1 0 0</inkml:trace>
  <inkml:trace contextRef="#ctx0" brushRef="#br1" timeOffset="35">7499 8299 7809,'-13'0'617,"0"0"490,0 0 0,0 0 1420,0 0-1935,6 0 0,-4 0 0,3-2 1,0 0-1,-1-4 231,-1-1 1,-3 2-1,-3-3 1,-4-2-183,-4-2 0,-2-5 0,-11-2 0,-5-1-264,-2-3 0,-9-2 0,-9-6 0,28 14 0,-2-1-263,-4-3 1,-2 0 0,-3 1 0,-2 0-450,-6-2 1,-1 1 0,1-1 0,0-1 359,-3 2 1,0-1 0,-3 0 0,-1 1 0,-4 2 0,0 1-1,-1 1 1,0 1 0,0 2 0,1 2 0,-1 3 0,0 1-136,-2 2 0,0 2 1,1 3-1,0 3 60,-5 3 0,0 3 0,6 3 0,1 3 1,-2 2-1,1 2 0,0 0 0,1 1 1,1 1-1,1 1 0,4-1 0,0 3-253,4 0 1,2 1 290,4 0 1,1 2-1,2 1 1,0 2-1,4-1 1,2 1-1,1 0 1,3 1-1,3 0 1,2 2-1,4-1 1,3 1 0,5 0-1,2 2 115,-9 35 1,15-29-1,2 3-183,1 4 1,1 1 0,2 3 0,1 2 172,0 1 0,1 0 0,5 0 0,2 1 0,2-1 0,3 1 0,4 3 0,3 0 0,5 4 0,2-1 0,6 3 0,3 0 56,-8-21 0,1 0 0,2 0 0,4 2 0,1-1 1,3 0-1,2 1 0,1-1 0,1-1 0,0 0 0,1-2 1,0 0-44,0-2 0,1-1 0,1-2 0,2 1 0,1-1 0,1-3 1,0-2-1,0-2 0,1-1 0,0-2 0,0-1 0,1-3-283,-1-2 1,1-2 0,1-1 0,4-3 0,1-1-1,0-3 177,2-3 0,0-1 0,1-2 0,5 1 0,1-2 0,0-1 0,-1-1 0,0-3 0,0-1 0,-1-4 0,1-1 0,-2-3 0,1-2 0,0-2 0,-1-1 0,1-3 0,0-1 0,-1-2 0,0-1 0,0-2 0,-2-1 0,-1-1 0,-1-1 0,-1 0 0,-2-1 0,-2-1 0,0-2 0,-4 0 0,-1-1 0,-2-1 0,-2 2 0,-1-1 0,-2-1 0,-3 1 0,-2-2 0,-1 0 0,12-18 0,-3-1 0,-1-1 0,-1 1 0,-2 0 0,-2 1 0,-2 3 0,-1-1 0,-2 0 0,-2 0 0,-6-1 0,-3-1 0,-3-5 0,-3-2 0,-2 2 0,-3-1-214,-2 1 0,-3 0 1,-1-1-1,-3 0 214,-4 5 0,-3 1 0,-1-1 0,-3 0 0,-6 2 0,-3 1 0,-3-3 0,-3 2 0,-6-2 0,-4 2 0,-2-1 0,-3 2 0,-3 0 0,-2 0 0,-1 3 0,-2 2 0,0 1 0,-2 1-273,-6 0 0,-4 5 0,-1 7 1,-3 5-1,18 10 0,-2 2 1,0 2-1,-23-2 0,-1 5 1,23 5-1,0 2 0,0 1-1694,-1 0 1,0 1 0,0 1 0,-22 2 0,2 2 1158,4-1 1,3 2-1,7 0 1,4 2 807,13-1 0,1 0 0,-34 2 0,16-4 0,9-3 0</inkml:trace>
  <inkml:trace contextRef="#ctx0" brushRef="#br1" timeOffset="36">10545 11074 8085,'-9'0'362,"0"1"0,-1 4 1,-1 2-1,-1 1 2552,4 1-1407,-4 0 0,11-1 0,-5-1 1216,0-1 0,6-3-2036,0-7 0,6-9-252,7-9 1,3-5-1,5-8 1,9-9 0,8-12-1,-16 22 1,0-1-207,4-4 0,0-2 0,0-5 0,1-1 0,3-3 0,0-1 0,1-2 1,0-1-230,0-4 0,1 0 0,-2 3 0,0 1-306,0-1 1,0 2 0,-3 7 0,1 2 305,0 6 0,0 3 0,-4 2 0,-1 1 0,19-18 0,-6 4 0,-8 9 0,-5 9 0,-6 10 0,-7 4 0,-1 1 0,-5 1-506,5 4 1,-5 2-1,3 7-1564,-1 4 0,-3 7 0,-7 11 0,-5 7-662,-2 9 0,-8 1-1064,-3 8 3796,-2 5 0,-5 4 0,-5 3 0,-6-2 0</inkml:trace>
  <inkml:trace contextRef="#ctx0" brushRef="#br1" timeOffset="37">10416 10996 8231,'0'-31'2045,"0"5"-782,0 7 1,1 11-1,3 5 1,3 6-1,2 5 829,0 4 1,-6 2-790,1 3 0,-1 8-829,1 5 1,-3 1 0,4-2-1,-4 3 1,-1 1 0,0 1 744,0-1 1,0-1-1220,0-7 0,0-3 0,0-1 0,2-5 0,2 1 0,5-4 0,3-4 0,6-6 0,3-6 0,9-7 0,5-10 0,2-7 0,2-5 0,-1-7 0,1-4 0,4-3-2458,0 8 0,-6-3 1,-5 11-1,-2 3 2232,0 4 0,12-7 0,-2 3 0</inkml:trace>
  <inkml:trace contextRef="#ctx0" brushRef="#br1" timeOffset="38">10080 13784 8036,'0'-37'129,"1"1"0,4 3 0,2 1 0,0 4 0,-1 2 649,0 4 1,-6 5 0,-2 9 0,-11 6-1,-11 9 1,-11 12 404,-6 8 0,-7 8 1,-6 9-1,25-18 1,1 1-143,-2 4 0,1 1 0,-4 4 0,0 0 0,-4 5 0,-1 1 0,-2 3 0,0 1-1060,-3 2 0,0 1 1,1 0-1,1 0 1,0-1-1,0 1 0,2-1 1,1 0 18,1-1 0,0-1 0,3 1 0,1-2 0,4-3 0,2-2 0,2-3 0,1-4-722,-10 10 1,4-7 0,10-14 0,10-8-4195,13-8 1,11-21 2495,16-19 0,4-18 990,-12 19 0,-1-3 1430,2-7 0,0-2 0,3-2 0,0 0 0,0-4 0,0 0 0</inkml:trace>
  <inkml:trace contextRef="#ctx0" brushRef="#br1" timeOffset="39">9409 13745 9267,'-7'-5'2088,"-5"3"1,14-8-1158,2 6 1,10-6-153,16 1 0,5-2-360,8-2 0,-2-4 0,7-2 0,0-1 0,3-2 0,-1 2 918,-3 3 0,2 9-909,-6 3 0,0 5 108,-4 5 1,-8 9-1,-5 12 1,-9 7-1,-7 4 1,-5 5 734,-4 5 1,-12-3-1272,-7 12 0,-6-6 0,-6 6 0,3-3 0,-2-2 0,6-4 0,7-4 0,5-4-529,2-5 1,6 2-1,0-6 1,6-3 528,6-4 0,8-4 0,3-6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55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14249 10286 7985,'-17'0'-13,"-2"-1"0,0-3 1,-1-3-1,2-2 1,-3 0-1,3-1 1,-1-1-1,3-3 449,2-4 0,1 4 1,0-3-1,0 2 1,2 3-1,1-1 1384,1 0 1,6 0-934,-1 0 0,4 6 1,4 2-1,6 4-111,6 1 0,6 0 0,6 0 0,4 0-108,1 0 1,6 6 0,7 2 0,4 4 656,7 1 0,6 0-722,6 0 0,-31-7 0,0 0-542,3 1 1,0-1 0,2 0 0,1 0-1,-1-1 1,0-2 0,2 0 0,1-1-1,0-1 1,1-1 0,0 0 0,-1 0-62,-1 0 0,-1 0 0,-2-2 0,-2 0 0,27-4 0,-11-1 0,-10-3 0,-7 0 0,-3 0 0,-5 3 0,-4 1 0,2 2 0,-9 4 0,2 0 0,-1 0 0,-5 0 0,1 0 0,-3 0 0,-5 0 0,0 0-4004,-1 0 0,-1 1 4004,-2 3 0,-4-2 0,-1 4 0</inkml:trace>
  <inkml:trace contextRef="#ctx0" brushRef="#br0" timeOffset="1">16727 10157 17380,'-6'-12'0,"-1"-1"0,1 1 0,6 4 0,7 3 0,5 4 0,1 1 0,1 0 0,3 0 0,5 0 0,1 0 0,0 0 0,-2 0 0,2 0 0,3 0 0,3 0 0,-1 0 0,0 0 0,-3 1 0,3 2 0,0 1 0,4 1 0,2-1 0,2 0 0,1 1 0,1-1 2457,2 0 1,1 6-1,0-3 1,-1 2-2096,-2 0 0,4-2 1,-6 3-1,4-2-356,3 2 0,2-2-6,-2 0 0,2 1 0,7 4 0,3-2 0,-2-1 0,-3-3 0,-1-1 0,-4-3 0,-2-2 0,3 4 0,0-1 0,2-1 0,-1-2 0,0 4 0,5-1 0,2 5 0,-2-5 0,-3 2 0,-11-3 0,1 1 0,0 0 0,0 0 0,-1 1 0,1-1 0,0-4 0,-1 0 0,1 0 0,4 0 0,-1 0 0,-3 0 0,-5 0 0,-4 0 0,-6 0 0,5 1 0,-7 4 0,-1-4 0,-8 3 0,0-2 0,0-2 0,0 0 0,0 0 0,0-4 0,0-1 0,-1 1 0,1 4 0,0-1 0,0-2-1351,0-2 309,-6 1 1,-1 3-5062,-6-4 6103,0 4 0,-6-11 0,-1 5 0</inkml:trace>
  <inkml:trace contextRef="#ctx0" brushRef="#br0" timeOffset="2">15501 12313 8391,'0'8'693,"0"1"583,0 1-593,0-4 1,0 1 0,0-6 272,0-1 1,0-2-675,0-11 0,0 0-175,0 0 1,1 4 0,2 1 0,3-2-1,-1-2 1,3-1 279,-1 0 1,-3 0-184,5 0 1,-5 1-132,5-1 0,-2 0 0,3 0 0,-2 0 0,2-1 1,2-2 84,1-1 1,4-1-231,0 5 0,2-1 57,-2-3 1,-1 3 0,4-5-1,-1 0 1,-2-1 0,0 0 77,0 3 1,0-2 19,-4 2 0,0-4-16,0 3 1,0 1 0,0 4 0,0 0 0,0 2 0,0 1 147,0 1 1,0 1-122,-1-5 1,3 4-50,2 1 1,-1 0-1,4-2 1,0 3 0,-1 0-1,1 0-50,0-3 1,1 0 70,5 1 1,-4-1-78,-1 6 0,-1-6 0,3 3 0,-1-2 1,-1 2-1,-1 0 8,-3-1 0,2 4-26,-2-4 0,0 5 23,-4-2 1,0 0-1,0 0 1,0 2 0,0 2-1,0 1 37,0 0 1,-5 0 90,1 0 0,0 0-102,4 0 1,-1 0 0,1 0 0,0 0 0,0 0 105,0 0 0,0 0 12,0 0 1,0 0-116,0 0 1,0 4 0,1 2 0,2 0 0,1 1 0,-1-1 140,-2-1 0,-1 5-105,0-1 0,4 1 29,0-1 0,0 2 0,-4-2 0,0 2 0,0 2 0,0 0-20,0 0 0,-2-4-9,-2-1 0,3 1-46,-4 4 0,2 0 0,0 0 1,-3 1-1,-1 2 0,-2 1 199,2-1 0,-3 2 39,6-1 1,-6 5-202,1-5 1,2 6 0,-1-3 0,1 0 0,0-1 0,-2 0 126,2 2 0,-3-1-200,5 2 0,-3-7 49,3 3 1,-5-3 0,3 1 0,-2 1 0,0-1 0,1-1 180,0-3 0,-3 3-101,2 2 0,-2-1-16,-2 5 0,0-5 0,1 1 1,2-1-65,1 1 1,0-2-40,-4 2 0,0-3 0,0-1 0,0 0 0,0 0-329,0 0 563,0-6 0,-1-1-72,-3-6 0,1 0-137,-6 0 1,2-6 0,-3-1 0,1-3 0,-1 0-1,-1-3 102,-2-2 0,2 8-167,2-6 1,-2-1 72,2-3 0,-3 1 1,0 6-1,0 1 1,2 1-1,1-1-107,-1 1 1,5 3-197,0-3 298,-2 5 0,6-1 1,-2 8-1,6 6 483,5 6 1,0-1-76,0 7 0,2-5-87,7 5 0,-2-7 0,2 4 1,-3-3-1,-1-2 0,0-4-25,0-3 0,4-2-311,0-5 0,6-7-129,-1-6 0,-2-6 0,1-8 0,2-3 0,3-6 0,4-4-5547,5-3 5676,2-6 0,2-3 0,-1-7 0</inkml:trace>
  <inkml:trace contextRef="#ctx0" brushRef="#br0" timeOffset="3">17940 14817 8042,'-13'0'524,"0"0"0,2 1 1,4 3-1,8 5 252,10 2 1,2 2 0,6-1 0,0-2-130,2-1 0,4-5-441,0 4 0,6-5 0,0 2 0,2-4 0,3-1 0,3 0 0,2 0 0,4 0 53,1 0 1,-5-4-1,2-2 1,-3 0-168,-1 1 0,-6-1-126,-3 1 1,-8 3 38,-5-7 1,-3 6-1,-2-3 217,-4 1 0,-2 2 137,-6-6 0,-6 6-163,-2-1 0,-8 1 0,-3 0 0,-1-1 1,-4 1-1,-5 2 315,-5 1 1,-5 0-209,-4 0 0,1 0-202,-5 0 1,5 4-1,-2 2 1,1 1-1,1 1 1,5 1-410,6 0 1,3-1 168,2 5 1,6-4-682,3-1 1,7-5-2216,2 2 2093,5-4 1,3-7-1,8-1 942,4 0 0,6-5 0,2 5 0</inkml:trace>
  <inkml:trace contextRef="#ctx0" brushRef="#br0" timeOffset="4">18947 12403 8285,'-9'-1'1141,"1"-4"-228,5 4-78,-3-5-256,6 6 0,-1 0 539,-4 0-889,4 0 1,-6-1 36,2-3 1,2 2 0,-5-4 140,-2 1 1,3 2-227,-2-6 0,5 5-48,-5-5 0,6 5 0,-3-5 1,2-1-1,-2-1 0,1-2 166,-1 0 1,-3 4-135,5 1 0,-5-1-48,5-4 0,-2 0 0,4 0 0,-4 1 0,0-1 0,-1 0 356,0 0 1,2-4-293,-3-1 1,4 1-78,-5 4 1,2-1 0,-3-2 0,1-2 179,-1-3 0,3 6-202,-2-3 1,1 0-1,-5-1 1,1 1-1,2-3 1,2 3 48,-2-1 1,-2 1-1,-1 2 1,0-3-161,0-1 1,-4 4-45,0-1 1,-2 1 84,2-1 1,1 1 0,-4-4 0,0 2-1,0 2 1,-3 0 28,-1-1 0,-2 1 13,0-5 1,-4 5-8,0-1 0,0-2 0,4 0 0,0-1 0,0-1 0,1-1-63,-1 1 1,0 3 72,0-3 0,2 4-34,2-5 0,-2 5 1,2-4-1,-3-1 2,-6 2 0,3-4-71,-7 2 1,2 3 0,-2 1 0,0 1 0,-1-2 0,0 0-117,2 1 1,-2 0 174,6 6 0,0-1-32,4 0 0,5-2 0,-1 0 0,1-3 0,-2 3 0,-2-1-96,-2-1 1,-6 2 70,3-2 1,-6-2 32,2 2 0,-4-1 1,0 2-1,0-1 0,3 1 1,2 3-37,1 4 1,2-2 12,4 2 1,0-2 14,0-2 1,1 0 0,-1 0 0,-1 2 0,-2 1 0,-1 1 54,1-1 0,-4 3-56,-1-2 1,-4 2 30,0-2 0,5-1 0,3 5 0,2-1 0,3 0 0,-1 3 15,0 2 1,4-4-18,1 1 0,5 0-40,-1 4 0,-2 0 1,1 0-1,-1 0 0,-1 0 1,0 0-33,-3 0 1,-2 0 69,0 0 0,-1 0 7,0 0 1,-4 0 0,0 0 0,0 1 0,0 2 0,-1 1-12,3-1 1,1 0-25,1 2 0,0-4-8,0 3 0,2 2 1,1-2-1,3 1 0,0 0 1,1 2-184,0 1 1,-2 2 174,4-6 1,-5 6-12,5-1 0,-5-2 0,5 0 0,1 0 0,2-1 0,0 1-116,-3 0 1,2 0 72,-2 2 0,7 2 44,1-2 0,1-2 1,-5 2-1,0-1 1,0 1-1,0 0-40,0 1 0,0 1 68,0 2 1,0 0 5,1 0 1,-1-2 0,0 1 0,0-1 0,0 4 0,0-1-21,0 0 1,0-1 13,0 0 1,0 0 10,0 0 0,1 0 0,-1 0 0,0 0 0,0 0 0,-1 0 0,-4-1 1,3 1-16,-7 0 0,5 0 61,-5 0 0,5 1 0,-4 2 0,-1 1 0,1 1 1,-1-1-4,-1 0 0,3 4-25,-1-3 1,0 5 18,0-2 0,2-1 1,6 0-1,0 0 1,-1-1-1,-2 0 51,-1-4 0,4 4-75,5-2 1,-1 1-14,-4-6 0,5 6 1,-1-1-1,0-1 1,1-2-1,-1-1-27,-1 0 1,3 0 5,-2 0 1,2-1 13,-1 1 1,-4 0 0,3 0 0,-1 0 0,0 0 0,2 0-2,-2 0 1,-2 0 3,-1 0 0,5 0 19,-1-1 0,1 1 0,-5 0 0,0 0 0,0 0 0,0 0 28,0 0 1,4-2-31,1-2 0,1 2 41,-2-2 1,-2 3 0,3 0 0,0 1-1,1 0-33,1 0 1,-3 0-6,5 0 1,-5 0 24,5 0 0,-2 0 0,3 1 0,-1 2 0,0 1 0,0-1 74,-1-2 0,0 3 26,0 1 0,4 3-117,-4-4 0,0 0 0,0-2 0,1 1 0,0 1 0,-2-1 95,-1-2 0,4-1-114,-1 0 1,1 0 37,-1 0 1,2-5-1,-4 1 1,2 1-71,0 1 83,0-4 169,-2 5 90,4-11-228,-3 5-99,5-6 0,-2 0 0,-1-1 0,-1-4 0,1-3 0,2-4 0,1-1 0,0 0 0,0 1 0,0-3 0,0-1 0,0-2 0,0-1 0,0 0 0,0 4 0,1 0 0,2 2 0,1 1 0,-1-1 0,-1 0 0,-1 0 0,3 1 0,4 5 0,-1 7 0,-3 7 0,-1 3 0,0 0 0,1-1 0,-1 1 0,0 0-1072,1-1 1,-1 2 0,6-4 0,1 2-103,1 0 1,3-5-1,4 3 1194,3-1 0,9-2 0,3-4 0</inkml:trace>
  <inkml:trace contextRef="#ctx0" brushRef="#br0" timeOffset="5">15372 14984 8416,'-13'0'461,"0"0"0,1 2 0,5 2 0,7 5 546,7 2 1,11 2 0,3 0-1,6-1-122,8-4 0,6 2-525,15-6 1,3 1 0,6-7 0,1-2 0,4-5 0,-33 4 0,0-1-111,1 0 0,0-1 1,3 1-1,-1-1-244,-4 1 0,1-1 1,0 1-1,0 1 1,0 0-1,0 0 1,29-2-1,-9 1 1,-10 3 48,-5 2 1,-9 2-16,-3 3 0,1-1 2,0 6 1,-1-2-1,-5 3 1,1-3 0,0 0-1,-2-1 93,-2 0 0,-8-2 96,-5-4-140,-6 0 1,1 0-1,-8-1 1,-5-2-1,-4-2 109,-4 3 1,-4-4-225,-10 2 1,3-5 19,-7 5 1,-3-2 0,-7 3 0,1-1-1,-2 1 1,0 1-78,-3 2 1,-2 0 46,-5 0 1,-9-4-29,29 2 1,-1 0 0,0-1-1,-1 2 1,-33 1 0,6 0 0,8 0-1,5-2-1170,5-2 1,10 2 30,11-2-1160,6-3 0,15 1 2361,10-2 0,13-4 0,15 5 0</inkml:trace>
  <inkml:trace contextRef="#ctx0" brushRef="#br0" timeOffset="6">15733 16908 7851,'-17'-6'584,"0"-1"1,2-2-1,5 0 1,7-1 0,9 0 5641,11 2-5807,3-4 0,23 5 0,2-6 0,11 0 0,14 0 0,-29 7 0,3 1 0,4 0 1,1 1 292,4 2 1,0 0 0,3 1 0,0-1-413,4 0 0,1 0 0,3 1 0,1 0 1,2-1-1,0 0 0,-1 1 0,-1 1 0,-4 0 1,-2 0-1,-2 0 0,-2 0-195,0-1 0,-1 2 0,1 0 1,-1 2-1,1 0 0,-1 0 1,-4 0-1,-2-1-105,-6 1 0,-1 0 0,-3 1 0,-1 1 0,31 0 0,-31-1 0,0 1 0,1 2 0,0 0 0,22 6 0,-9 3 0,-9-4 73,-8-4 1,-4 1-74,-8 4 0,-3-5-23,-6 1 1,-1-6-3716,1 1 0,-18-2 2823,-13-2 0,-10 0-515,-11 0 0,-13 1 0,-9 3 0,24 0 0,-2 1 1430,-5 0 0,-1 1 0,-3 1 0,0-1 0,-4 1 0,0-1 0</inkml:trace>
  <inkml:trace contextRef="#ctx0" brushRef="#br0" timeOffset="7">15823 17230 7818,'-46'12'0,"3"-2"0,6-3 2791,7-1 0,14-2-720,21-4 0,10 0-983,20 0 0,6 0-702,15 0 0,9 1 0,-28 1 0,2-1 1,3 2-1,0 0 0,6 0 0,1 0 0,2 0 1,2 1 862,2 0 1,2-1 0,7-1 0,3-1-1812,1 1 1,1 0 0,2-1 0,-1 0 561,-3-1 0,-1 0 0,-1-3 0,-1-2 0,-3 0 0,-1-1 0,0-2 0,0 0 0,-3 1 0,-2 0 0,-7 1 0,-1 0 0,-8 2 0,-1 0 0,27 1 0,-4-3 0,0 2-127,-8 0 1,-2-1-589,-8 5 0,-6 2-1801,-6 2 0,-10-3 0,-7 4-758,-8-4 0,-13 1 3274,-14 2 0,2-3 0,0 5 0</inkml:trace>
  <inkml:trace contextRef="#ctx0" brushRef="#br0" timeOffset="8">15862 17656 7830,'2'-7'1746,"6"3"1,15 4-854,19 4 1,-8 0-1,5 1 1,7 3 0,2 1-1,6 1 1,0 0 0,3 0-1,1-2 1,1 0 0,1-1 45,2-1 1,1-2 0,-5-3 0,1-2-1,2 0 1,-1-2 0,-5-4 0,-1-1-1394,-4 0 1,0-2 0,-1-4 0,-1-1 453,0 2 0,-1 0 0,-4 1 0,-1 0 0,-1 1 0,-1 0 0,26-5 0,-14-1 0,-7 4 0,-7 3 0,-2 3-9360,-2 1 9360,1 2 0,2 4 0,0 0 0,2 0 0,3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6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21076 2697 7987,'-23'-61'1005,"6"8"1,10 17-1,8 23 1,9 24 0,5 21 3512,2 12 1,0 12-4308,-4 5 0,4 9 1,-7-32-1,-1 0 1,0 2-1,1 0 1,0 1-1,0 0 1,-1 0-1,0 1 0,1 1 1,0 0-1,0 1 1,-1 0 33,0-1 0,1 0 0,0-7 0,1-1-810,6 26 1,1-14 0,-7-8-1,-1-8 1,-3-5 0,-1-4-4566,-3-5 4164,-2-3 1,-2-5-1,-3-4 1,-6-5-1,-5-10 966,-2-8 0,-12-18 0,2-4 0</inkml:trace>
  <inkml:trace contextRef="#ctx0" brushRef="#br0" timeOffset="1">20857 2814 7987,'-13'-65'1025,"6"8"-769,3 5 1,5 6 815,8 7 0,2-1 1,13-1-1,7-2 1,6 3-1,12 2 1350,8 4 1,-23 19 0,1 0-1747,1-3 0,1 1 1,32-6-108,-5 2 0,-6 7 0,-11 5 0,-4 5 0,-3 4 1,-3 4-570,-2 5 0,-4 6 0,-5 3 0,-6 0 0,-3-1 0,-4 2 0,-4 5 0,-8 1 0,-8 3 0,-10 4 0,-6 4 0,-4 5 0,-3 2 0,-3 2 0,-6-2 0,2-3 0,2 3 0,5-3 0,3-2 0,3-3-4916,2 0 1,5-4-17,8-1 4932,4-5 0,16-12 0,3 0 0</inkml:trace>
  <inkml:trace contextRef="#ctx0" brushRef="#br0" timeOffset="2">21825 2749 7987,'20'-13'0,"0"0"2077,-3 0 1,3 0-997,6 1 1,0-3 0,0-1 0,1-2 0,5-2-1,5-2 729,4 2 0,2 1-3129,-4 7 1,0 0 350,0 4 1,-4 3 0,-3 11-1,-8 5 968,-4 5 0,-2 13 0,-5-2 0</inkml:trace>
  <inkml:trace contextRef="#ctx0" brushRef="#br0" timeOffset="3">22083 3046 14170,'-29'13'0,"5"1"0,4 2 0,6 1 0,2-1 0,5-2 0,3-2 0,5-4 0,8-3 0,8-4 0,9-1 0,8-1 0,8-5 0,6-6 0,5-6 0,5-7 0,1-6 0,-29 11 0,0-2 0,2-1 0,0 0 0</inkml:trace>
  <inkml:trace contextRef="#ctx0" brushRef="#br0" timeOffset="4">22819 2426 7987,'-9'-4'2120,"0"0"0,7 1-1009,-3 7 0,2 6 617,-1 12 1,3 6-1318,-4 16 1,4 1 0,1 7 0,0 0-1,1-1 1,4-1-738,3-2 0,5-4-1008,4-5 1,2-10 705,3-4 1,2-13-1,-3-3 1,5-9 0,3-9-1,1-8-4395,-1-6 5023,-2-9 0,-1-6 0,0-8 0</inkml:trace>
  <inkml:trace contextRef="#ctx0" brushRef="#br0" timeOffset="5">23193 2491 7987,'-6'10'1227,"-2"3"1,-2 7-671,1 7 0,3 6 0,8 7 0,3 3 794,8 5 1,3-5-513,10-5 1,-2-2-300,11-10 1,-1 0 0,5-13 0,0-6 0,-2-6-1,-1-6 1344,-2-8 1,-2-12-1307,-2-9 0,-2-3-329,-10-2 0,2-5 1,-6-4-1,-4-2 1,-3-2-1,-4 1 113,-1-1 0,-4 1-104,-2-1 0,-10-3-625,-12 4 1,-2 8-1,-6 14 1,-2 8-1,-1 8 1,0 8-2325,2 8 1,-1 7 866,6 12 1,4 5 1823,5 12 0,5 11 0,-2 3 0</inkml:trace>
  <inkml:trace contextRef="#ctx0" brushRef="#br0" timeOffset="6">9886 8273 8081,'-5'-13'1578,"3"0"-246,-4 0 1,12 6 0,3 3 0,4 2 154,4 2 1,3 0-434,6 0 0,4 0-670,0 0 0,6 0 0,-2 0 0,5 0 0,1-1 1,0-2 969,-2-1 1,-4-6-758,0 1 0,-1-2-335,-2-2 1,-6 0-1,3 1 1,-5 2-1,-2 3 1,-1 0 33,-3 0 1,-2 4-75,-2-1-222,-6 2 0,-4 2 0,-11 0 0,-4 0 0,-6 5 0,1-1 0,-3 0 0,-6-4 0,0 4 0,-1 1 0,-3-2 0,-3-2 0,-1-1 0,-1 0 0,1 0 0,-5 0 0,-1 4 0,-3 1 0,-1-1 0,-4-3 0,5 2 0,4 2 0,5-1 0,4 2 0,8-3 0,5 5 0,9-5 0,3 3 0,11-6 0,7 0 0,11 0 0,11 0 0,3 0 0,5 0 0,3 0 0,2 0 0,-2 0 0,-2 0 0,3-5 0,-4 1 0,2-4 0,-2 3 0,-7-3 0,2 3 0,0 1 0,-2 0 0,-2-1 0,-4 3 0,-7 0 0,-4 1 0,-4-2 0,-3-2 0,-8 1 0,-4 4 0,-8 0 0,-8 0 0,-4 0 0,-3 2 0,-4 0 0,-2 3 0,-3-2 0,1-2 0,-4-1 0,0 0-129,4 0 1,1 4 0,3 1 0,0-2 0,0-2 0,4-1 128,3 0 0,-3 6 0,3 1 0</inkml:trace>
  <inkml:trace contextRef="#ctx0" brushRef="#br0" timeOffset="7">13242 7589 7987,'-6'-13'3069,"1"5"2036,-4-1-3559,3 6 1,6-1-963,0 8 0,6-3 0,1 5 1,2-1-1,-1 0 0,2 1 2233,2 0-1994,1 4 0,0-3-582,0 6 1,-2-5-1,-1 0 1,-1-1-1,1-1 1,0 1-242,-2 0 0,2-3 0,-5 5 0,5-6 0,-2 1 0,0 2 0,0-2 0,2-1 0,2-2 0,1-1 0,-1-7 0,3-6 0,1-10 0,1-10 0,7-4 0,1-15 0,5-6 0,-14 25 0,1 0 0,0-1 0,2 0 0,1-2 0,3-1 0,0 0 0,1-1 0,1 0 0,0 0 0,1 2 0,0 1 0,-1 1 0,0 0 0,-1 3 0,1-1 0,-1 2 0,-1 0 0,19-24 0,-1-1 0,-5 8 0,-6 8 0,-8 2 0,-4 7 0,-1 0 0,1-2 0,3 9 0,-4-3 0,-1 3 0,-1 3 0,-1 0 0,2 4 0,-1-1 0,-3 1 0,1 6 0,-5 2-175,4-2-3513,-5 4 1904,-1 0 0,-8 6-1362,-2 0-705,3 0 3851,-5 0 0,0 6 0,-1 1 0</inkml:trace>
  <inkml:trace contextRef="#ctx0" brushRef="#br0" timeOffset="8">10067 9409 6126,'7'0'69,"-1"0"0,-6 0 0</inkml:trace>
  <inkml:trace contextRef="#ctx0" brushRef="#br0" timeOffset="9">9964 9383 8064,'-13'0'2132,"4"-1"277,1-4-2014,5 4 1,-1-5-1,8 6 1,4 0 0,4 0-1,1 0 922,0 0 1,1 0-951,3 0 1,3 2-1,6 0 1,0 3-1,0-2 1,0-1 87,-1 3 1,6-2-1,0 4 1,1-1-87,-1-4 1,1 4-279,-2-2 0,-1 1-292,5-5 1,-5 0 0,1 0 0,-3 0 0,-1 0 0,-2 0 0,-1 0 0,-3 0 0,-1 0 0,-3 0 0,-2 1 200,-1 3 0,0 4 0,0 5 0</inkml:trace>
  <inkml:trace contextRef="#ctx0" brushRef="#br0" timeOffset="10">11616 9318 7439,'1'-11'0,"4"4"0,3 5 0,5 7 0,3 0 0,3 3 0,1-3 0,3 1 0,1 4 0,2-3 0</inkml:trace>
  <inkml:trace contextRef="#ctx0" brushRef="#br0" timeOffset="11">13100 9370 7876,'0'-13'1494,"0"5"0,0-1-587,0-1 1,6 4 0,2 2-396,4 2 1,1 4-317,0 2 0,1-1 0,3 4 0,5 0 0,2 1 1,3 2 1277,4 1-1245,-4 2 0,9 0 0,-5 0 0,1-2 0,1-1 1,-3-1-1,-1 0 534,-5-2 0,-5 4-536,2-2 1,-5-3 171,1-2 0,-8-1-113,-5 1 0,-4-3-115,-4 4 1,-8-8-242,-5-1 0,-6-2 0,0 2 0,-4-4 0,-5 1 1,-1 1-142,-3 1 0,-2-1 395,-5-3 0,4-1-3,0 6 0,2-5 0,5 5 0,1 0 0,1 0 0,5-1 165,7 2 1,8 2 327,1 1-537,6 0 0,-1 6 0,8 1 0,5 1 0,4 1 1,4 1 435,4 2 0,4-1-150,1-2 0,5 1-204,4-6 0,6 5 0,2-5 0,-1-1 0,-2-2 1,-1-1-220,-1 0 0,0 0 0,-4 0 0,-2-4 0,-7 0 0,-4-6 0,-6 1 0,-5-3-1594,-4 0 0,-12 3-1154,-2 0 0,-8 6 0,-3-1 2748,-1 3 0,-1 1 0,-5 0 0</inkml:trace>
  <inkml:trace contextRef="#ctx0" brushRef="#br0" timeOffset="12">15281 8789 26054,'-11'-13'0,"1"2"0,3 4 0,1 7 0,4 6 0,4 2 0,4 1 0,-1 1 0,3 1 0,-1 2 0,1 0 0,1 0 0,0 0 0,-1 0 0,1 0 0,-1 0 0,1-1 0,0 1 0,-2 0 0,0-1 0,-1-2 0,1-2 0,0 2 0,3 0 0,1-1 0,2-6 0,0-6 0,2-8 74,2-9 1,10-11 0,10-16 0,6-12-1,-19 25 1,0-2 0,1-5 0,1-1-1,2-4 1,0-1 0,1-4 0,0 0 0,0-1-1,-1-1 1,-1 2 0,-1 0 0,-1 3-1,0 2 1,-2 2 0,0 2 0,0 2 0,0 2-1,-1 3 1,0 0 0,1 3 0,-1 1-1,18-25 1,-4 10 0,-6 9 0,-3 7 0,-2 2-1,-4 4 1,-4 2 0,-2 5 0,-2 4-75,0 5 0,-1-4 0,1 5 0</inkml:trace>
  <inkml:trace contextRef="#ctx0" brushRef="#br0" timeOffset="13">22160 13268 7881,'-40'0'2998,"6"0"0,11-6-2270,6-2 0,12-4 0,17-2 0,24-6 0,27-10 0,-20 8 0,3-1-373,7-4 1,3-3-1,-9 5 1,2-2-1,2 0 1,7-5 0,2-2-1,2-1 1,-11 7-1,2 0 1,1-1-1,1 0-44,5-3 1,1 1-1,1-1 1,1-1 0,-11 6-1,1-1 1,1-1 0,0 1-1,1 0-610,3-2 1,1 0-1,1-1 1,0 1-1,0 0 1,-1 0-1,1-1 1,-1 1-1,1-1 1,0 1 305,1 0 0,1 0 1,0 0-1,0 0 1,1-1-1,0 1 1,0-1-1,0 0 1,0 0-1,0 1 1,0 0-1,1 0 1,-1 0-1,0 0 1,1-1-1,1 1 1,-1-1-1,1 0 1,0 1-1,0-1 1,-10 5-1,1 0 1,-1 0-1,1 0 1,0 0-1,-1 0 1,11-5-1,0 0 1,-1-1-1,1 2 1,-1-1-80,0 0 0,-1 1 0,1 0 0,-1 0 0,1 0 0,0 1 1,0-1-1,0 1 0,0 0 0,-1 0 0,-4 2 0,0 0 0,-1 1 1,0-1-1,0 1 0,0-1 0,0 0 0,0 0 0,-1 1 0,1-1 20,-2 1 0,0 1 1,0-1-1,0 1 1,-1 0-1,-2 0 1,0 0-1,-1 0 0,0 1 1,0 1-21,9-3 1,-1 1 0,0 1 0,0 0 0,-2-1 0,1 0 0,-1 0 0,-2 1-148,10-6 1,-1 2 0,-1 0 0,0 2 0,1 0 0,-2 2 0,-4 0 0,-1 1 0,0 1 0,-4 2 0,1 1 0,-2 1 0,-5 1 0,-1 1 0,-2 1 0,14-4 0,-2 1-1014,-7 3 1,-1 3 0,-6 1 0,-1 3 0,27-1 0,-20 7 1231,-21 4 0,-9 0 0,-13 4 0</inkml:trace>
  <inkml:trace contextRef="#ctx0" brushRef="#br0" timeOffset="14">23232 11964 7906,'-35'-44'712,"2"8"1,0 13-1,2 17 1,-2 18 1253,0 18 0,-3 9 0,-8 11 0,17-22 0,-1 0-438,-5 3 1,-1-1 0,-4 2-1,-2 1-1451,-5 5 0,0 1 0,2-1 0,1 0 0,1 5 0,0 0 0,2 0 1,1 0-1,1 0 0,-1-1 0,2-1 0,-1-2-48,0-1 1,0-1 0,5-5 0,1-1-30,2-5 0,2 0 0,-13 21 0,14-4 0,11-7 0,13 1 0,4-4 0,10-3 0,8 2 32,10 2 0,15-1-268,10 2 0,10-1-484,-27-15 0,1 1 0,0 0 1,0 0-1,-1 1 0,1 0 1,2 1-1,0 0 0,3 0 1,2 0-1,5 1 0,2-1 720,2-1 0,2-1 0,1-1 0,1 0 0,1 0 0,1 0 0,0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7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10364 8079 8201,'-9'0'9122,"1"0"-8637,5 0 0,3-4 0,8-2 0,5-1 303,5-3 0,-3-1-552,7-2 0,-1 0 1,7 1-1,2 2 1,3 3-1,1 0 501,1 0 0,-1 4-461,5-1 1,-1 2 0,1 2 0,-2 0 0,-1 0 0,-3 0 140,-1 0 1,4 0 0,-3 0-1,1 0-18,0 0 1,5-1-125,4-3 1,5 2-233,-5-2 0,4 1 0,-3 0 0,1-1 0,-1 2 1,-4 5-44,-4 6 0,0 2 0,-4 2 0,1 2 0,2 2 0,-2-3 0,2 3 0,-1-2 0,5-2 0,0-2 0,-1-2 0,0-5 0,-4-3 0,-4-1 0,-2 0 0,2-5 0,0-4 0,0-2 0,-4-2 0,1 0 0,3 1 0,4 2 0,4 2 0,0-1 0,1 2 0,1 3 0,2 2 0,1 2 0,-3 0 0,-3 0 0,-4 0 0,-1 2 0,-3 0 0,-1 4 0,1 0 0,1 0 0,-1-3 0,-1-2 0,3-1 0,3 0 0,3 0 0,2 0 0,-2 0 0,-1 0 0,-1 0 0,0 0 0,1 0 0,-1 0 0,-5 0 0,-3 0 0,-1 0 0,1 0 0,3 0 0,3 1 0,2 2 0,-1 2 0,2-3 0,1 6 0,2-7 0,0 5 0,-2-2 0,-1 0 0,-3 1 0,-2-1 0,-2 0 0,-2 1 0,-1-5 0,0 0 0,0 0 0,-1 0 0,3 0 0,0 0 0,4 0 0,-1 0 0,1 0 0,2-5 0,-2 1 0,0 1 0,-1 2 0,3 1 0,-3 0 0,-1-2 0,-4-2 0,-1 2 0,0-2 0,-2 3 0,-2 1 0,2 0 0,2 0 0,0 0 0,3 0 0,0 0 0,2 0 0,9 0 0,-5 0 0,7 0 0,-7 0 0,2 0 0,0 0 0,-3 1 0,-2 2 0,-2 1 0,-2-1 0,-1 3 0,0 0 0,-2-1 0,-2 1 0,2 0 0,-2-2 0,3-1 0,6 6 0,-3-6 0,5 2 0,0 0 0,-1-1 0,1-1 0,0-2 0,0-1 0,1 0 0,-4-1 0,-3-4 0,-2 3 0,-4-7 0,4 5 0,-4-5 0,-1 6 0,0-1 0,0 1 0,1 0 0,2-1 0,1 1 0,2 0 0,0-1 0,1 2 0,3-2 0,-4 3 0,1 1 0,-4 0 0,-2-2 0,1-1 0,-1-1 0,-5 0 0,3 4 0,-6-2 0,0-1 0,0-1 0,-6-6 0,3 3 0,-6-6 0,-1 0 0,0 2 0,0-1-1619,1-1 1,0 3-586,-4-7 0,-4 3 2204,0 1 0,-6-6 0,2-1 0</inkml:trace>
  <inkml:trace contextRef="#ctx0" brushRef="#br0" timeOffset="1">15462 6660 8113,'-11'-13'264,"0"1"1,4 2 660,2 2 0,2 3 0,8-3 0,7-2 0,7-2 0,4-2 1138,4-3 0,9-3 0,2-9 0,10-5-1297,6-9 1,-27 16-1,-1-2-599,2-3 0,0-1 0,1-2 1,-1 0-1,1-3 0,-2 0 0,1 1 1,-1 1-1,-1 2 0,0 0 1,-2 4-1,0 0 0,21-22 0,-4 8-452,-3 4 1,-8 7-1,-2 4 1,-3 6-2155,-4 6 1,-5 8-1,1 4 169,-2-1 0,-4 6 1498,-2 0 1,-2 6 771,-3 7 0,-2 5 0,3 2 0</inkml:trace>
  <inkml:trace contextRef="#ctx0" brushRef="#br0" timeOffset="2">15578 6156 8056,'-26'0'260,"1"0"0,0 2 0,4 2 367,3 5 1,0 8 0,1 6 0,1 6-1,1 5 1,3 5 1605,-1 4 1,5-3-1294,4 3 1,-2 1-437,2-1 0,0-1 0,4-8 0,0-3 0,0-6 0,1-5 156,4-7 0,2-6 1,6-7-1,1 0-247,3 0 1,3-7-182,6-6 1,4-1-1437,0-7 0,8-1 1,-1-2-1,4 1 1,1 3-1,0 1 1204,1 3 0,-3 2 0,4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8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27065 671 8074,'-6'-19'703,"5"5"0,-4-3 0,4 3 1,1 1-1,0 0 3173,0 0-3251,0 6 0,1 1 1,2 7-1,2 4 0,-1 3 1,0 5-1,2 3 0,0 3 510,-1 1 0,4-3 0,-5 4 0,1 2-797,0 2 0,-2-4 1,4 1-1,-1-1 321,-3-1 0,3 3-213,-2-5 1,5 3-431,-5-4 1,0 5-1,-2-4 1,1 2-1,1 2 1,-1-1-17,-2 1 0,3 0 0,1 3 0,-1 1 0,-4 0 0,0 1 0,0 2 0,0 4 0,0 3 0,0 5 0,0 4 0,0 2 0,0 5 0,0-1 0,0 1 0,0 4 0,0 0 0,0 0 0,0 1 0,0 5 0,0 5 0,0 5 0,0-34 0,0 0 0,2 35 0,2-4 0,-3-3-200,4-2 0,-4 1 200,-1-1 0,0 0 0,0-3 0,1-2 0,2 0 0,2-2 0,-3 1 0,0-3 0,-2-3 0,0 0 0,0-1 0,-2 5 0,0-1 0,-3-4 0,2-3 0,2-4 0,1-2 0,0 1 0,0-5 0,0-3 0,0-2 0,0-6 0,0 3 0,0 2 0,0-2 0,0 4 0,0-4 0,0-1 0,0 0 0,0-2 0,0-1 0,0 1 0,0-10 0,0 5 66,0-5 1,-1 0 0,-2-4-1,-2 0 1,3 0 0,0 0-67,2 0 0,0-5 0,0 1-493,0-6 0,2 1-1583,2-8 1,4-5 0,10-9 2075,3-8 0,15-12 0,4-7 0</inkml:trace>
  <inkml:trace contextRef="#ctx0" brushRef="#br0" timeOffset="1">27388 3936 7994,'-9'-4'367,"0"-2"2172,-1-1-2045,-1 4 0,2-2 0,2 6 1,0 2-1,1 3 2568,0 1-541,2 1-1722,4 5 0,2-1 1,2-4 468,5-3-995,2-4 1,2 4 69,0-1 0,0 0 1,0-4-1,0 0 1,-1 2-1,1 0 826,0 3 0,6-1-616,2-4 0,9 0-553,5 0 0,9 0 0,8 0 0,8 0 0,6-1 0,4-4 0,2-3 0,-35 2 0,1-1 0,3-1 0,1 0 0,1-1 0,1 1 0,1 0 0,-1 0 0,2-1 0,0 1 0,-5 0 0,-2 1 0,0 2 0,-2 0 0,34-2 0,-7-1 0,-4 3 0,-2 2 0,-1 2 0,2 1 0,5 0 0,-2 0 0,-6 0 0,-1 0 0,-12 0 0,0 0 0,1 0 0,2 4 0,7 1 0,2-2 0,0-2 0,1-1 0,-3 1 0,-1 2 0,-5 2 0,2-1 0,-12-4 0,6 0 0,3 0 0,3 0 0,1 0 0,2-2 0,0 0 0,-1-3 0,-1 2 0,-2 2 0,-7 1 0,-5 0 0,-6 0 0,-1 0 0,1 0 0,6 0 0,4 0 0,3 0 0,-1 0 0,-1 0 0,1 0 0,1 0 0,-3 0 0,-4 0 0,-6-1 0,-3-2 0,-1-3 0,0 0 0,0-1 0,-1 1 0,1 1 0,0 0 0,0 1 0,0 0 0,-2 1 0,-1 1 0,-1 2 0,-2 0 0,1 0 0,4 0 0,-4 0 0,-1 0 0,2 0 0,1 0 0,1 0 0,0 0 0,-2 0 0,2 2 0,-2 1 0,2 1 0,2-1 0,0-2 0,0-1 0,4 5 0,0-1 0,6 0 0,-2-4 0,3 0 0,2 0 0,0 0 0,-1 0 0,1 0 0,0 0 0,-6 0 0,-3 0 0,-8 0 0,-4 0 0,-1 0 0,1 0 0,-3 0 0,-6 0 0,-3-1 0,-6-4 0,0 4 0,0-6 0,0 2 0,-2 3-533,-2-7 1,-3 6-3609,-6-1 1,0 2 833,0 2 3307,0-5 0,-5 3 0,-3-3 0</inkml:trace>
  <inkml:trace contextRef="#ctx0" brushRef="#br0" timeOffset="2">27710 697 7858,'-7'-1'1214,"1"-2"0,2-3 2454,0-1-3247,-1 4 0,7-3 0,2 8 0,6 2 0,5 4 1,2 5-1,0 5 1121,2 3 0,-1 8-1249,4 1 0,2 1 1,-2 0-1,2 3 1,2 3-1,1 2 390,3 0 0,-3 1 0,5 1 0,0 2 336,2-1 0,3 4-100,2 1 0,1-1-867,3 1 1,2 4 0,3 0 0,-2-3 0,-1-4 0,-5-1-53,-4-1 0,0-2 0,-6-1 0,0-1 0,-4 1 0,1 0 0,3 1 0,4 1 0,5 4 0,3-1 0,1 1 0,4-4 0,-4-6 0,4 2 0,-4-2 0,-4 0 0,-6 1 0,-1-3 0,-2 0 0,1-1 0,4-1 0,2 5 0,2-1 0,1 0 0,3 0 0,-4 1 0,1-6 0,-4 0 0,-2 0 0,-2 0 0,-7-1 0,0-2 0,-8-1 0,0 0 0,2 0 0,-5-1 0,3 1 0,2 0 0,-2 0 0,2-2 0,-3-1 0,2-1 0,2 1 0,3 1 0,2 2 0,-5-6 0,-3-3 0,2-3 0,-2-1 0,0 0 0,-4-1 0,-2-2 0,0-3 0,-3-1 0,-4 2 0,5-3 0,-6-1 0,8 0 0,-2 0 0,-3 1 0,-1 0 0,-6-3-1714,-3 2 0,1-4 1714,-6-4 0,6-3 0,-2-6 0</inkml:trace>
  <inkml:trace contextRef="#ctx0" brushRef="#br0" timeOffset="3">27839 3330 7798,'-13'0'384,"1"0"0,-1 1 0,0 2 0,0 1 1972,0-1-1089,0 5 0,7-8 553,6 0 1,2-2-1252,6-7 1,-1 5 0,3-4 0,-1-2 0,1-2 0,2-1 1164,1 0 0,1-4-737,3 0 0,-3-2-677,4 2 1,2-3 0,1-6 0,2-1 0,0-2 0,0-4-321,4-4 0,5 0 0,7-11 0,6 0-31,-19 20 1,0 0 0,5-2 0,1 1 0,4-4 0,1 0 0,1-2 0,0 0 0,1-4 0,-2 0 0,1-2 0,-1-1 30,0 0 0,-1-1 0,0-1 0,1 1-298,1 2 1,2 0 0,2-2 0,2 0 297,-1 2 0,0 0 0,0-2 0,0-1 0,-5 1 0,0 0 0,0-1 0,0 0 0,0 1 0,1 0 0,1 3 0,0 1 0,0 4 0,-1 0 0,1 2 0,-1 2 0,-6 3 0,-1 0 0,-1-1 0,-2 0 0,-5-1 0,-1 0 0,2 1 0,-1 1 0,21-21 0,-1 5 0,2 5 0,-2 3 0,1 3 0,1-3 0,-8 6 0,-2 0 0,-10 4 0,-4 0 0,-2 0 0,-2 1 0,-2 0 0,-2 4 0,-1 4 0,-1-2 0,-4 2 0,2 4 159,-5 4 0,3 5-159,-3-5 1232,-1 6-1232,-4-2 0,0 3 0,0-2 0,0 3 0,-1-7 0,-4 4 0,4 1 0,-5-4-2979,0 1-768,5 2 2205,-5 4 1542,6 0 0,-6 0 0,-1 0 0</inkml:trace>
  <inkml:trace contextRef="#ctx0" brushRef="#br0" timeOffset="4">25903 723 8002,'-5'-46'750,"3"7"1,-2 9 0,2 4-1,2 5 1,2 5 1118,2 6 0,3 4 0,6 8 0,0 3-1006,0 8 0,6 6 1,1 8-1,1 5 0,1 5 1,1 7 1040,1 7 1,-2-3-1680,-1 8 1,-1-4-226,2-5 0,1 2 0,-6-6 0,-1 0 0,-3-1 0,-3-4 0,-2-5 0,-5 0 0,1-3 0,-2 1-1854,-2 0 0,0-8-30,0 3 0,-4-5-64,-1 1 0,-3-3 1948,3-7 0,-5-4 0,3-3 0</inkml:trace>
  <inkml:trace contextRef="#ctx0" brushRef="#br0" timeOffset="5">25787 749 7965,'-18'-58'0,"8"11"0,-2 2 0,6 11 4117,8 8-3370,3 9 0,10-3 1,2 4-1,5-2 0,2-3 1,3-2-1,3 1 1032,5 0 1,8 3-1227,4 6 0,5 1 0,2-1 1,2 1-1,-3 4 0,-6 3 705,-8 4 0,-2 1-276,-6 0 0,-6 1-982,-3 4 0,-8 2 0,1 6 0,-7 0 0,-2 1 0,-3 2 0,-2 1 0,-2 2 0,-3-2 0,-9 1 0,-9 4 0,-2 7 0,-2-5 0,-1 0 0,-2-1 0,-3 0 0,-1 2 0,-4 0 0,-2 1 0,-2-4-1303,6-1 1,4-4 0,1 5-1,5 1 1303,8 1 0,0 2 0,10 0 0</inkml:trace>
  <inkml:trace contextRef="#ctx0" brushRef="#br0" timeOffset="6">32370 4182 7849,'-19'-39'974,"-1"7"1,-6 8 0,0 10 0,-1 9 0,-2 8 2665,-1 6 1,-10 10-3006,1 6 0,-2 3 0,2 7 1,2 4-1,2 4 0,7 5 1,5 3-1,7 5 261,6 3 0,4-6 0,8 0 1,2-6-897,4-2 0,10-4 0,3-6 0,5-5 0,4-9 0,4-8 0,9-8 0,3-4 0,2-2 0,-1-4 0,2-3 0,-5-14 0,-1-4 0,0-8 0,-4 0 0,-5-5 0,-12-3 0,-5-1 0,-3 2 0,-2 0 0,-3 3 0,-4-1 0,-5 0 0,-1 5-149,-3-1 0,-8 8 0,-5 1 1,0 8-1,-1 5 0,0 4-3434,-2 5 1,4 4-1862,-1 4 5444,-3 9 0,0 13 0,-6 7 0</inkml:trace>
  <inkml:trace contextRef="#ctx0" brushRef="#br0" timeOffset="7">32305 4556 7912,'6'-13'2713,"-3"2"0,5 1 1,4 1 6481,3-1-9110,0 4 0,8 0 0,-5 6 0,2 0 0,3 2 0,0 2 0,0 6 0,-1 7 0,-1 8 0,1 5 0,-2 3 0,-1 3 0,-2 1 0,0 0 0,0-2 0,-1-5 0,-2-3 0,1-1 0,0-2 0,3-2 0,-1-5 0,0-4 0,0-4 0,0-5 0,1-3 0,-1-1 1,0 0-1,0-1 0,0-3 0,-1-5 0,-3-3 0,-3-2 0,-3-2-85,-1-1 0,-2 0 0,-4 4 0</inkml:trace>
  <inkml:trace contextRef="#ctx0" brushRef="#br0" timeOffset="8">30240 2891 7868,'0'-13'4915,"0"0"0,1 13-2753,4 9 1,-2 8-1,5 10 1,2 3-1068,2 5 0,-4 6-1119,1 2 1,-1 0 0,4-4 0,-2 0 0,-1 0 0,-1-2-1043,-1-3 0,3-2 1,-5-6-1,-1-2-474,2-2 1,-5-4-1706,3-5 1,-2 0 3244,-2 0 0,-6-6 0,-1-1 0</inkml:trace>
  <inkml:trace contextRef="#ctx0" brushRef="#br0" timeOffset="9">30111 3046 7804,'0'-34'597,"0"1"1,1 2 1620,4 7 1,3 5 0,9 9-1,6 3-270,6 1 1,0 2-953,5 4 0,5 6-533,4 2 1,6 4 0,-3 2 0,-1 2 0,-2 1 0,-4 0 599,-4 2 0,-10-3-1063,-7 5 0,-5-3 0,-5 3 0,-2 1 0,-6 3 0,-2 1 0,-2 0 0,-6 0 0,-6 0 0,-5 0 0,-9-1 0,-3-3 0,-6-1 0,0-1 0,1 3 0,-1-3 0,2-2 0,2-5 0,5-3 0,3-6-1389,1 5 0,2-7 1389,2 3 0,9-15 0,7-5 0</inkml:trace>
  <inkml:trace contextRef="#ctx0" brushRef="#br0" timeOffset="10">30924 516 7948,'-13'-7'1220,"0"1"1,-1 6 0,-3 0 0,-5 3-1,-2 4 687,-2 6 0,-4 9-1245,0-1 0,-6 4 1,1 2-1,0 2 1,0 1-1,5-2 1,4-2-1,6-4 21,7-5 0,6 2 1,10-4-1,6-2-133,8-3 1,11-3-133,7 2 0,2 1-279,2-6 1,0 5-1,-2-3 1,-3 1-1,-2 2 1,-2-1-140,0 1 0,-6-1 0,-6 5 0,-5 0 0,-5 0 0,-2 1 0,-6 4 0,-7-3 0,-6 7 0,-6-1 0,-8 5 0,-2-1 0,-2-2 0,-1-3 0,1-2 0,-1-1 0,2-4 0,3-1-672,-3-4 0,2 3 0,3-6 0,-1 2 672,0 3 0,0 2 0,0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79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FF8000"/>
    </inkml:brush>
    <inkml:brush xml:id="br2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21980 11151 8100,'-29'0'9,"3"0"0,3 0 0,3 0 0,2 0 0,0 0 1,1-1-1,1-4 0,2-3-229,1-4 0,0 0 1,0-1-1,0-2 0,1-1 1,-1-2 60,0-2 1,0 3-1,0-4 1,0 1 440,0 0-158,0 5 1,-4-4 0,0 6 0,1 0 0,2 0 0,1 0 1460,0 0-1150,0 6 1,0-3 0,0 6 0,2 0 2431,2-2 386,-2 4-2432,3-3 0,3 5-456,5 0 1,1 4-14,8 0 1,4 6-1,5-1 1,4 4 0,5 3-1,6 2 369,4 2 1,6 2-1,2 4 1,-1 1-181,1 3 1,5 3 0,3 7-1,-23-19 1,2 0-70,1 0 0,1 1 0,3 2 1,1 2-732,-2 0 1,1 0 0,2 0-1,1 1 259,-2 3 0,1 0 0,0-3 0,-1 0 0,-4 1 0,-2 0 0,-1-1 0,0-1 0,0 1 0,0-1 0,-1 2 0,1-1 0,2 1 0,0 0 0,5 2 0,-1 0 0,-2-1 0,0-1 0,-2 1 0,-1 0-166,-2-1 0,0 1 0,-2 1 0,0 0 166,-3-2 0,2 0 0,3 3 0,1-1 0,1-2 0,1-1 0,1 2 0,1-2 0,-2 0 0,1-1 0,0 1 0,-1 1 0,-1 1 0,-1 1 0,-1 0 0,-2 0-29,-1 1 1,-1 0-1,0-1 1,0 0 0,0-4-1,1-1 1,1 1 0,1 0 28,3 0 0,0 0 0,-1-1 0,0 0 0,-1-1 0,0-1 0,26 20 0,-13-8 0,-5 1 0,-8-6 0,-4-2 0,-4-2 0,-1-4 0,-3-5 0,4-3 0,-5-2 0,-1-2 0,-2-2 0,0 1 466,4 4 1,-8-5-467,3 1 0,-3-5 0,1 5 0,-1 1 0,-1 0 0,-1 0 359,-1-1 1,5-5-360,-3 5-2549,-4-7 0,0-3 2549,-10-12 0,-8-17 0,-7-10 0</inkml:trace>
  <inkml:trace contextRef="#ctx0" brushRef="#br0" timeOffset="1">24535 11435 7953,'0'-13'3281,"0"5"-1748,0-1-1014,0 6 1,5-1 0,-1 8 0,0 3 0,0 2 0,2-2 0,0 0 0,-2 0 0,-5 2 0,-6-2 0,-5-1 1430,-1 0 0,5-3 1,-1 5-2044,-1 2 0,3-3 0,0 2-521,1 1 1,-3-3-371,5 2 793,0-6 1,8-3 128,0-9 1,5-2 267,-5-2 1,2 0 0,-3-2 0,1 0 0,-1-3 0,-2 3 629,-1 0 0,0-2 1248,0 0-1618,-5 0 0,-2 4 0,-6 1 0,0 4 1,0 3-467,0 4 0,4 1 0,1 0 0,5 6 0,-3 1 0,6 6 0,0 0 0,0 0 0,2-2 0,2-2 0,3 1 0,6-6 0,0-1 0,0-2 0,0-1 0,0 0 0,-1 0 0,1-5 0,0-4 0,-1-4 0,-2-4 0,-3-5 0,-1-2 0,-2-2 0,-4 0 0,0 2 0,0 2 0,-1 0 0,-4 4 0,-3 3 0,-4 0 0,-1 8 0,0 3 0,0 4 0,1 4 0,-6 5 0,1 8 0,3 6 0,2 4 0,5 5 0,1 1 0,2-3 0,4 4 0,0-5 0,0 1 0,6-9 0,1-3 0,2-4 0,1-1 0,3-2 0,2-2 0,3-5 0,-6-7 0,3-4 0,2-4 0,-4-1 0,1-11 0,-4-4 0,0-6 0,-4-1 0,-2-5 0,-2 7 0,-2-6 0,-2 8 0,-2-1 0,-5 4 0,-2 3 0,-3 2 0,-4 5 0,4 9 0,-3 3 0,1 5 0,-1 5 0,3 7 0,-4 10 0,5 4 0,5 4 0,-2 3 0,6 4 0,1-2 0,1-5 0,8 0 0,3-3 0,2-4 0,2-3 0,1-3 0,2-5 0,1-4 0,-1-3 0,-2-4 0,-1-1 0,0-6 0,0-2 0,0-8 0,0-3 0,-2-1 0,-1-3 0,-2-1 0,-3-2 0,0 5 0,-5 1 0,0 1-8382,0 3 8382,0 7 0,0 4 0,0 5 0</inkml:trace>
  <inkml:trace contextRef="#ctx0" brushRef="#br0" timeOffset="2">23154 12093 8082,'-5'-13'3332,"-3"-4"1,-5 0-1310,1 1 1,0 9 0,2 7-664,1 7 0,7 6-764,-3 4 1,2-2 0,1 2 0,-3-3 0,2 1 0,2 0 0,1 3-120,0-3 1,0 0-478,0-2 0,0-6 0,6-1 0,2-8 0,4-4 0,1-7 0,-5-1 0,-1-6 0,-1 0 0,-3 0 0,-2 3 0,-1-5 0,0 6 0,0-1 0,-5 4 0,-4 5 0,-2 3 0,-1 5 0,4 5 0,-4 3 0,3 10 0,4 0 0,0 4 0,0 2 0,0-2 0,3 0 0,2 1 0,4-2 0,4-3 0,4-5 0,1-4 0,0-6 0,0 1 0,0-3 0,-1-4 0,1-4 0,0-7 0,0-5 0,0-4 0,-6 0 0,-2 0 0,-4 2 0,-1-2 0,0 4 0,0 2 0,-1 3 0,-4 1 0,-2 6 0,-6 2 0,0 4 0,0 7 0,0 2 0,5 8 0,-1 1 0,6 5 0,-2-5 0,0 0 0,1 0 0,1 2-2458,2 1 1,6-3 2457,4 5 0,8-1 0,3 5 0</inkml:trace>
  <inkml:trace contextRef="#ctx0" brushRef="#br0" timeOffset="3">4324 13745 8586,'0'9'9830,"0"0"-9211,5-6 0,3 2 0,3-3 1,-1 1-1,0 1 0,3-1-260,3-2 1,7 1-1,-3 0 1,3 3 50,3-2 0,-3-2-284,7-1 0,1 1 0,1 2 1,-1 2-1,2-2 0,-1-2 368,-1-1-438,5 0 1,-9 0 0,5 0 0,-2 0 0,2 0 0,-1 0 0,2 0-91,0 0 1,-3 0 73,5 0 1,-1 0-10,5 0 0,0 0 0,-2 0 1,-3 1-1,-4 2 0,-2 3 136,-3 1 0,0-3 0,-2 4 1,-3-1 179,-1 0 1,3 2 0,-1 2 0,0-1-255,1-1 0,-1-1 0,5 5 0,1 0-93,3 0 0,-1 0 0,4 0 0,0-2 0,0-2 0,0 1 0,1-6 0,2 5 0,-6-5 0,0 0 0,-4-4 0,1 0 0,2 0 0,3 0 0,1 0 0,-3 0 0,4 0 0,1 0 0,3 0 0,1 0 0,0 0 0,-1 0 0,1 0 0,0 0 0,0 0 0,-6 0 0,-3 0 0,-2 0 0,3 0 0,-3-1 0,7-2 0,0-1 0,3 1 0,2 2 0,1 1 0,4 0 0,1 0 0,-5 0 0,2 0 0,-4 0 0,-4 0 0,0 0 0,-4 1 0,-3 2 0,-1 1 0,5 2 0,2-3 0,4 1 0,0-1 0,-3 3 0,-1-2 0,1 0 0,3-4 0,4 0 0,-3 0 0,-5 0 0,-2 0 0,-4-1 0,-3-3 0,1 2 0,-5-2 0,3 2 0,2 2 0,0-4 0,0 0 0,0 1 0,0 1 0,-1 1 0,1-3 0,0 2 0,0-2 0,0 1 0,-1-1 0,-5 2 0,-2-2 0,-4 3 0,-1 1 0,0-5 0,0 1 0,0 0 0,0 4 0,-2-2 0,-4-1 0,-5-2 0,-7-2 0,-2-4 0,4 0 0,-2-2 0</inkml:trace>
  <inkml:trace contextRef="#ctx0" brushRef="#br0" timeOffset="4">10067 13900 17327,'13'0'417,"0"0"1,0 0 0,0 0 0,1 2 0,2 1 139,1 1 1,2 0 0,-4-2-1,4 1-266,1 1 0,-3 2 0,5-4 0,-1 3 1,1-2-1,-2-1 19,-1 3 0,4-4 1,-2 3-1,5-2-153,4-2 1,-1 0 0,5 0 0,3-2 207,5-2 1,0 3-153,5-4 0,-6 4-60,2 1 1,-2 0 0,-1 0 0,0 0 0,0 1 0,-3 2 117,1 2 1,-1 3 0,3-2 0,2 0-153,1-1 1,0 4-120,-5-5 0,1 2 0,0-2 0,-2-2 0,-1 4 0,-3-2 0,-1 2 0,-2-1 0,1 1 0,2 3 0,6-4 0,0 1 0,-1 0 0,7 2 0,1-2 0,0 0 0,-3 0 0,1-2 0,-1-4 0,-3 0 0,-1 0 0,-7 0 0,6 0 0,0 0 0,-1 0 0,3 0 0,3 0 0,-3-4 0,5-1 0,-2 3 0,0 0 0,-3 2 0,-4 0 0,0 0 0,-5 0 0,-1 4 0,-1 2 0,4 1 0,4 3 0,-1-2 0,7 0 0,-1-4 0,1 5 0,-2-5 0,5 3 0,-3-1 0,-6-3 0,-5-1 0,-5-2 0,0 0 0,1 0 0,-1 0 0,-3 0 0,-1-5 0,3 1 0,1 0 0,3-2 0,-2 4 0,2-2 0,-3-2 0,-1 2 0,0 0 0,-1 2 0,0 0 0,-2-3 0,-3 1 0,-1-2 0,-2 3 0,-4-5 0,0-2 0,-5 2 0,-1 0-707,-1-2 0,-2-2 0,-4-1 707,0 1 0,0-1 0,0 0 0</inkml:trace>
  <inkml:trace contextRef="#ctx0" brushRef="#br1" timeOffset="5">26523 8467 8135,'-7'-6'589,"-5"0"1,4-2-1,-4 5 1,-1 6-1,0 5 217,0 4 0,1 1 0,-1-1 0,0 1 0,1 0 0,2 0-71,2 0 0,-1 0 0,-4 0 0,2 0 171,2 0 0,-2 0-502,2 0 1,-1-1 0,0 1-1,1 0 1,-1 0 0,-1 0 148,-2 0 1,0-4 0,-1-1 0,-2 2 221,-1 2 0,-6 1-408,1 0 1,-2-1-190,-2 1 1,-6 2 0,-2 0 0,-3 3 0,-2-1 0,0 0-179,1 0 0,-1 2 0,0-2 0,6-3 0,3 4 0,-2 0 0,1 0 0,-2-1 0,-3 0 0,-3 2 0,-4 1 0,2 1 0,-7 5 0,5 0 0,-4 0 0,1-1 0,-1 1 0,4 0 0,1 1 0,-2 2 0,-8 1 0,-1 0 0,-7-4 0,0 0 0,1 0 0,1-1-131,7 1 0,9 0 131,4 0 0,2 0 0,-3 1 0,-3 2 0,-3 2 0,-7 1-4,-1-1 1,0 4-1,0-4 1,-2 2 3,-1 3 0,5-3 0,3 1 0,1-1 0,-5 2 0,-4 2 0,1-4 0,0 2 0,2-1 0,3 2 0,2 1 0,4 2 0,5 0 0,1-2 0,-1-3 0,-6 4 0,-2-4 0,-7 2 0,-2-2 0,-5 2 0,5-4 0,2-1 0,2 2 0,5 0 0,4 3 0,-3-3 0,-1 1 0,-5-1 43,-4 2 1,-1 5-1,-3-6 1,5-1 0,6-1-1,6-2-43,3-1 0,-1 2 0,2-1 0,-8 1 2,4-6 1,-10 7-1,-5 2 1,1 4-1,-1 0 1,5 0-3,5-4 0,3 3 0,6-2 0,-4 1 0,0-2 0,-5-2 0,0-7 0,0 1 0,-1 0 0,3 0 0,1 0 0,4-2 0,6-1 0,5-2 0,3 2 0,1 0 0,0-1 0,5 2 0,-1-2 0,1 1 0,-6 0 0,-2-3 0,-1 0 0,0-2 0,-2 1 0,4-2 0,-7-4 0,11 0 0,-2 0 0,7-2 0,-1-1 0,2-2 0,2-3 0,1-2 0,8-1 0,0-2 0,3 0 0,2-2 0,-1-2 0,6-5 0,9-2 0,6-3 0,8-4 0,14-7 0,1-8 0</inkml:trace>
  <inkml:trace contextRef="#ctx0" brushRef="#br2" timeOffset="6">24084 1084 8002,'0'-13'1922,"0"5"0,0 9 0,0 18 1,1 15 775,3 12 0,-2 14-2496,2 5 1,-3-28 0,-1 0-1,1 1 1,-2-1 0,1 1 0,0 0-1,0 32 1,0-8 0,0-9 0,0-7-1699,0-6 1,0-10-32,0-13 0,0-2 1527,0-2 0,0-12 0,0-2 0</inkml:trace>
  <inkml:trace contextRef="#ctx0" brushRef="#br2" timeOffset="7">23735 1200 9688,'-26'-18'1547,"5"-1"1,2-2 0,3 3 517,5 4 0,8 7 1,3 2-1119,7 4 0,10 1 0,8 0 0,9 0-168,13 0 1,11 0-4,11 0 0,-2 1-673,-31 1 1,1 1 0,1 0 0,0 1-1,2 2 1,-1 1 0,0 0 0,0 0-1,-1 1 1,1 1 0,-1 2 0,0 1-104,-2 2 0,0 1 0,28 18 0,-9 6 0,-14-1 0,-12 1 0,-15 1 0,-9 3 0,-17 2 0,-9 2 0,-14 3 0,-16-4 0,19-22 0,-1 0 0,-4 0 0,-2 0 0,-2 2 0,-1 0 0,-1 1 0,0 0 0,0 1 0,1 0 0,5-2 0,0 0 0,0-1 0,-1 0-250,-1-1 1,-1-1 0,5 0 0,0-2 249,0-4 0,1 0 0,-25 13-1180,12-8 0,11-4 0,16-6 1180,14-4 0,15-6 0,17-7 0,8 1 0</inkml:trace>
  <inkml:trace contextRef="#ctx0" brushRef="#br2" timeOffset="8">25374 1071 8187,'0'-13'458,"0"0"1,0 1 0,0-1 0,0 0 2576,0 0-1125,-6 6-81,5 1-1034,-5 6-273,12 0-760,-5 0 0,11 0 1,-3-2-422,2-2 1,-2 3-1,-1-4-416,2 4 0,-3-3 308,2-1 1,-5 0 766,5 0 0,0 4 0,3-5 0</inkml:trace>
  <inkml:trace contextRef="#ctx0" brushRef="#br2" timeOffset="9">25452 1033 8057,'-13'-9'20,"0"0"0,0-1 0,0-1 1909,0-2-1349,6 0 0,1 4 1,8 2-1,2 1 0,5 5 1,2 5 553,2 9 0,-2 7 0,-1 10 0,-1 6-422,1 6 1,0 7-1,0 9 1,-3 8-449,-1 5 0,-3-34 0,-2 0 0,0 3 0,-2-1 1,1-1-1,0 0-16,0 30 0,0-10 1,-1-10-1,-2-7-111,-1-5 0,-6-10 0,1-9 0,-2-4-298,-2-4 1,-2-4 0,0-5 0,-4-1-230,-1-3 0,3-4 0,-3-4 1,0-3 35,-1-2 1,4-3 0,-3-6 0,2 0 33,2 0 1,-3 1 0,2-1 0,3 1 729,4 4 1,2 4 88,4 8 1,4 15-1,0 13 1,7 8 142,5 7 1,6 9 0,2 3 0,2 0-278,-1-3 0,1-9 0,5-3 1,2-6-54,1-3 1,2-9 0,-4-9 0,4-4-139,1-4 0,1-13 1,3-11-1,-2-3-359,-5-5 0,2 3 0,-2-1 0,-2-1-2107,0 2 0,-7 2 1,1 3 2291,1-2 0,1-3 0,2-5 0</inkml:trace>
  <inkml:trace contextRef="#ctx0" brushRef="#br2" timeOffset="10">29711 1033 7969,'-6'-31'987,"-4"3"1,-4 5-1,-5 8 1,-2 13 393,-7 9 1,-6 7 0,-13 12 0,-9 1-579,-6 3 0,-3 2-569,1 2 0,5 4 0,7-6 0,11 1 0,14-4 0,9-4 212,11-4 1,4-4-120,3 5 0,8-6-48,4 1 1,9 1 0,10 0 0,8-3 0,8 0 0,6-2 663,3 0 1,4-5 0,-4 1 0,-3 1-641,-4 1 1,-10 1-1,-11-2 1,-6-2-304,-9 2 0,-7 2 0,-12 1 0,-7 0 0,-11 0 0,-12 0 0,-7-1 0,-9 1 0,-5-4 0,-8 0 0,1 1 0,-1 1 0,3-4 0,5-1 0,8-2-1588,8 1 0,1-1 0,11-4 1,6 1 1587,9 4 0,6 2 0,8 6 0</inkml:trace>
  <inkml:trace contextRef="#ctx0" brushRef="#br2" timeOffset="11">25503 1717 7979,'0'-18'261,"0"0"0,0-1 1,-1-1-1,-2 1 0,-3 1 1,-1 2 666,-3 2 1,-7 1 0,-5 0 0,-2 1 0,-2 4 0,-1 3 455,-3 4 1,1 2 0,-4 5 0,2 8 1703,2 11-2596,-4 12 1,6 15 0,-4 8 0,6 3 0,3 2 0,6-1 0,6-2-125,6-6 1,4-3-1,6-16 1,5-10-369,5-11 0,8-10 0,1-10 0,3-6 0,1-6 0,-2-16 0,1-12 0,0-11 0,2-9 0,-12 28 0,-1-1 0,-2-3 0,-1 1 0,-1 0 0,-1 0 0,1-1 0,-3 0 0,-2 0 0,-1 0 0,0-5 0,-1-1 0,-3 0 0,-1-1-63,-1 1 0,0 0 0,-1 2 0,0 1 0,-2-27 1,-2 9-161,-5 13 0,-2 23 0,-2 15 484,0 14 1,4 17-1,2 14 1,2 8-262,2 9 0,-3 11 0,4-27 0,0 1 0,-1 2 0,1 1 0,2 3 0,0 0 0,0-5 0,0 0 0,0 2 0,0-1 0,0 30 0,2-10 0,2-5 0,5-2 0,8-16 0,4-6 0,4-17-30,1-5 0,4-5 1,0-3-1,-1-1 1,-2-4-1,-1-3 0,-1-5 1,3-3-1,-1-1 1,0 1-1,-4 2 1,-1 1-1,-4 0 0,1 0 1,-3 0-1,-2 0 1,-3 0-1,0 0 0,-4 1 1,0-3-1,-1-1 1,-1-1-1,-2 0 1,-1 0-1,-2 0 0,0 1 1,-2 3-1,-2 3 1,-5 3-1,-2 1 0,-2 3 1,1 3-1,2 4 1,2 6-1,-2 6 1,0 6-1,1 2 0,3 3 1,2 2-1,0 1 326,1-1 0,3-3 0,6-3 0,7-3-296,7-2 0,5-2 0,6-7 0,3-4 0,9-5 0,3-7 0,6-6 0,-2-7 0,-4-4 0,-8-2 0,-6 0 0,-6 0 0,-5 1 0,-4 0 0,-8 4 0,-3 1 0,-6 4 0,-2-1 0,-2 2 0,-5 5 0,-2 5 0,-2 5 0,0 0 0,0 0 0,0 4 0,0 2 0,0 1 0,1 3 0,-1 1 0,0 2 0,0 0 0,0 0 0,1 1 0,4 4 0,-2-3 0,6 5 0,1-1 0,1-2 0,2 2 0,0 2 0,7 0 0,6 0 0,6-4-260,7 5 1,5-6-1,4-1 1,2-3-1,2-5 1,-1-1-1836,1-3 0,6-2 0,2-2 2095,3-4 0,13-8 0,3-7 0</inkml:trace>
  <inkml:trace contextRef="#ctx0" brushRef="#br2" timeOffset="12">30472 1355 8083,'9'-6'151,"-1"-2"0,3-4 0,0-1 1139,2 1 1,-7 4-741,-6 4 1,-10 3 115,-8 1 0,-5 5 1,2 4-1,-3 2 1,-4 4-1,0 2 1792,-3 5 0,1 2-1910,5 2 0,0 5 0,4 4 0,3 1 1,6-1-1,3-2-217,5-1 1,4-3 0,4-8-1,6-5-47,6-6 0,5-4-38,9-6 1,-1-9-260,5-8 0,1-5 0,4-14 0,-2-4 0,-3-6 0,-2-5-314,-1-5 0,-9-3-51,-1-5 1,-6 0-15,-7 4 0,2-3 1,-5 6-1,-2 4 0,-2 10 575,-1 10 0,0 18 1,0 12 248,0 14 1,0 13 700,0 10 1,-1 9-863,-4 5 0,4 2 0,-3 0 0,2-1 0,2-2 1,2 0-353,2-1 1,3-1-500,6-6 0,1-8 99,3-5 0,-1-6 1,4-9-1,0-2 0,-1-5 1,0-2 125,-4-2 0,4-6 0,0-3 1,-1-2 241,1-2 1,4 0-1,-1 0 1,2-1 119,2-3 0,-2 1 0,-1-4 0,-3 0-22,-1 0 0,2-2-62,-4-4 0,-1 5 91,-7-1 0,1 7 1,-6-3-1,-2 4 1,-5 3-1,-6 2 1034,-2 5 1,-8 4-187,-2 4 0,0 7-475,0 7 0,4 5 0,-3-2 0,1 5 0,5 3 1,4 1-388,5-2 0,4-5 0,1-3 0,1-1-300,4-3 0,8-2 191,8-1 0,9-6-996,5-2 1,-2-4-1,1-1 1,2-1 0,0-4-1,-2-3-3141,-4-4 0,-4 4 3045,-4-1 1,0 0-373,-4-4 1,3 1 1572,-4-1 0,6-6 0,-3-1 0</inkml:trace>
  <inkml:trace contextRef="#ctx0" brushRef="#br2" timeOffset="13">31543 1329 8071,'0'-13'925,"-4"5"248,0-1 0,-6 6-406,1-1 1,1 3 0,-4 1-1,-2 0 1,-1 1 0,0 5 1637,-2 7 0,2 1-1067,-2 8 0,7-2-865,1 1 0,5 4 1,-3-5-1,1 1 0,3-1 1,3 0 587,5 0 1,3-5-1053,9-2 1,1-2-94,7-7 0,0 1 1,9-5-1,2 0 0,1-2 1,3-2-1729,3-5 0,-5-6 27,5-3 0,-12 1 264,4 4 1,-8 0 0,-4 0-1,-3 1 1,-1 0 0,-5 2-3264,-4 1 4784,2 7 0,-11-10 0,5 5 0</inkml:trace>
  <inkml:trace contextRef="#ctx0" brushRef="#br2" timeOffset="14">28782 2233 7945,'-33'-6'3150,"5"6"478,15 0 1,25 6-3257,31 7 1,21 0 0,-19-7 0,4 1 0,4-1 0,3 0 0,8 1 0,4-2 0,-17-2 0,2 0 0,2 0 0,7-1 0,1-1 0,2 0 0,6-1 0,2 0 0,0 0 124,-15-1 0,0 0 1,1 0-1,0 0 0,1-2 1,0 1-1,1-1 1,-1 0-1005,-3 1 1,1-2 0,-1 1 0,-1 0 0,15-3 0,-1 1 0,-2 0 506,-5 1 0,-2 2 0,0-1 0,-2 1 0,-1 0 0,0-1 0,-4 0 0,0 0 0,-1 0 0,-3 1 0,0-1 0,-1 0 0,19-1 0,-1-1 0,-6 1 0,-1 0 0,-2-1 0,-2 0 0,-7-1 0,-2 0 182,-5 0 0,-2-1 1,26-1-1415,-15-1 0,-6 6 0,-11-1 1,-5 2-1,-6 2-1226,-6 0 0,-17 0 1,-14 2-1,-19 1 2458,-16 1 0,-10 3 0,-10 2 0,-3 5 0</inkml:trace>
  <inkml:trace contextRef="#ctx0" brushRef="#br2" timeOffset="15">23761 2362 7972,'-46'-6'1380,"7"5"1,12-1 0,8 9-1,14 12 1,12 8-670,14 8 1,22 2 0,-13-18-1,3-1 1,6 0 0,3-1 257,5-1 0,3-2 0,5-1 1,1 0-816,5-2 1,2-1-1,-14-3 1,1-1 0,1-2-1,4 0 1,2-1 0,1-1-1,2-1 1,1 0 0,0-2-1,2 0 1,0-1 0,-1 0-1,1-2 1,-1-1 0,1 1-1,0-1 1,-1 0 0,1 0-1,-1 1 1,1-1 0,0 0-141,1 1 0,0-1 0,0 1 0,-3 0 1,-1 0-1,0-1-422,-1 1 1,0 0 0,-1-1-1,-3 0 1,0-1 0,0 0 44,0 1 0,-1-1 0,0 0 1,-2-1-1,-1 0 0,-2-1 1,18 0-1,-2-1 0,-5 1 0,-2-1 1,-7 1-1,-2-1 0,-7 1 1,-2 0-4020,28-3 0,-11-1 4382,-10 8 0,-11-2 0,-14 10 0,-10 6 0</inkml:trace>
  <inkml:trace contextRef="#ctx0" brushRef="#br2" timeOffset="16">20573 3046 7963,'-26'-45'771,"6"10"1,4 6 0,8 25 0,9 25-1,11 26 1,6 17 0,-7-27 0,0 2-106,0 3 1,-1 0 0,0-1-1,0 1 1,2 5 0,-1 1-1,0 1 1,0 1-47,0 2 1,1 1 0,-3-1 0,0 0-681,0 3 0,0-2 0,-4-11 0,0-2 0,2 26 1,-1-19-1,-2-17 0,0-10-841,0-6 0,1-8-1621,-5-6 1,-6-11 2521,-3-11 0,-2-8 0,-2-3 0</inkml:trace>
  <inkml:trace contextRef="#ctx0" brushRef="#br2" timeOffset="17">20302 3214 7952,'1'-32'628,"5"-1"0,7-1 2905,7-1 0,22 7-1814,9-2 1,-16 15-1,2 2-1149,3 0 1,2 0 0,1-1 0,0 0 0,-1 0 0,0 2 0,-2 1-1,-2 2 1,32-5 0,-4 5-189,-1 5 1,-2 2 0,-6 4 0,-10 2-383,-11 5 0,-9 2 0,-5 2 0,-9 1 0,-9 4 0,-2-3 0,-5 7 0,-6 1 0,-8 3 0,-7 4 0,-7 4 0,-7 5 0,-10 4 0,0-3-1089,0 3 0,0 1 1,5-1-1,2-2 0,6-4 1089,4-3 0,10 1 0,2 3 0</inkml:trace>
  <inkml:trace contextRef="#ctx0" brushRef="#br2" timeOffset="18">20805 4711 7855,'-13'-39'577,"0"0"0,-1 2 0,-3 4 0,-6 9 0,-6 9 0,-7 10 1679,-5 3 1,-9 11 0,-8 8 0,1 15-1651,0 12 1,30-16 0,3 3 0,2 6 0,1 2 0,1 2 0,2 3-1,0 2 1,3 1 0,1 1 0,3 1-401,3 1 1,2-1-1,2 0 1,2 0-1,4 0 1,2-1-1,1-3 1,3-1-389,1-3 0,2-3 0,19 19 182,4-18 0,9-13 0,5-17 0,13-4 0,7-8 0,2-5 0,-1-9 0,-4-8 24,-5-5 1,-7-10-1,-9-10 1,-5-5-25,-10 1 0,-8-1 0,-8-1 0,-6 2 0,-2-6 0,-5 5 0,-6-1 0,-9 3 0,-9 0 0,-9-3-227,-4-4 0,-2 3-641,0 1 0,2 5-1099,3 8 1,-6 5 0,5 16 0,4 12 0,3 13 1966,7 14 0,-4 10 0,7 16 0,2 5 0,5 2 0</inkml:trace>
  <inkml:trace contextRef="#ctx0" brushRef="#br2" timeOffset="19">20599 5150 7855,'1'13'4915,"4"1"0,5 3-3112,5 5 1,7 2 0,8 3 0,4 2-862,4 1 1,2 0 0,1-4 0,4 0-943,1 0 0,-5-2 0,2-2 0,-7-5-1596,-1-9 1,-7 2-1,2-5 1,-2-2-1,-4-2 1596,-2-1 0,8 0 0,-3 0 0</inkml:trace>
  <inkml:trace contextRef="#ctx0" brushRef="#br2" timeOffset="20">25193 2994 7832,'-8'-50'1602,"1"6"0,1 9 0,3 12 0,3 9 474,4 5 1,-1 4-1170,6 5 1,-1 1 0,5 3 0,-1 5-1,-2 2 1,-3 2 294,-1 0 0,2 4 0,-3 2 0,-2 1-1196,-2 3 0,3 3 0,1 5 0,-2 7-6,-2 3 0,-1 8 0,0 0 0,0 5 0,0 7 0,0 6 0,0 2 0,0 4 0,0-4 0,0-2 0,0-5 0,0-6 0,0-6 0,0-11 0,0-9 0,-4-7 0,-1-10 0,1 0 0,3-6 0,-4-4 0,-3-5 0,-4-4 0,-1-1 0,5-1 0,-1-5 0,-1 4 0,-7 1 0,3-5 0,-4-5 0,4 3 0,0 0 0,-2 2 0,-1 1 0,-5-6 0,5 1 0,0 0 0,4 4 0,1 4 0,2 1 0,2-2 0,5 5 0,0 5 0,6 8 0,5 9 0,10 4 0,3 4 0,4 1 0,0 5 0,1 3 0,0-2 0,0-2 0,0-3 0,-1-1 0,0-1 0,-2-5 0,-3-7 0,-2-8 0,4-3 0,-5-2 0,5-12 0,-5-5 0,4-9 0,-2-8 0,0-9 0,1-6 0,-2-4 0,1-3 0,-2 3 0,-4-3 0,0 3 0,0 1 0,0 8 0,0 7 0,0 9 0,0 11 0,0 7 0,5 4 0,2 6 0</inkml:trace>
  <inkml:trace contextRef="#ctx0" brushRef="#br2" timeOffset="21">25890 5253 7919,'-14'-39'58,"-2"3"1,-1 8-1,1 10-831,2 11 852,1 6 1,6 2-1,3 4 1101,2 3-403,8 4 0,-3-4 1,5-1-1,2 1 1988,2-1 0,1-3-934,0 5 0,0-6 0,0 1 0,-2-1 153,-2 1 1,-2-3-1985,-3 4 0,-4-4 0,0-1 0,-7 0 0,-10 0 0,-3 0 0,-8 0 0,-3 0 0,-11 0 0,-12 0 0,-14 0 0,28 0 0,-1 0 0,-4 0 0,-1 0 0,-1 0 0,0 0-18,-3 0 0,1 0 0,-3 0 1,0 0-1,2 0 0,-1 0 0,-2 1 1,1 0-1,1 0 0,0 1 0,4 0 1,1 0 17,4-1 0,1 1 0,-30 3 0,16 0 0,6 5 0,1-2 0,3-2 0,-3 0 0,7-2 0,5 0 0,6-1 0,2-1 0,3-2 0,5-6 0,2 3 0,10-5 0,2 5 0,6-3 0,1 6 0,4 0 0,2 1 0,1 2-1583,1 2 0,0 5 1,4-3-1,1 1 1583,3 1 0,3 0 0,6 3 0</inkml:trace>
  <inkml:trace contextRef="#ctx0" brushRef="#br2" timeOffset="22">24690 4814 10009,'-33'-19'0,"3"7"0,1 7 0,2 8 0,0 7 7925,2 6-7151,8-2 0,-1 5 0,5-6 0,0 0 0,0 0 0,0 0 0,0-2 1590,0-2 1,-1 2-2070,-3-2 0,-2 2-295,-3 2 0,-2-4 0,3-1 0,-5 4 0,-1 2 0,-1 3 0,4-1 0,1 0 0,-3 1 0,5-1 0,1 4 0,1 0 0,3 0 0,6-3 0,2 5 0,5-1 0,-2 4 0,4-2 0,4-2 0,4 2 0,6 1 0,8 2 0,1 0 0,5-2 0,8-2 0,0 1 0,16-4 0,5-1 0,7 1 0,4-5 0,3-4 0,-4 0 0,3-5 0,-3-1 0,-1-4 0,-8-2 0,-5 0 0,-8-3 0,-5 1 0,-5 0 0,-4-1 0,-8 1 0,-5 4 0,-7 0 0,-1 0 0,-6 2 0,1 2-483,-3 4 1,-2 4-1,-2 2 1,-1 2-8741,1 1 9223,7 6 0,3-3 0,6 6 0</inkml:trace>
  <inkml:trace contextRef="#ctx0" brushRef="#br2" timeOffset="23">30098 2865 7818,'-4'-28'1591,"-1"2"0,2 9 1,2 9-1,1 14 5030,0 8-5930,6 7 1,-3 10 0,4 5-1,0 7 1,-1 9 0,-1 6-1,0 5 1,-1 2 0,0 0-282,-1-1 1,3 1-1,0 1 1,-1 0-411,1-2 0,3-7 0,-5-12 0,0-4 0,2-3 0,-4-8 0,3-1 0,0-7 0,-1-4 0,0-8-1080,-4-2 0,2-5 0,1 0-1377,1-6 1,0-7 0,-4-10-1,0-9-3458,0-6 5915,0-1 0,0-20 0,0 3 0</inkml:trace>
  <inkml:trace contextRef="#ctx0" brushRef="#br2" timeOffset="24">30137 3149 7782,'-12'-33'113,"2"2"1,3 1 578,1-1 1,-2 6-1,2 5 583,-1 1 1,2 7 237,-3 8 0,4 4-809,-5 4 1,-1 9 0,-6 10 0,-3 5 0,-1 3 0,-4 2 710,-5 3 0,1 1 0,-5 2 0,1-2-762,3-2 1,4-4 0,3-6 0,3-4-486,1-4 0,8-4 0,-2-6-168,5-7 0,3-7 0,5-11 0,5-8 0,7-7 0,1-12 0,9-6 0,4-10 0,-11 28 0,1-1 0,4 1 0,0 0 0,1-2 0,1 1 0,-1 2 0,0 1 0,22-25 0,1 6 0,-5 14 0,-1 7 0,-6 12 0,-6 9 0,-6 8 0,-2 10 0,-6 3 0,0 8 0,0 1 0,0 2 0,0 2 0,1 1 0,3 3 0,-2-4 0,2 1 0,-3-4 0,-1 0 0,1-3 0,4 2 0,-4-7 0,3 3 0,-1-5 0,0-3 0,2-2 0,1 1 0,1-2-4244,0-3 0,-3-2 4244,5-2 0,-6-12 0,2-2 0</inkml:trace>
  <inkml:trace contextRef="#ctx0" brushRef="#br2" timeOffset="25">26897 10119 7819,'-11'-20'4915,"2"2"0,3 11-4831,6 7 0,2 0 0,2 5-533,5-4 0,-4-2 663,0-4 1,-4 2 264,-1-5 0,0 3 0,-1-2 0,-2 0 0,-3 1 0,-1 1 3344,-3 2-3350,4 1 1,-5 2-1,2 0 1,-2 0 0,-1 2-1,2 1 94,2 1 0,5 6 0,-2-1-567,4 2-12,1 2-30,0 0 0,6-2 0,2-2 49,4-5 0,-4-2 0,-1-4 110,-1-2-117,-1-3 0,-5-6 0,-2 1 0,-2 4 0,-3 2 0,-2 2 0,0-1 0,5 3 0,-4 6 0,-3 5 0,6 2 0,0 2 0,4 0 0,1 0 0,0 0 0,1 0 0,4-2 0,3-2 0,4-5 0,1-3 0,0-1 0,0 0 0,-1-1 0,1-3 0,-1-4 0,-4-4 0,2-6 0,-5 1 0,-1-4 0,-4 3 0,0 3 0,-1 0 0,-4 2 0,-3 0 0,-5 6 0,-3 3 0,-3 3 0,-1 1 0,-1 7 0,-4 4 0,4 6 0,4 3 0,2 2 0,4 4 0,2 0 0,5-1 0,3-3 0,2-2 0,3-1 0,5-4 0,4-6 0,3-5 0,2-2 0,2-2 0,-4-2 0,1-3 0,-2-7 0,-2-4 0,-2-7 0,-1 3 0,-3-1 0,-1-1 0,-2 1 0,-4-4 0,-1 4 0,-3 4 0,-4 7 0,-5 2 0,1 3 0,-1 2 0,0 1 0,1 4 0,2 4 0,2 7 0,3 1 0,-2 6 0,1 0 0,4 0 0,2 0 0,4 2 0,4-5 0,4-3 0,1-2 0,0-4 0,0-3 0,0-4 0,-1-1 0,1-1 0,-1-5 0,-4-7 0,2 0 0,-5-6 0,-2 2 0,-2 0 0,-1 0 0,-1 4-3331,-4 0 0,-2 6 3331,-6 3 0,0 14 0,0 4 0</inkml:trace>
  <inkml:trace contextRef="#ctx0" brushRef="#br2" timeOffset="26">30834 5317 7834,'13'-25'2221,"-5"5"0,-1 2 1,-1 4-352,-3 1 0,-7 6 0,-5 1 0,-2 2-113,-2 0 1,-6-5-1470,-3 5 1,-8-6 0,-7 3 0,-10-2 0,-15 0 0,25 5 0,-2 0 0,-5 0 0,-1 1 0,-3 0 0,-1 1-289,-2 1 0,0 1 0,-6 0 0,-1 1 0,-2 1 0,-2 1 0,-1 1 0,0 2 0,0 1 0,1 1 0,7 2 0,3 2 0,8 1 0,3 1 0,3 0 0,2-1 0,-29 12 0,5-4 0,12 1 0,3-8 0,14-5 0,7-5 0,7 3 0,3-1 0,6-3 0,4-8 0,10 3-1967,7-7 1,2-4 0,11-6 0,7-1 0,7-3 1908,8-1 1,8-8-1,2 0 1</inkml:trace>
  <inkml:trace contextRef="#ctx0" brushRef="#br2" timeOffset="27">29711 4943 7834,'-7'-6'1298,"-5"-1"0,4-4 1,-4 1-363,-1 1 0,-4 6 0,-2-1 0,1 3 661,-1 1 1,-5 0-910,-2 0 0,-6 1-83,-6 3 1,-5 3 0,-2 8 0,-1 2 0,-1 5-1,1 3 552,3 5 1,9-1 0,5 4 0,4 2-1068,4 2 1,11-6-1,1 8 1,6-2-91,3 1 0,6-4 0,3 1 0,4-8 0,4-1 0,4-1 0,10-3 0,3 1 0,5-2 0,4-3 0,4-4 0,3-1 0,2 0 0,-1-5 0,1 1 0,-3-6 0,-5 1 0,-6-2 0,-5-2 0,-5 0-3585,-1 0 1,-2 0 325,-4 0 0,4-5 3259,-4 1 0,4-6 0,0 3 0</inkml:trace>
  <inkml:trace contextRef="#ctx0" brushRef="#br1" timeOffset="28">26846 10170 7834,'-13'-20'486,"0"-4"0,1 14 0,2-3 0,2 3 3431,-2 3 1,-2-5-2195,-1 4 0,5-4 1,0-1 525,3 0 1,-1 6-861,2 3-1389,2-3 0,-8 7 0,4 1 0,1 9 0,-1 7 0,3 3 0,-3 2 0,2 4 0,0 0 0,4-1 0,0-3 0,0-2 0,0-1 0,1-4 0,3-2 0,5-4 0,-2-3 0,2-8 0,2-2 0,5-5 0,-6-9 0,3-7 0,-3-5 0,-3-3 0,-1 0 0,-6-1 0,0 5 0,0 6 0,-1 0 0,-4 6 0,-3 6 0,-10 6 0,3 5 0,-5 6 0,1 8 0,3 11 0,3 6 0,5 2 0,2 5 0,6-5 0,1 1 0,4 0 0,3-6 0,9-3 0,-1-6 0,6-10 0,-1-4 0,4-5 0,-2-2 0,-3-7 0,-2-8 0,-2-6 0,-3-4 0,-4-2 0,-5-1 0,-3 1 0,-2 2 0,-3 1 0,-4 2 0,-4 2 0,-3 5 0,-2 8 0,-3 5 0,-2 4 0,1 4 0,-2 5 0,4 8 0,2 6 0,4 6 0,5 5 0,2-1 0,6 2 0,1-8 0,4-1 0,3-2 0,8-8 0,3-3 0,1-5 0,3-2 0,1-3 0,-2-9 0,-1-7 0,-5-5 0,1-8 0,-4-1 0,-4-2 0,-5-3 0,-3 1 0,-2-1 0,-3 4 0,-1 2 0,-8 4 0,3 5 0,-7 8 0,-2 4 0,1 5 0,-1 1 0,0 3 0,2 6 0,-1 6 0,5 4 0,-2 8 0,7 0-2779,2 2 2779,2 6 0,9-3 0,3 6 0</inkml:trace>
  <inkml:trace contextRef="#ctx0" brushRef="#br1" timeOffset="29">26407 10119 7915,'-7'-6'5474,"1"5"-3251,6-5 1263,0 6 6087,0 0-9573,-6 0 0,3 0 0,-5 0 0,-2 0 0,2 0 0,0 0 0,-2 0 0,-2 0 0,-1 0 0,0 0 0,1-2 0,-1-2 0,0 3 0,0-4 0,-2 4 0,0 1 0,-4 0 0,-1 0 0,-2 0 0,2 0 0,-4 0 0,1 0 0,-4 0 0,-3 0 0,0 0 0,4 0 0,0 0 0,0 0 0,-1-2 0,0 0 0,-1-3 0,5 2 0,2 2 0,1 1 0,3 0 0,-3 0 0,1 0 0,3 0 0,-2 0 0,0 0 0,-3 0 0,4 0 0,-5 0 0,3 0 0,-1 0 0,-1 0 0,-1 0 0,1 0 0,-1 0 0,-3 0 0,3 0 0,1 0 0,3 0 0,-3-1 0,-1-2 0,1-2 0,1 3 0,1 0 0,0 1 0,4-2 0,-4-2 0,-1 3 0,3 0 0,-5 2 0,5 0 0,-5 0 0,2 0 0,-3 0 0,2 0 0,-2 0 0,-1 0 0,-2 0 0,0 0 0,0 0 0,2 0 0,2 0 0,-5-1 0,4-2 0,2-1 0,-1 1 0,3 1 0,1 2 0,-4 0 0,5 0 0,1-1 0,2-3 0,1 2 0,0-2 0,-4 1 0,0-1 0,0 2 0,4-2 0,0 2 0,-2 2 0,0 0 0,-3 0 0,-3 0 0,4 0 0,-1 0 0,6 0 0,-6 0 0,0 0 0,-1 0 0,0 0 0,4-1 0,0-3 0,-2 2 0,0-2 0,1 3 0,2 1 0,1 0 0,0-2 0,0-2 0,0 2 0,0-2 0,0 3 0,0 1 0,1 0 0,-1 0 0,0 0 0,0 0 0,0 0 0,0 0 0,0 0 0,0 0 0,0 0 0,0 0 0,0 0 0,1-2 0,-1-1 0,0-1 0,0 0 0,0-1 0,0 1 0,6 0 0,3 0 0,8-1 0,4 2 0,4 2 0,1 1 0,1-4 0,3-1 0,-1 1 0,6 4 0,2-1 0,3-2 0,5-3 0,1-1 0,-2 2 0,5-2 0,1 0 0,-1 0 0,5 0 0,2-2 0,-5-2 0,-3 2 0,-7 2 0,1 0 0,-6 0 0,-6 1 0,-2 0 0,-3 3 0,-4-4 0,-4 6 0,-8-4 0,1 4 0,-6 1 0,1 0 0,-5 0 0,0 0 0,0 0 0,0 0 0,0 0 0,0 0 0,0 0 0,0 0 0,-4 4 0,0 1 0,0 0 0,4 0 0,-4-4 0,-2 5 0,-1-2 0,-2 2 0,-1 0 0,-2-1 0,2 5 0,-8-1 0,0-2 0,1 2 0,0-1 0,2 5 0,0 0 0,-1 0 0,3-2 0,3-2 0,8 3 0,-3-4 0,5 4 0,5 1 0,2-1 0,6 1 0,2 0 0,2 0 0,4 2 0,10 0 0,3 2 0,4-1 0,0-1 0,1-2 0,1 2 0,4-2 0,-3 2 0,7-11 0,-1-1 0,0-2 0,-1-1 0,-1 0 0,-2 0 0,-4 0 0,-2 0 0,-2 0 0,1-4 0,-6 0 0,-4-1 0,-5 5 0,-3 2 0,2 2 0,-1 6 0,-3 6-518,-2 5 1,-1 5-1,0 4 518,0 5 0,0 8 0,0 3 0</inkml:trace>
  <inkml:trace contextRef="#ctx0" brushRef="#br2" timeOffset="30">24122 6285 12213,'-16'-22'0,"4"-3"0,6 4 1299,7 6 0,14 8 0,13 7 0,17-1-767,18-4 0,-23 2 0,3-1 0,8-3 1,3 0-1,2 0 0,1 0-234,2 0 0,1 1 0,3-3 0,0 2 1,-1 3-1,0 1 0,-1-1 0,-1 1-432,-1 0 1,-1 1 0,-7 1-1,-1 1 1,-6 0 0,-2 0 0,-4 0-1,-1 0-654,30 0 0,-8 0 0,-3 0 0,-6 0-499,-7 0 0,-11 0 0,-15 0 0,-3-2-702,-1-2 1,-5 1 638,-4-5 0,-3-5 1350,-6 10 0,-3-3 0</inkml:trace>
  <inkml:trace contextRef="#ctx0" brushRef="#br2" timeOffset="31">24084 6634 7954,'-21'0'6743,"3"0"-5174,5 0 0,19 1 0,11 2 0,17 2 963,16-3 1,18 0-2013,-24-1 0,2-2 0,10-4 0,2-2-542,5-1 0,3-1 1,3-2-1,2-2 1,-22 4-1,0-1 1,1 0-1,0 0 1,0 0-1,-1 0 1,21-4-1,-2 1 1,-8 1-1,-3 1 22,-9 2 0,-4 1 0,28-5 0,-15 4 0,-2 3 51,-5 1 1,-14 3 0,-6-2 0,-10 2-1829,-6 2 0,-7 2 0,-4 1 281,-6 1 1,-5 6 0,-12-1-1,-10 2-4427,-12 2 5923,-18 6 0,-1-5 0,-9 5 0</inkml:trace>
  <inkml:trace contextRef="#ctx0" brushRef="#br2" timeOffset="32">24329 6866 7954,'-53'13'427,"7"-1"0,10-1 1435,10 2 1,12-7 0,10 7 0,5-3 651,8-3 1,8-1 392,17-6 0,8-2-2733,14-2 0,4-3 1,9-8-1,-32 8 0,0-1 1,2-2-1,0 1 0,0-1 1,1 0-175,-2-1 0,0-1 0,-1 0 0,0 1 0,2 0 0,0 0 0,0 2 0,1 1 0,1 1 0,-1 0 0,32-5-238,-3 4 1,-15 2 237,-11 6 0,-7 0 0,-3 0 0,-1 0 0,-5 0 0,-3 0 58,-2 0 0,-5 4-58,5 1 0,-2-1 0,1-4 0,2 0 0,-4 0 0,-1 0 0,1 0 0,-3 0 0,-2 0 0,-1 0 0,0 0 0,6-6 0,-5 5 0,2-5 0,-5 2 0,-2-1 359,1 3-359,-4 0 0,-1 2-2950,-5 6 1,-1 1 0,-2 6 2949,-1 0 0,-6 0 0,2 0 0</inkml:trace>
  <inkml:trace contextRef="#ctx0" brushRef="#br2" timeOffset="33">29207 5989 8002,'0'-20'446,"2"1"0,2 7 1,6 2-1,9 3 1,10 0-1,11 1 1,10-1 432,12 0 1,-26 5-1,2 0 1,5-2 0,2-1-1,1 0 1,1 0-54,2-1 0,1 1 1,0 1-1,2 0-547,-1 2 1,1 0-1,-4-1 1,0 0-1,-3 1 1,-1 0-1,-4 0 1,-1 1-1,30 0 1,-6 1-1,-3 0 1,0 0 243,-1 0 1,0 0 0,-12 0 0,-10 0-760,-7 0 0,-5 0 215,-4 0 0,2-5-593,-6 1 1,1 0-1,-5 4 1,1 0 0,2 0-3217,1 0 2304,0 0 0,-10 1 300,-2 4 1,-7-3 0,-6 7 0,-10 1 1225,-5 2 0,-8 0 0,-2 1 0</inkml:trace>
  <inkml:trace contextRef="#ctx0" brushRef="#br2" timeOffset="34">29285 6195 8005,'-13'-1'3740,"0"-4"-2664,0-3 1,13 2 0,10 2-1,16 2 241,16 2 0,15 0 1,16 0-1,-34 0 0,1-1-308,2-1 0,2 0 1,5 0-1,2 1-969,9-3 0,1-1 0,1-1 0,1-1-40,6-1 0,-1-1 0,-7 0 0,-3 1 0,-1 1 0,0 1 0,-6 0 0,-1 0 0,-2 1 0,-2 0 0,-3 1 0,-2 0 0,-2-1 0,-3 0 0,14-1 0,-13 2 0,-11 2 426,-9 2-2779,-2 0 983,-2 0 1,-6 2 0,-4 2 0,-8 5-2436,-8 2 0,-5 2 1848,-8 0 1957,-6 0 0,-1 5 0,-5 2 0</inkml:trace>
  <inkml:trace contextRef="#ctx0" brushRef="#br2" timeOffset="35">29453 6531 7933,'25'-32'1951,"3"6"1,2 9 5289,4 7-6784,9 10 0,12 2 0,15 2 0,-28-3 0,2-1 0,5 0 0,1 0 0,3 0 0,0 0 0,0 0 0,-1 0 684,-2 0 1,0 0 0,-1 0 0,0 0-1507,-2 0 0,0 0 0,0 0 1,0-1 338,-2-1 1,0 0 0,-4 0-1,-2 1 1,19-7 0,-10 1-1,-6 0 1,-3-1-1873,-2 0 0,3-3-111,-10 2 0,5 4 921,-5 0 0,0 4 1088,-4 1 0,-1 0 0,1 0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829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  <inkml:brush xml:id="br2">
      <inkml:brushProperty name="width" value="0.09071" units="cm"/>
      <inkml:brushProperty name="height" value="0.09071" units="cm"/>
      <inkml:brushProperty name="color" value="#FF8000"/>
    </inkml:brush>
  </inkml:definitions>
  <inkml:trace contextRef="#ctx0" brushRef="#br0">23387 1020 8091,'12'-5'2374,"1"1"0,0-5-1954,0 5 0,-4 0 1,-2 2-1,0-1 468,0-1 1,-2 0 628,3 4-1215,1 0 1,2 1-1,-2 4 44,-5 3 0,-2 5 1,-2 3-1,0 4-15,0 4 0,0 1 1,0 9-1,-2 3 129,-2 5 0,2 10-244,-2 8 1,1 9-141,1-33 0,0 1 0,1 1 0,1 0 0,-3 1 0,0 1 1,1 0-1,0 1 0,-1 2 0,1 1 0,0-1 0,0 1 160,-1-1 1,0 0 0,0 2 0,-1-1-275,-2-1 0,-1 0 1,1 1-1,-1-1 151,1 1 0,-1-1 0,1-1 1,-1 0-1,1-1 0,-1 0 0,2 2 1,-1 0-1,1 1 0,0 1 1,1-1-1,-1 1 48,0-2 1,0 0-1,2-1 1,-1-1-1,1-2 1,-1 1-1,1 0 1,0 2-128,2 0 0,-1 2 1,1 1-1,1 1 0,0 0 1,0-1-1,0-2 0,0 0-29,0-1 1,0 0-1,0 0 1,0 1 0,0 3-1,0 0 1,0 0-1,0 1 27,0 0 0,0 1 0,0-2 0,0-1 0,0 0 0,0 1 0,0 2 0,0 1-32,0 4 0,0-1 0,0-2 0,0 0 0,0 3 0,1-1 0,1 1 0,-1 0-82,1 2 1,1 1 0,-1 1-1,0 2 1,-2 0 0,0 1-1,0 0 1,0 0 81,0 0 0,0-1 0,2 2 0,0 0-287,0-1 0,0 1 1,3 0-1,1 1 287,-2 0 0,0 1 0,1-4 0,0 1 0,0 3 0,-1 0 0,-1-2 0,-1 0 0,1 0 0,-1 0 0,0 1 0,2 0 0,-1 4 0,1-1 0,-3-3 0,1-1 0,0 2 0,0-1 0,-1-2 0,-1-1 0,0-1 0,0 0 0,1 0 0,0 0 0,0-1 0,1 0 0,0-4 0,0 0 0,0-5 0,-1 0 0,0-4 0,-1-1 0,0-1 0,0 0 0,0-1 0,0-1 0,0-2 0,0-1 0,0 32 133,0-9 1,0-6-1,0-2 1,0 0-442,0-1 0,-4-5 1,0-3-1,1-4-190,1-5 1,1-2-564,-3-6 1,2-6-966,-2-3 1,4-4-5214,4-4 7579,3-15 0,6-20 0,0-14 0</inkml:trace>
  <inkml:trace contextRef="#ctx0" brushRef="#br0" timeOffset="1">23503 8131 7968,'-9'-1'4128,"1"-4"-3606,5 4 0,-2-5 1,10 6 502,3 0 1,4 4-527,1 1 1,4-1 0,2-4-1,-1 0 1,2 0 0,0 0 1014,3 0 1,3 0-1160,4 0 0,3 0 0,6 2 1,0 0 71,-1 3 1,7 3-65,2-3 1,3 5-1,2-3 1,0 1-1,-1 0 1,1-1 370,-1 0 1,13-4-498,4 1 1,3-2-175,2-2 1,-4 0 0,2 0 0,1-2 0,0-2 0,-35 0-1,0 1-43,1-1 1,0 0 0,1 1 0,0 1-147,-1 1 0,1 2 1,0-1-1,0 0 126,-1 0 0,1 0 0,0 0 0,-1 0 0,2 0 0,-1 0 0,2 0 0,0 1 0,2 1 0,0 0 0,2-1 0,0 0 0,3 1 0,-1 0 0,-3 1 0,0 0 0,1-1 0,1 0 0,1 0 0,0-1 0,1 0 0,1 0 0,1-2 0,0 0 0,0-1 0,-1 0 0,0 1 0,0-1 0,-2-2 0,1-1 0,0-1 0,1-1 0,3-1 0,-1-1 0,1 0 0,0 0 0,-1 0 0,1 0 0,0-1 0,1 0 0,0 0 0,1 0 0,-2 0 0,1 2 0,1 1 0,-1 1 0,0-2 0,-1 0 0,0 0 0,1 2 0,0 0 0,1 2 0,1-1 0,1 2 0,-1 2 0,0-1 0,-1 2 0,0-1 0,0 1 0,1 0 0,-1 0 0,-1 0 0,1 2 0,-2 2 0,-2 0 0,-1 0 0,-1 2 0,-1 0 0,-2 1 0,-1 0 0,0 0 0,1 1 0,1-2 0,0 0 0,0 3 0,-1-2 0,-1-2 0,-2-1 0,0-1 0,-2 0 0,-3-1 0,-1 0 0,33-1 0,-2-1 0,1 0-185,1 0 0,4 0-68,-4 0 1,-3-4 315,-10 0 1,-6-5 0,-12 5 0,3-1 241,2 0 0,3 2-305,5-6 0,-5 6 0,-1-1 0,-2 1 0,0 0 0,-3-1 0,-4 1 0,-3 0 0,-3-1 0,-2 3 0,7-4 0,-1 0 0,5-1 0,0 0 0,-1 0 0,1-2 8,0 3 1,-2-3 0,-3 2 0,-2 0-1,-2 1 1,0 0-587,-1 0 0,0-1 409,1-3 1,-3-1-393,3 6 1,3-5 0,2 5 0,3 1-1119,5 2 1,-4 1 769,0 0 0,-2 0 0,-5 1 0,-1 2 0,-1 3 909,-5 1 0,-5 2 0,-7 3 0</inkml:trace>
  <inkml:trace contextRef="#ctx0" brushRef="#br0" timeOffset="2">31931 8118 7977,'-5'-27'0,"0"0"748,-3 1 1,3 3 0,-7 11-1,-2 4 1493,0 4 0,-11 9-392,-1 8 1,-12 13-1375,-1 13 1,-10 9 0,24-19 0,0 1 0,-2 1-1,1 0 78,0 2 1,2 0 0,1 1 0,1 1-572,4-1 1,2 1 0,-8 31-1,11 1 1,10-7 0,10-8 0,12-9-1,9-9 1,11-8 0,8-7 0,6-6-1,3-5 1,-1-3 0,-2-5-1,-3-5 1,0-6 0,-1-8 0,0-8-1,-5-6 1,-4-7 0,-4-8 0,-4-5-1,-6-4 1,-11 0 0,-8-1 0,-7 4-1,-5 1 1,-10 4 0,-9 7-1,-9 12 1,-4 10 0,-2 7 0,0 5-1,2 6 1,3 9 0,4 11 0,4 6 17,4 6 0,4 3 0,5 6 0</inkml:trace>
  <inkml:trace contextRef="#ctx0" brushRef="#br0" timeOffset="3">31918 8492 7977,'-13'-5'0,"1"2"1789,4-6 1,-4 6 1540,4-1 1,2 1 473,2-1 1,4 4-4162,4 0 0,3 6-95,6 7 1,0 5-1,1 4 1,2 2-1,3 3 1,1 2-1411,3 1 0,3 2 1279,4-2 1,3 1-1216,5 4 1,3-5 0,2-7 1797,4-2 0,9-5 0,3 3 0</inkml:trace>
  <inkml:trace contextRef="#ctx0" brushRef="#br0" timeOffset="4">22277 865 8021,'-20'-10'529,"2"-2"0,5 4 0,6 6 1,7 9-1,7 6 732,5 4 0,-3-1 1,-1 6-1,2 1-995,2 1 1,-4 6 0,-1 0 0,-1-1 0,-2 0 0,1-1-721,-1 2 0,0 1-222,-4-6 1,0 1 46,0 0 0,5-2 0,-1-2 0,-1-5 629,-2-3 0,-6-1 0,-3 0 0</inkml:trace>
  <inkml:trace contextRef="#ctx0" brushRef="#br0" timeOffset="5">22096 865 8074,'-12'-38'0,"4"3"0,4 2 995,2 1 1,11 2-1,7 4 1,9 0 183,7 1 1,8-6-600,7 1 1,5 0-324,4 4 1,-3 5-1,3 1 1,-3 3-1,-3 5 1,-3 6 154,-4 5 0,-8 7 1,-5 2-1,-6 5 287,-6 4 0,-3-1-169,-10 6 0,-8-1-159,-10 5 1,-11 6 0,-11 1-1,-2 2 90,-2 4 0,-4-2-1344,0 11 1,1-2 0,7 1 0,2-3 0,0-1-1,1 2 883,1 1 0,0 1 0,6 5 0</inkml:trace>
  <inkml:trace contextRef="#ctx0" brushRef="#br0" timeOffset="6">24135 955 8424,'-11'-6'0,"1"-1"0,2-1 0,1-1 0,2-1 0,-1-2 1670,3 0-992,2 4-463,1 3 0,1 5 19,3 0-172,-2 0 134,9 0-359,-9 0 140,9 0 284,-9 0-192,3 0 0,-3 0-819,2 0 750,-3 0 0,11-6 0,-5-1 0</inkml:trace>
  <inkml:trace contextRef="#ctx0" brushRef="#br0" timeOffset="7">24096 826 7880,'-7'-13'406,"0"0"0,4 0 584,-1 0 1,0 9-752,4 8 1,1 4 0,2 10 0,3-1 0,-1 2 0,3 0 0,-3 1-1,2-2 327,1 1 1,0 4-1,5-3 1,0 2 138,0-1 0,6 1-266,2 3 1,4 6-337,0-1 0,8 6 1,6-2-1,7 3 0,4 5 1,2 4 160,-1 5 0,-25-24 0,-1 1-187,22 23 1,2 1 2,-6 0 1,5 2 0,0-1 0,3-3 0,-22-24 0,0-1 0,2 0 0,1 1 67,1 2 1,1 0-1,2 1 1,0 1-330,-4 2 1,0 1-1,2-3 1,-2 0 239,-4 0 1,0 0 0,5-2 0,2 0 0,-1 2 0,1 0 0,2 1 0,0 0 54,2 0 0,0 1 0,-2 0 0,0 2-67,-2 0 1,-1 1-1,1 0 1,-1 1-1,-4 2 1,0-1-1,2-1 1,1-2-1,1-1 1,0-1-1,3 0 1,0 0-26,1 2 1,0 0-1,-2-1 1,-1 1-72,1 2 0,-3 1 0,-4-3 0,-2 1 84,-1 2 0,0-1 1,1-2-1,2 0 1,2 1-1,2 0 1,3 1-1,1 0-13,4 2 0,-1 1 0,-3-1 1,-1 1-7,1 2 1,-1 0-1,-4-3 1,-1-1 0,-1-1-1,0 1 1,2 0 0,1 0-1,1 2 1,2-2 0,3 3-1,1-1 131,1 2 1,1 0 0,-2-1 0,-1 0-97,0 4 1,-1-2 0,-1-3 0,-1-2-37,-1 3 1,-1-2 0,0-5 0,1-2-1,3 3 1,0-2 0,2 1 0,0 0-1,1 1 1,-1 1 0,0 1 0,-1 0-10,-3 1 1,-1 0-1,-3-3 1,-1-2-8,-1 1 1,1-1 0,1 1 0,2 0-30,2 1 1,1 1-1,3 3 1,0 0-1,0-1 1,-1 0-1,-2 2 1,-2 0-1,-3-2 1,-1 0-1,-2-1 1,1 0-99,-1-2 1,2-1-1,3 1 1,2-2 133,2 1 1,1-1 0,-1 0 0,0 0 6,1 1 0,0-1 0,-3 1 1,0 0-1,-4 0 0,-1 0 1,0 1-1,-1-1 165,0 1 1,1 0 0,-1-5 0,1 1-93,4 2 1,-1 0-1,-1-1 1,0 0-1,1 1 1,-1 2-1,-1-1 1,-2 1-1,-2 0 1,-1 0 0,-3-3-1,0 1 583,19 25 0,3-3-680,-22-25 1,0-2-1,2 0 1,2-1 68,0 2 0,0 0 1,0 0-1,0-1 1,22 26-1,-2 0 1,-5-3-1,-5-2-436,-3-7 0,-8 2 189,-6-8 0,-5-4-463,1-1 1,1 2 0,-4-2 0,-4-1-1,-3-2 1,-4-3-2613,-2-2 0,-6 5 1327,-4-6 0,-8 5 1937,-5-9 0,-2 1 0,-2-5 0</inkml:trace>
  <inkml:trace contextRef="#ctx0" brushRef="#br0" timeOffset="8">30730 6647 7721,'-4'8'-322,"0"1"1,1 1-1,1 3 1,2 4 969,0 5 1,6 8-425,3 4 0,2 11 1,2 6-1,0 8 1,0 3-1,-2-1 0,-2-2 1,-5 0-182,-2 0 1,2-10-1,0-4 1,-1-7-348,-1-8 1,-7-7-743,1-2 1,-2-11 547,2-1 1,1-13 497,-5-9 0,-1-12 0,-4-8 0</inkml:trace>
  <inkml:trace contextRef="#ctx0" brushRef="#br0" timeOffset="9">30640 6737 7721,'-13'-6'204,"6"4"0,6-6 0,6 3 1,11 2-1,6 1 0,6 2 0,5-1 1,6-2-1,4-1 0,4 1 0,5 1 1,4 4-1,3 2 0,-1 6 0,-3 6 1,-8 6-1,-8 3 0,-9 7 1,-10 7-1,-10 7 0,-13 5 0,-14 4 1,-16 2-1,11-27 0,-3 0 0,-3 2 1,-2 1-1,-1 0 0,-2 0 0,0-1 1,0 0-1,0-1 0,0 0 0,1-1 1,1 0-1,0 0 0,0 0 1,2-1-1,-1 0-166,2-2 1,-1-1 0,1-1-1,0-1-2138,-23 14 1,-1-9 0,2-6 2099,2-7 0,4-12 0,5-11 0</inkml:trace>
  <inkml:trace contextRef="#ctx0" brushRef="#br0" timeOffset="10">23619 7499 7771,'0'-38'98,"0"5"0,0 8 1,1 5-1,5 2 1,7 1-1,8 0 1,10-3-1,9-6 0,13-7 1,-21 14-1,2-1 1,3-1-1,2-1 1,0-2-1,1 0 0,-1-3 1,1-1-1,-1-2 1,0-2-1,3-1 1,0-1-1,2-2 0,2-1 1,2-1-1,0 0 1,1 0-1,0 0 1,-2 1-1,0-1 0,0 1 1,-1 0-1,2-3 1,0-1-1,3-2 1,0-1-1,2-2 0,0-1 1,0 0-1,-1 0 1,-1 1-1,0-1 1,-1 0-1,0 0 0,-14 13 1,0 0-1,0 0 1,2-2-1,0 0 1,1 0-1,0-1 0,1 0 1,0-1-1,-2 2 1,0-1-1,0 0 1,0 0-1,1 0 0,-1 1 1,2-2-1,0 0 1,1 0-1,2-2 1,0 0-1,1 0 0,0-2 1,1 1-1,-1-1 1,0 0-1,0 1 1,0-1-1,0 1 0,-1 1 1,1-1-1,0 0 1,1 0-1,-1 0 1,1-1-1,0 0 0,0 0 1,1-1-1,0 0 1,0 0-1,0 0 1,1 0-1,0 0 0,1-1 1,1 1-1,-1-1 1,0 1-1,-1-1 1,0 1 379,-2-1 1,0 1 0,1-1-1,2 1 1,1 0 0,-1 0-1,1-1 1,0 0 0,-1 0 0,1 0-1,0-1 1,0 1-1338,-1-1 1,0 1 0,0-1-1,1 1 1,0 0 0,1 1 820,0 2 0,1 1 0,-1 0 0,-2-1 0,0 0 0,-1 0 22,0-2 0,1-1 0,-1 2 0,2 0 1,-1 1-1,1 0 0,0 1 0,-1 0 0,0 0 1,-1 0-1,-2 1 0,1-1-112,-1 0 1,-1-1 0,0 1 0,1 1 0,0 1 0,0-1 133,2 0 0,1 0 0,-1 1 0,-4 2 0,0 1 1,-1 0-1,-4 2 0,0 0 0,0 0 0,1 0 0,-1 0 1,0 0-1,1 1 0,0 0 0,-1 0 0,19-14 1,0 0-18,-5 2 0,-1 1 0,-5 5 0,0 1-106,-1 1 1,0-1 0,-2 1-1,1 0-24,4 2 1,-1-1-1,-6 2 1,-3-1 0,-4 5-1,-1 1 1,22-21-1,-9 10 1,-3 6-893,0 5 1,0 2-202,-4 4 0,-11 4 602,-2 5 1,-13 6 0,-2 4 0,-2 6 631,-2 5 0,2 4 0,4 1 0</inkml:trace>
  <inkml:trace contextRef="#ctx0" brushRef="#br0" timeOffset="11">31905 723 7885,'-13'-26'266,"2"2"0,0 2 1,3 5-1,-4 4 1,-2 4 2150,-3 5 1,0 3-2216,4 1 0,-4 4 0,-2 2 0,0 2 0,1 5 0,2 4 0,3 2 0,3 1 475,1 0-572,6 7 0,-2-4 0,5 3 0,1-3 0,3-1 384,5-1 0,4-5-187,4 1 1,-1-3 0,5-1 0,2-1 0,2-2 0,-1-3 440,-2-1 1,2-2-441,-2-4 1,-4 2-117,-1 2 1,-2-3-1,-4 5 1,-1 0 0,-3 2 440,-1 4 0,-3 5-284,-7 0 0,-5 6-437,-8-1 1,-3 3-1,-6 4 1,0 1 0,0-1-1,1-2-2423,-1-1 0,-2 0 1415,-2 0 1,3-2-30,-3-2 0,4-4 1,5-6 1129,3-4 0,4 4 0,1-5 0</inkml:trace>
  <inkml:trace contextRef="#ctx0" brushRef="#br1" timeOffset="12">26252 439 7790,'0'-13'-960,"0"0"1370,0 0 0,0 4 1844,0 1-687,0 5-887,0-3 1,1 16 489,4 3-922,-4 3 0,6-7 0,-3-1 1,5 1 264,3-2 0,-4 3-348,1-6 0,-1 6 0,5-2 0,0 0 0,0 1 87,0 1 1,0-3-96,0 2 0,0-5-86,0 4 0,0 1 0,1 4 0,2 0 0,2 0 0,1 1 134,0 3 0,4-2-97,-2 2 1,3-1-58,2 1 0,1-3 1,2 5-1,1-2 19,-1 0 1,2 5-42,0-5 0,-1 6 0,-4-2 1,-2 4-1,-1 1 0,-3-2 16,-1-2 1,2 2 76,-4-3 0,5 4 5,-5 1 1,6-2 0,-2-1 0,2-2 0,2 1 0,-1-2-5,3-3 0,2 2-55,-3-2 0,0 0-89,0-4 1,-1 0 0,0 1 0,-2 2 0,-3 3 0,0 1-108,0 3 0,-4 1 34,1 2 1,-1 0 141,1 0 1,-3 0 0,5-1 0,-1 0 0,3-2-1,0-3 10,1-2 1,1 4 13,7-5 1,-3 0-48,3-4 0,2 0 1,-2 0-1,0 0 0,0 0 1,0 0 86,-1 0 1,-3 0 48,-5-1 1,3 6-106,-2-1 1,1 2 0,0-4 0,-3 4-1,0 1 1,0 3 209,3 1 1,-3 2-171,2 0 1,-1 0-62,5 0 0,1-1 1,2 1-1,1 0 0,0 0 1,2 0-10,2-1 0,-1 1 9,1 0 0,-1-4-32,2-1 0,-2-1 0,-5 3 1,4-1-1,0 1 0,-1 1 51,-2 2 0,-1 4-7,3 0 0,-3 6-41,7-2 1,-5-2 0,3-1 0,-2 0 0,-2 0 0,-2 1 34,-1-1 1,0-1-45,0-4 0,-2 0 3,-2 0 0,2 0 1,-4-1-1,2 3 0,-1 0 1,1 2 117,-2-1 1,5 4-105,1 1 1,0-2-8,4-2 0,-1 2 0,0-1 0,2 1 0,1-1 0,-2-2 72,-6-2 1,2-1-38,-4 0 1,0 4 18,0 0 0,-2 0 1,-4-3-1,1 2 0,0 3 1,0 1-191,1 3 0,3-3 54,-4 1 0,6-4 19,-1 4 1,4-5-1,2 1 1,4-2-1,1-3 1,1 1-77,-1 0 1,7 4-23,-5 0 0,4 5 386,-9-5 1,0 4-1,-4-1 1,-1 2 0,0 2-1,-2-1 277,-2 1 1,-4-5-498,5-2 1,-1 1 6,5-1 1,4-1-1,2-6 1,1-2-1,3 2 1,0 2 74,-2 1 1,2-1-149,-6 1 1,4 0-25,-3 0 1,-3 4 0,-5 1 0,-1 1-1,-1 0 1,1-4 307,-1 0 1,1 2-77,4 0 0,-1 0-13,1-4 1,4 1 0,2 3 0,1 3-1,1 0 1,1-1-311,-1-1 0,-5-4 304,1 3 0,-3 2-172,-1-2 0,-5 0 0,0-4 0,-3 0 0,-1 1 0,1 0-387,-1-1 1,1 3 60,0-8 0,-3 2 203,7-1 1,-6 2 0,2-4 0,0 2 0,-1-2 0,0 0-423,2 0 0,-5-4 266,3 1 1,-3-3-186,-1-1 0,0-1 0,0-2 1,0-2-1,0 2-2463,0 2 1,-4-1 2963,-1-2 0,-5 2 0,3-3 0</inkml:trace>
  <inkml:trace contextRef="#ctx0" brushRef="#br1" timeOffset="13">31918 5408 7737,'8'0'766,"0"1"1,-1 4-1,-2 5 1,1 4 648,-3 3 0,3 10 0,0 1 1,1 5-355,3 7 0,-3 0-943,2 7 1,-1 1-1,5 3 1,-1-1 0,-2-4-1,-2-7-567,2-7 0,-4-7 1,-2-2-1,-2-3-1518,-2-1 1,-2-7-183,-2-8-937,-3-3 3086,-6-1 0,-6 0 0,-1 0 0</inkml:trace>
  <inkml:trace contextRef="#ctx0" brushRef="#br1" timeOffset="14">31918 5550 20207,'7'-37'0,"-1"1"0,-1 3 0,4 3 0,4 5 0,3 8 0,2 6 0,2 3 0,3 3 0,3 2 0,3 3 0,1 4 0,-1 6 0,-2 6 0,-1 5 0,0 4 0,-1 2 0,0 2 0,-4 1 0,-4 0 0,-2 0 0,-2 0 0,-2-1 0,-2-2 0,-5-1 0,-2 1 0,-2 2 0,-3 2 4232,-6 2 0,-1-4-4232,-12 1 0,-5-1 0,-6-1 0,-1 3 0,-1-4 0,1-3-283,1-2 0,0-6-1451,3 1 0,4-4-2299,0-5 0,6-2 4033,7-6 0,6-6 0,1-1 0</inkml:trace>
  <inkml:trace contextRef="#ctx0" brushRef="#br1" timeOffset="15">32808 4904 7789,'2'-17'4636,"1"-1"1333,1-2-5492,6 10 0,-9-1 0,4 17 0,-4 7 1,-2 9-1,-4 6 1079,-3 7-1571,-4 2 0,-2 0 1,-2-1-1,-1-1 1,0-1-1333,-2-1 1,5 3-374,-3-6 1,2-1 0,2-6 1719,0-2 0,1-5 0,-1 2 0</inkml:trace>
  <inkml:trace contextRef="#ctx0" brushRef="#br2" timeOffset="16">32460 1859 8197,'0'-9'-890,"0"0"1536,0 6 859,0-2-760,0 5 1020,0 0-171,0 5-1264,-6-3 0,3 9 0,-4-2 0,0 1 0,0 0 670,-3-1 0,-2 1-720,-1 7 0,-1-3 0,-2 3 1,-2-1-1,-3 0 0,-1 3 549,-3 1 1,-1-5-357,1 3 1,-6-3-230,1 3 1,-6-3 0,2 6 0,-2-1-1,0-2 1,3 2 427,2 0 0,-1-2-296,2 3 1,7-4-180,-3 5 0,3-5 0,-2 3 1,-3 2-1,-2-1 0,-4 5 447,-3 1 1,-4-1-384,-2 8 1,-3-3-160,-5 3 0,5 0 0,3 4 0,3-2 0,3-3 0,1-1-102,1 1 0,2-2 0,-3 2 0,2-2 0,-2-2 0,-1-1 0,-2 3 0,0-3 0,1 7 0,-1-1 0,0 3 0,1-1 0,0-1 0,2 1 0,2 1 0,4-4 0,-5-3 0,0 1 0,-8 0 0,-3 0 0,-6-2 0,0 2 0,1 2 0,1 3 0,2 1 0,4 4 0,5 2 0,0-3 0,1 3 0,-2-3 0,-2-3 0,-3-1 0,0-3 0,-4 0 0,-1 0 0,4 0 0,3 1 0,4 2 0,5-6 0,-2 6 0,6 0 0,0 4 0,-1 2 0,-2-3 0,-4-4 0,1-2 0,-8 3 0,-1-3 0,-1 0 0,1-1 0,2-1 0,4-1 0,3 2 0,2 2 0,-1 4 0,1 0 0,-1 1 0,-1 0 0,-4 1 0,-6 2 0,-5 1 0,-2-2 0,0-1 0,1-2 0,0-1 0,2-1 0,4 0 0,5-3 0,2 0 0,-3 1 0,-3 3 0,-7 2 0,-3 0 0,0-1 0,-1 1 0,1 1 0,3 2 0,5 1 0,3-3 0,2-3 0,2-2 0,-4-1 0,-5 5 0,-3 0 0,-2-1 0,1 3 0,-2 0 0,3 4 0,2 0 0,4 3 0,0-2 0,-1-3 0,-6-2 0,-6 2 0,28-20 0,1 0 0,-1 0 0,1 0 0,-24 20 0,5-1 0,8-1 0,3 2 0,5-3 0,2-4 0,2-4 0,2-2 0,0 0 0,-5 0 0,-5 0 0,-5 2 0,1-1 0,-1 2 0,2 0 0,-2 3 0,1 2 0,13-1 0,-2-1 0,6-3 0,4-2 0,1-2 0,1-2 0,5-7 0,-2-3 0,5-2 0,0-2 0,3-5 0,-2 1 0,5-2-266,-4 2 0,8 2 0,2-4 1,11 0-9566,6-2 9669,8-10 0,12-13 0,7-9 1</inkml:trace>
  <inkml:trace contextRef="#ctx0" brushRef="#br2" timeOffset="17">32899 1936 8320,'0'-13'3062,"0"0"-817,0 0 0,0 8-958,0 5 0,-6 5-812,-3 8 0,-2 0 0,-3 0 0,-5 0 0,-7 1 1,-7 3 430,-4 5 1,-6-2 0,0 0 0,0 0-19,-2 0 1,11-3-462,-1 5 1,13-6-243,4 1 1,10-7-1,3-1 1,5 1-1,6 1 1,7 1-185,7-4 0,10 4-1,5-4 0,2 4 0,2 1 0,-1 0 0,0-1 0,-3 1 0,-3 0 0,-5 0 0,-7 0 0,-5 6 0,-7 2 0,-2 4 0,-6 0 0,-13 1 0,-8 1 0,-12 2 0,-9 1 0,-7 5 0,-2-5 0,-4-2 0,9-5 0,0-2 0,3-3 0,3-2 0,2-2 0,6-7 0,6-2 0,2 0-3905,7 0 3905,-6-1 0,14-4 0,-2 0 0</inkml:trace>
  <inkml:trace contextRef="#ctx0" brushRef="#br2" timeOffset="18">33247 1613 8226,'-4'-13'1861,"-2"11"0,-1 13 0,-2 12 1037,2 6 1,-4 5-2925,2-4 0,2 5 0,-2-4 0,-1 2 1,-1 2-1,-2-2 0,0-3 0,2-3-3164,2-1 3190,-3-6 0,5 4 0,-6-4 0</inkml:trace>
  <inkml:trace contextRef="#ctx0" brushRef="#br2" timeOffset="19">26691 5227 7782,'-22'7'-72,"2"-2"1,1-3 0,4 3 0,0 3 0,4 4 0,1 1 2768,1 0-2676,6 0-186,-2-1 1,5 1-1,0 0 1,1-1 0,2-2-1,3-3 1,1-1-944,3-3 1,1-9 1009,2-7 0,-4-6 1,-1-7-1,1-1 0,0-1 1,-2-4 546,-1-1 1,-2 4 333,-4-1 0,4 3 1,0 3-1,-1 2 1,-1 5 2749,-2 3 1,-2 2-2535,-2 3 1,1 7-235,-5 10 1,3 8-1,-2 16 1,0 8 0,1 8-1,-1 8 1272,0 3 1,4 1-2038,-1 5 0,-2 1 0,2 3 0,-1-2 0,4 5 0,-2 0 0,-1-2 0,1 1 0,1 1 0,2-6 0,0-1 0,0-8 0,0-10 0,-1 2 0,-2-7 0,-1-5 0,1-5 0,1-5 0,2-1 0,0-6 0,0-2 0,2-10 0,2-4 0,-2-8 0,2-5 0,-3-3 0,4-2-1302,-1-3 1,0 1 161,-4-5 1,0 3-1,0-2 1,-1 2-1,-2 2 1,-3 0-1810,-1-1 0,3 3 2193,-5-4 0,5 4 361,-5 1 0,2 0 0,-3 0 1,3 0-1,0 0 0,0 1-162,-3-1 1,2 0 644,0 0 0,3 1 365,-3 4 1,-1-4 0,-2 4-1,1-2 1,1 1-174,-1 5 1,-1 4 0,-1 4 0,4 5 0,2 2 0,1 2 0,1 1-1,1 2 1,2 1 0,1 1 0,0-1 0,0 0 0,0-1 0,0 0-1,0-1 1,0 4 0,0 0 0,0 1 0,1 0 0,2 3 0,3 1-1,1 2 1,3 0 0,2-2 0,1 0 0,-1-1 0,3 2 0,1-4-1,1-1 1,-1-4 0,-2-1 0,-1-4 0,1-2 0,2-5 0,1-4 7777,-1-4-8058,-2-9 0,3-9 0,1-9 0,-1-10 0,0-9 0,0-10 0,0-7 0,-7 30 0,-1 1 0,1-2 0,0 1 0,1 0 0,0 1 0,9-33 0,-2 4 0,0 5 0,-3 6 0,0 6 0,-4 10 0,1 8 0,-1 7 0,2 4 0,0 6 0</inkml:trace>
  <inkml:trace contextRef="#ctx0" brushRef="#br1" timeOffset="20">26755 2672 7803,'-6'31'207,"5"-2"0,-3 4 0,1-2 0,0 0 0,-1-1 0,1 0 0,1-3 1410,2-4 1,0-4-511,0-7 1,0-6 0,0-7 1074,0-11 1,-4-2-1555,0-8 1,-2 1-121,2-5 0,1-5 0,-4-5 0,0-6 1,1-7-1,-1-5 667,-1-6 1,4-8-758,-4-1 0,6 30 1,1-2-371,-2 0 1,1 0 0,1-2-1,1-1 1,0-2 0,0 0-1,0-1 1,0-1 0,0 0-1,1 0 1,1 1 0,1 1-49,1 3 0,0 0 0,0 5 0,-1 2-130,6-33 0,0 7 130,4 2 0,-5 11 0,-1 0 0,1 5 0,-3-1 0,1 1 0,-3 0 0,0 6 0,1 8 0,-3 7 0,4 2 0,-4 5 0,-1-1 0,0 2 0,-1 4 0,-4 2 0,4-2 0,-10 9 0,8-3 0,-6 5 130,-1 0 0,-1 1-130,-2 3 0,0-1 0,0 6 0,-2-1 0,0 5 0,-4 2 0,-1 0 0,-4 4 0,-5 1 0,2 2 0,-3 3 0,4-3 0,4 0 0,-2-7 0,4 2 0,0-2 0,3-4 0,2-2 0,2-5 0,0 2 0,0-2 0,6 1 0,3-11 0,8-3 0,5-4 0,2-2 0,2-3 0,2-5 0,2 2 0,-1-4 0,5 0 0,1-3 0,3 0 0,1-2 0,0 1 0,-2 2 0,-2 1 0,2 2 0,-2 2 0,-2 3 0,1 6 0,1 6 0,4 3 0,0 5 0,-2 7 0,-1 7 0,-2 8 0,1 2 0,4 9 0,-6-1 0,-3 2 0,-3 0 0,-1-3 0,0-1 0,-1 0 0,-2-6 0,-2-2 0,-3-7 0,3 1 0,-4-8 0,5-5 0,-5-2 0,5-2 0,1 0 0,2 0-5179,0 0 5179,1 0 0,0-6 0,0-1 0</inkml:trace>
  <inkml:trace contextRef="#ctx0" brushRef="#br1" timeOffset="21">28007 5150 8065,'-26'-12'26,"-1"4"0,-2-8 1,-1 6-1,0 4 0,0 2 1,-2-1-1,-1 1 85,-2-2-103,3 5 0,1-10 0,6 3 0,2 0 0,2-1 0,-1-1 1,2-1-1,3-4 0,3-2 130,1-4 0,-5-5 222,1-4 0,-4-3 0,2-6 0,-1-1 0,-3-3 0,-3-6 1375,-4-5-1438,-3-5 0,12 28 1,-1 1-1,0 1 1,-2 0-1,0-1 0,-2 1 1,-2-1-1,-1 1 157,-2-2 0,0 0 0,0 3 0,-1-1-460,2 1 0,0 0 0,-4 2 0,-1 2 0,0 1 1,-2 3-1,-5 2 0,-2 3 0,-5 2 0,-1 3 0,-1 3 1,-1 3 95,4 1 0,0 4 0,1 6 1,1 5-1,1 3 0,1 4 1,-5 4-1,0 1-199,-5 5 1,1 1 0,1 0 0,2 2 201,0 4 1,1 1 0,4-1 0,2 1 8,2 1 0,1 2 0,-3 2 0,1 2 1,0 1-1,1 1 0,0 3 0,3 1 1,3 0-1,3 1 0,3-1 0,3 2-150,3-2 1,2 1-1,1 5 1,1 0 114,1 4 1,2 1-1,2-3 1,2 1 4,2 3 1,2 1 0,3 1-1,2 0 1,1 1 0,2 2 0,3 3-1,3 2 1,0-23 0,1 0 0,2 0-1,0 2 1,3-1 0,0 0 41,0 0 1,2 0 0,1-1 0,1 0 0,2 0 0,1-1 0,2-1-1,2-1 1,1-1 0,2 0 0,1 0 0,3-2 23,2 2 0,2-1 1,2-2-1,-2-3 0,2 0 1,1-2-1,2-2 1,1 0-1,0-2 0,18 12 1,2-4 144,0-4 0,2-2 1,-18-12-1,1 0 0,0-2-130,1-1 1,0-2 0,0 0 0,0-1 0,1-1 0,-1 0-102,21 4 0,0-2 0,-2-3 0,0-4 0,1-3 0,0-3 0,-4-2 0,-1-3 1,-3-3-1,-1-3 0,-3-3 0,0-5-52,-1-2 0,0-3 0,-3-5 0,-1-4 0,-2-3 0,-3-3 0,0-1 0,-3-3 0,-1-1 0,-1-2 0,4-2 0,-1-1 0,-3-5 0,-1-1 0,2-6 0,-1-3 0,-14 17 0,0-1 0,-2-1 0,-1-4 0,0-1 0,-3 0 0,-1 0 0,-1-1 0,-2 1 0,-1-1 0,-1-1 0,-1 0 0,-1-1 0,-2-1 0,0 0 0,-2-1 0,0 0 0,-1 0 0,-1-1 0,0-1 0,-1 1 0,0-3 0,-1 0 0,-1 0 0,-3 1 0,-1 0 0,-1 0 0,-1 3 0,0-1 0,-2 1 0,-1 0 0,-1 0 0,-2 1 0,-1 3 0,-1-1 0,-2 2 0,-1 0 0,-2 2 0,-1-1 0,0 3 0,-2 0 0,0 1 0,-10-21 0,-4 3 0,-4 7 0,-4 4 0,0 9 0,-2 3 0,-2 1 0,-2 4 0,-1 3 0,-1 2 0,5 2 0,1 2 0,5 4 0,0 2 0,2 2 0,0 1 0,2 3 0,0 1 0,-31-8-300,5 5 1,5 5-1,11 2 1,11 3-453,11 2 1,7 1-341,3 2 0,5 0 40,-1 0 1,8 0-366,1 0 1,5-4-1,8 0 732,0 1 0,-4 1-1265,-1 2 1669,1 0 0,2 8 0,-2 5 0,-5 8 281,-2 8 0,-2 4 0,0 5 0</inkml:trace>
  <inkml:trace contextRef="#ctx0" brushRef="#br1" timeOffset="22">11113 13216 8047,'-15'-37'597,"1"3"0,-1 5 0,5 6 0,2 6 3358,1 2-2603,4 8-1109,3 1 1,3 6-1,4 2 1,0 2-1,-1 5 1,1 2-1,-1 4 1,1 3 248,0 8 0,-4 6 0,3 8 1,-2 3-144,0 4 0,1 15 0,-5 8 0,-1-31 0,0 1-41,-1 2 1,0 2-1,-2 6 1,-1 2 0,-2 3-1,-2 2 1,0 4 0,0 1-170,-2 4 0,2 0 0,1-1 1,0-1-1,-1 1 0,1-1 0,1-3 1,1 0 36,1-2 1,1 0 0,-1-3-1,0 1 1,2-1 0,0 0 0,1-1-1,-1 0 21,0-2 1,0-1 0,-1-3 0,-1-1-102,3 2 0,0-1 0,-3 1 0,0-1-85,0 3 1,1-1 0,1-2 0,-1 0 0,1-2 0,-1 1 0,1-2 0,0-1 0,1 1 0,0-1 0,0 1 0,0 0-12,0 1 0,-1 0 0,1-4 0,0 0 0,2 0 0,0 0 0,0-2 0,0-1 0,0-2 0,0 1 0,0 0 0,0-1 0,0 0 0,0-1 0,0 32 0,2-9 0,0-5 0,3-4 0,-1 1 0,0-1 0,1 0 0,-3-4 0,0-4 0,-2-4 0,0-3 0,0-5 0,0-2 0,0-6 0,0-2 0,0-2 0,0 0 0,0-2 0,0 0 0,0 0 0,0-1 0,0 0 0,1-1 0,2 3 0,2-1 0,-3 0 0,1 0 0,0-1 0,1-2 0,-1-1 0,-1 0 0,-1 0 0,2 0 0,1 0 0,2-6 0,-2-3 0,-1-2 0,6-2 0,1 0 0,1 0 0,2 1 0,2 2 0,2 1 0,4 1 0,5-1 0,4 2 0,5 0 0,2 1 0,3 0 0,2 3 0,2 1 0,1 2 0,-1 0 0,-1-1 0,2-2 0,3-2 0,7 2 0,6 0 0,7-1 0,4-3 0,-36-4 0,1 0 0,-1 0 0,1 0 0,-1 0 0,1-1 0,0 0 0,1 0 0,-1-1 0,2 0 0,0 0 0,2 0 0,0 0 0,1 0 0,1 0 0,0 0 0,-1 0 0,1 0 0,-2 0 0,-1 0 0,1 0 0,-1 0 0,1 0 0,1 1 0,2 1 0,1 0 0,2 2 0,0 1 0,1 1 0,-1 1 0,-1 1 0,0 1 0,1-2 0,1 0 0,-3 2 0,0 0 0,4 0 0,2 0-34,3 0 0,0 0 1,0-1-1,-1 1 0,-1-2 1,0-1-1,0 0 1,2-1-1,1 0 0,0 0 1,2-1-1,1-1 34,-2 0 0,1 0 0,1 0 0,0-2 0,0 0 0,-1-2 0,3 1 0,1-1 0,-3 0 0,1-1 0,-1-1 0,-1 0 0,0 0 0,1-1 0,1 0 0,1 0 0,1 0 0,1 0 0,-2-1 0,-1-1 0,-5 2 0,-1 1 0,1-1 0,-1-1 0,0 0 0,1 2 0,-2 1 0,-1 1 0,0-2 0,-1 1 0,-5 1 0,-1 1-86,-4 0 1,-1 0 0,32 0 0,2 0-1,-1 0-884,-6 0 1,-14 0 14,-5 0 1,-15 1-788,-7 4 1,-7-4-353,-1 3 0,-9-4 0,-3-5 2094,-4-8 0,-7-6 0,-1-7 0</inkml:trace>
  <inkml:trace contextRef="#ctx0" brushRef="#br1" timeOffset="23">13242 12855 8056,'-1'-20'551,"-2"-3"0,-2-2 0,3 5 0,0 5 1247,2 2 1,6 6-1,3 4-914,2 6 1,2 8-1,0 9 1,0 4-1,1 8 1,2 5 291,1 6 0,6 5 0,-2 6 0,4 4-238,1 0 0,-5-5-374,1-1 1,-1-2-565,5-7 0,-6-3 0,-3-10 0,-4-8 0,-3-8 0,-1-5 0,1-5 0,-3-5 0,2-8 0,-1-9 0,-1-10 0,8-10 0,-7-10 0,7-3 0,-7-5 0,4-3 0,-1-6 0,-1 1 0,-3 1 0,1 3 0,-1 4 0,-3 10-3474,5 7 0,-2 7 2394,2 11 0,2 8 0,-2 9 0,2 2 0,2 2 0,0 0 1080,0 0 0,5 0 0,2 0 0</inkml:trace>
  <inkml:trace contextRef="#ctx0" brushRef="#br1" timeOffset="24">14158 12623 7997,'0'12'0,"0"1"0,0 0 1420,0 0 1,0 6 0,0 4 0,0 5 1088,0 7 1,-1 4-1400,-3 4 0,1-2-773,-6 7 1,6-3 0,-2 4 0,0-3 0,1-3 0,1-4-1301,2-3 1,2-9 584,3-1 0,2-2-2290,3-7 1,2-5 2667,-2-8 0,2-2 0,2-2 0</inkml:trace>
  <inkml:trace contextRef="#ctx0" brushRef="#br1" timeOffset="25">14068 12829 7937,'-33'-1'597,"4"-2"0,5-3 2795,3-1 0,6 3 416,2-5-3209,6 6 1,10-4-1,6 4 1,8-3 0,7 1-1,6-3 471,5 1 0,2 4-836,2-1 0,-1-2-992,1 2 1,0 0 0,0 4-1,-1 0 1,1 1 0,1 2-2742,3 1 0,-7 5 2625,3-5 1,-5 5 873,1-5 0,2 6 0,-4-3 0</inkml:trace>
  <inkml:trace contextRef="#ctx0" brushRef="#br1" timeOffset="26">11487 14197 7899,'0'-13'1090,"0"0"1524,0 0-2276,6 6 1,1 6 0,6 7 0,1 1 0,2 3 0,4 3 0,3 2 562,4 3 0,7 0-661,1 0 1,6 0-1,4 5 1,1-1-1,1-1 1,0 1 633,1-1 1,-1 1-538,5 3 0,9 3-247,4 2 1,-29-16-1,0 1 1,-1 1-1,0 0 1,1 2-1,0-1 1,0 0-1,1 0 1,-1 2-1,-1 0 187,0-1 0,-1-1 0,3 1 0,-1 0-358,3 2 0,0-1 0,0 1 1,2-1 166,4 0 0,0 0 1,-6-1-1,0-1 0,1 0 1,0 0-1,-2 1 0,0 0 1,0 1-1,0 1 0,4 1 1,1-1 108,3 2 0,0-1 0,-3 4 0,0-1-143,0 0 0,0 0 0,-5 0 0,0 2 0,-2-1 1,1 1 0,2 1 0,2-1-1,3 1 1,1 0 0,1-1 0,0-1-1,-2-2 1,1 0 0,-3-1 0,-1-1 138,-2 1 1,1-1-1,2 0 1,0 0-87,3 2 0,1 1 0,1-3 0,0 0-57,3 0 0,-1 1 1,-3 0-1,-1 0 1,-4 0-1,1-1 1,0 0-1,0 0 1,3-1-1,-1 0 1,2-1-1,0 1 147,-1-1 1,-1 0-1,-2 0 1,-1 0-196,-4-2 0,-1 0 0,2 2 1,0-1-95,-1 0 1,0-1 0,0-1 0,2 1 0,-1-1-1,1 1 1,-1-1 0,0 1 0,-2-1 0,0 1-1,-3 0 1,-2 1 0,27 18 0,-5-3 0,-2-5-1,1-7 1,0-2 0,-1-4 0,-1 0 0,-2-2 0,-7-2-1,-5-2 1,-7-3 0,-5-2 0,-4 0 0,-3 0-1,-4 1 1,-3-1 0,0-1 0,0 0 93,-1 1 0,-16-10 0</inkml:trace>
  <inkml:trace contextRef="#ctx0" brushRef="#br1" timeOffset="27">16714 16107 9438,'-13'0'0,"0"0"2252,0 0 0,6 2-1235,3 2 0,2 9-641,2 8 1,6 11-1,1 7 1,2 7 0,1 4-1,3 1 38,3 1 0,1-2-522,-4-2 0,-2-10-939,-2-8 1,2-2 0,-4-3 1046,1 1 0,3-11 0,-4-4 0</inkml:trace>
  <inkml:trace contextRef="#ctx0" brushRef="#br1" timeOffset="28">16585 16120 7877,'-7'0'4915,"24"0"0,3 6-2799,23 3 0,-3 2-1240,12 2 1,-8 6-565,8 2 0,-5 3 1,2 2-1,-3 2 0,-2 0 1,-4 2 523,-4-1 0,-10-2-542,-9-1 1,-4 6-281,-4 2 0,-6-2 1,-12-1-1,-10-1 1,-6 0-1,-8 0-1772,-5 2 1,3-5 0,-10 2 0,1-5-5203,-4-2 6960,-2-6 0,-13 8 0,-3-4 0</inkml:trace>
  <inkml:trace contextRef="#ctx0" brushRef="#br1" timeOffset="29">12493 17346 7846,'-7'-5'476,"2"-4"1,0-2 0,1-2 631,1 0 0,7 0 0,6 0 0,5-1-293,2-4 1,7-3-556,2-9 0,7-3 1,10-9-1,7-5 1,-20 18-1,1-1 1,5-5-1,1-2 376,4-5 0,1-2 0,0-2 0,1-2-628,-1-4 1,2 0 0,1-1-1,1 0 1,-13 17 0,1-1-1,0 0 1,1-2 0,0-1-1,1 0 138,1-2 0,1 0 0,-1 0 1,-2 1-1,-1 2 0,0-2-78,-1 0 1,0-1 0,0 0 0,1 2 0,1 0 0,1 0-1,-1 0 1,0 1 0,1-1 0,0-1 0,0 1 0,1-1-1,-2 1 1,1 1 0,-1-1 0,-1 1 0,-1 0 0,0 1 53,14-18 0,1 1 1,1 4-1,1-1 1,-17 16-1,1 0 0,-1 1 1,18-18-1,0 1-28,-1 0 0,-2 1 1,-5 1-1,-2 1-70,0-1 0,0 1 0,1 2 1,2 2-41,3-1 0,1 2 0,-2 1 0,-1 1 0,-4 3 0,-1 1 1,-5 0-1,-1 0 0,-4 0 0,0 1 0,-2 1 0,1 0-14,1 1 0,0 0 0,2 1 0,-1 1-71,2 2 1,-1 1-1,-5 4 1,-1 1-45,21-18 1,-11 0-1,-7 3 1,-6 4 0,-6 3-1,-4 6-1371,-4 4 1,1 4-1028,-6 6-91,0 0 0,-2 7 2634,-2 12 0,-2 7 0</inkml:trace>
  <inkml:trace contextRef="#ctx0" brushRef="#br1" timeOffset="30">16327 13087 7807,'-5'-20'290,"1"3"1,0 4 3087,-2 4-2857,5 4 1,-9 6 0,5 3 0,1 5 0,-2 2 0,-2 2 66,-4 0 1,-1 4-1,0 2 1,0 0-118,1-1 0,-1 4-39,0-5 0,1 5-180,4-5 1,-2 0-1,5-3 1,4 2-1,5 1 322,9-1 0,6-1-7,7-3 1,-1 1-256,1 0 1,0 0 0,1 0 0,1-1-1,-1-2 1,-4-2 758,-3 2 1,-3 2-640,-4 1 0,-6-1-235,-3 1 1,-2 0 0,-2 0-1,-2 0 1,-2 0 0,-6 0-198,-6 0 0,-2-2 0,-4-2 0,-2 2-1305,2-2 0,-4 1 0,-1 0 1,0-3-1,3-1 1305,-1-3 0,1 10 0,-2 1 0</inkml:trace>
  <inkml:trace contextRef="#ctx0" brushRef="#br1" timeOffset="31">19876 13255 7884,'-13'-6'1356,"0"5"1,2-2 114,2 6 0,3 8-924,6 6 0,0 8 0,0-1 0,0 6 0,0 5 0,0 6 0,0 11 0,0 11 579,0 9 1,0-32 0,0 2-1041,0 0 0,0 2 0,0 5 0,-1 2 0,0 4 0,-1 2 0,0 3 0,0 2 0,0 3 0,-1 0 0,1 0 0,0 1 0,0 0 0,0 1 0,0 0 0,1 1 0,0 1 0,-1 1 0,0-1 0,0 1 0,-1 0 0,-1 1 0,-1-2 0,1-1 0,0 1 0,-1 0 0,1-2 0,0 1 0,0 1 0,-1-1 0,1 1 0,0-1 0,-1-1 0,1 0 0,0-2 0,-1-2 0,1 0 1,0-1-1,0 0 0,-1-1 0,1 2 0,0-1 0,0-1 0,0-2 0,1-1 0,-1-1 0,1-3 0,1-2 0,-2-1 0,0 0 0,1-1 0,1-1 0,-1-1 0,0-1 0,1-2 0,0-1 0,0-4 0,-1 0 0,1-1 0,-1 1 0,0-1 0,0 1 0,-1 1 0,1-1 0,0-1 0,0 0 0,-4 31 0,1-11 0,0-9 0,3-7 0,1-3-2469,-3-1 2453,4-6 0,-5-3 0,6-7 0,0-3 1,0-1-1,2-5 0,2-4 0,4-7 0,4-4 1,1-4-1,1 2 0,3 2 0,3 1 0,3 0 1,2 0-1,5 0 0,6 0 0,11 0 1,12 0-1,13 0 0,-32 0 0,1 0 0,3 0 1,1 0-1,3 0 0,2 0 0,3 0 0,1 0 1,6-1-1,1 1 0,3-2 0,2-1 0,2-1 1,0 0-1,2-2 0,1-1 23,-22 1 1,0 0 0,1 0 0,0 1-1,0 0 1,0 0 0,3-2 0,1 0-1,0-1 1,-1 1 0,0-1 0,0 0-94,0 0 0,0 0 0,-1 0 0,-2 1 0,-1 0 0,1 1-310,1 0 0,1 0 1,0 1-1,-1 0 0,1 1 1,0 0 309,2 0 0,1 2 0,-1-1 0,18 0 0,0 0 0,1 3 0,0 2 0,-3-1 0,0 2 0,-1 1 0,0 1 0,1 1 0,-1 1 0,0 1 0,0 1 0,-3-2 0,0 0 0,1 2 0,-1-1 0,-3 0 0,-1-1-33,-2-1 1,0 1 0,3-3 0,1 0 0,-2 0 0,0-1 0,-2 0 0,-1 0-1,-3-1 1,-3-1 0,-3 0 0,-2-1 32,-1 1 0,-1-2 0,-1-1 0,0-1 0,3-1 0,-1-1 0,-5 0 0,-2-1 0,24-7 0,-11 4 0,-10 0 0,-4 1 0,-6-1 0,-7 2-4357,-7 1 2534,-5 2 1,-8 4-651,-6 0 0,-9 0 2916,-12 0 0,-7 6 0,-10 1 0</inkml:trace>
  <inkml:trace contextRef="#ctx0" brushRef="#br1" timeOffset="32">21631 13010 7806,'0'-20'907,"0"1"1,2 3 0,2 5 176,5 8 0,2 7 0,3 11 0,2 3-436,1 8 0,6 7-448,-1 10 0,1 4 0,0 9 0,-2 6 1,-9-28-1,-1 2 0,1 4 0,1 2 286,0 4 1,-1 1 0,1 6 0,0 0-222,0 3 0,0 0 0,0 1 0,0 1-139,0 0 1,0 0-1,0 2 1,1 0-1,1 1 1,0 0-1,1 0 1,1-1-1,1 0 1,0-1-1,0-2 1,1 1 421,1-1 1,0 0-1,4 3 1,0 1-747,0 1 1,-1 1 0,-1-2 0,-1-1 305,-1 1 0,-1-1 0,0 1 1,-1 0-1,-3-2 0,0 1 0,0-1 1,0-1-1,0 0 0,0-1 0,0 1 1,0-1 196,0 0 0,-1-1 1,2-2-1,1-2-241,0 0 0,1 0 0,0 0 0,2 0-122,2 0 0,-1-1 0,-1-2 0,0-1 0,2 0 0,-1 0 0,-1-4 0,-1-1 1,-1-1-1,0 1 0,-1-1 0,-1 2-67,0 2 1,0 0 0,-2-4 0,0 0 3,-3 1 0,0 0 0,0-4 0,1-2-252,-3 0 0,-1-1 1,9 32-1,-4-1 0,-2-4 1,0-5-1,-3-4-2349,2-4 1,-3-12-2290,2-4 2804,-6-17 2207,3-5 0,-1-12 0,2 0 0</inkml:trace>
  <inkml:trace contextRef="#ctx0" brushRef="#br1" timeOffset="33">23387 16843 7745,'0'13'1240,"0"1"1,0 3-1,0 6 309,0 6 0,1 8 0,2 8 1,1 1-1142,-1 2 1,3 6-1,-2-3 1,0-5-553,2-4 0,-4-4 138,2 1 1,-1-7-1993,1-7 0,-3-4 1998,4-9 0,2-16 0,0-4 0</inkml:trace>
  <inkml:trace contextRef="#ctx0" brushRef="#br1" timeOffset="34">23438 16843 10259,'-13'-4'5692,"0"-1"-4532,6 1 0,7 4 0,10 2 1,6 2-279,6 4 1,-2 8 0,3 3 0,2 2 96,4 7 1,1-1-623,-4 7 1,0 1-193,0 3 1,-2 1 0,-2 0 0,-7 0 0,-5-1 0,-7 2 31,-6 3 1,-10-2-124,-8 2 0,-8 0-1365,-1-5 0,-6-2 1,2-11-1,-5-4 0,-4-5 1,-3-6 1290,0-6 0,-10-8 0,3-3 0</inkml:trace>
  <inkml:trace contextRef="#ctx0" brushRef="#br1" timeOffset="35">19928 16701 7790,'-20'0'547,"2"-1"116,4-4 0,3 2-181,2-5 1,5 4-1,9-4 1,8 3 579,7 2 0,8-4-553,6-2 1,6-7-47,12-1 0,7-7 0,5-2 0,-27 9 0,1-1 0,5-2 0,3-3 0,6-2 0,2-3 126,6-3 1,2-1 0,-17 9 0,1 0 0,0-1-836,1-1 1,1-1 0,-1-1 0,3 1-1,1-1 1,0 0 276,2 1 1,0 1 0,0-1 0,0-1 0,0 1 0,-1 0 0,-1 2 0,-1 2 0,0-1 0,-1 1 0,0-1 0,-1 1 0,0-1 0,-1 1 0,0-1 0,0 1 0,-1-1 0,0 1 0,1-1 0,0 0 0,0 0 0,0 1 0,1 0 0,0 0 0,0 1 0,0 0-1,-1 1 1,-1 1 0,0 1 0,-1-1 0,20-7 0,0-1 0,0 1 0,1-1 0,1 0 0,1-2 96,-23 10 1,1-1-1,-1-1 1,21-10-1,0 0 1,-2 1-1,-1 0 1,2 2-1,-1 0 1,0 2-1,-1 1 1,-4 1-1,1 0 1,-4 3-1,-1 1 1,-1 1-1,-1 2 1,-1 1 0,-1 2-1,-3 1 1,-2 0-1,-3 1 1,-2 1-1,27-8-1095,-10 5 0,-4 0 0,-12 9 0,-6 3 0,-9 0 0,-10 4 0,-10 0 0,-11 4 967,-12 1 0,-2 1 0,-4 0 0,1-2 0</inkml:trace>
  <inkml:trace contextRef="#ctx0" brushRef="#br1" timeOffset="36">24858 14339 8520,'0'-7'3641,"0"13"1,0 12-3268,0 12 1,0 12 0,0 0 0,0 5 309,0 5 1,0-4-408,0 8 0,-2-4 0,0-6 1,-3-8-1,1-6 801,-2-5-849,5-7 1,-11-10-1,5-12 1,0-11 0,3-7 195,2-8 1,2 0-455,0-11 1,0-3-146,0-9 0,6-7 0,3-2 0,2-3 0,2-2 0,0 0 301,0-4 1,4 4 75,0 1 0,0 12 86,-4 13 0,0 9 0,0 12 0,0 6 1,0 6-1,0 9 734,0 9 0,-3 8-504,3 10 0,-3 9-326,7 8 0,-3 3 0,-1 3 0,0 2 0,0 2 0,0-1-193,0-3 0,0 0-410,0-10 0,-5 0-426,1-4 1,-1-3-1,4-5 1,-3-6-1,-4-7 1,0-5-8034,-1-3 4363,0-7 4506,-4 3 0,-6-12 0,-1-1 0</inkml:trace>
  <inkml:trace contextRef="#ctx0" brushRef="#br1" timeOffset="37">22664 12661 7801,'0'13'1069,"-2"0"0,0 3 1,-4 5-1,-1 9 1,-3 9-1,-2 10 0,-1 10 318,0 7 1,7-30 0,-1 1 0,-4 30 0,1-5-1698,1-9 1,6-13 264,-1-10 1,3-15 0,1-13 0,0-10 25,0-8 0,0-13 1,0-1-1,1-8-159,3-10 1,4-5-1,4-13 1,1-1 294,0-2 1,0-1-244,0 1 1,0 9 543,0-1 0,1 14 1,2 10-1,1 8 0,0 9 1,1 7 676,-1 10 0,2 19-442,-2 14 0,-2 7-406,7 6 0,-5 8 0,3 5 0,-1-2 0,-3-1 1,-1 0-294,3 3 0,-4-9-1926,3 1 1,-4-12-138,-4-6 0,1-4 0,-4-5 2109,1-4 0,-10-8 0,1-3 0</inkml:trace>
  <inkml:trace contextRef="#ctx0" brushRef="#br1" timeOffset="38">22715 12958 7801,'-7'-1'4915,"3"-4"0,4 3-3567,4-7 0,9 5 0,9-5 0,4-1-1649,4-1 1,-2-2-1,5 1 1,-1 2-495,-3 1 1,2 7 794,-1-3 0,0-2 0,-4 0 0</inkml:trace>
  <inkml:trace contextRef="#ctx0" brushRef="#br1" timeOffset="39">23258 12584 13343,'-13'-13'0,"0"1"0,1 2 0,5 5 0,7 2 0,6 6 0,2 1 0,0 3 0,-1-1 4194,0 0-3905,-4-2 0,3-3 1,-8 2 1136,-2 2-468,2-1-404,-3 2-634,5-5 2,0 5 0,-2-6 1,-1 1 118,-1 3 92,-6-2 1,7 4 367,-5-6 0,3 0 1232,-3 0 0,5 1-1017,-2 3 0,10-2 0,5 2 1,6-2-717,5-2 0,9 0 0,6 0 0,6 0 0,5 0 0,-1 0 0,0 0 0,-2 0 0,-2 0 0,-6 0 0,-2 0 0,-11 1 0,-2 3 0,-10-1 0,-7 7 0,-3 3 0,-2 4 0,-5 3 0,-7 3 0,-1 6 0,-8 1 0,1 10 0,-5-1 0,6 3 0,1-4 0,4 1 0,0-2 0,5-2-530,3-5 1,3-7-1,4-3 1,1-3-1,3-4 1,5-4 0,2-4-1,2-2 1,0-1-1,2-4 1,2-2 0,3-6-1,0-4 1,-3-5 529,-2-1 0,3-7 0,2-6 0</inkml:trace>
  <inkml:trace contextRef="#ctx0" brushRef="#br1" timeOffset="40">23490 12971 9027,'-26'0'0,"0"0"0,0 1 0,1 2 4173,-1 2-3015,6-1 1,5-3 0,10 2 0,3 2 0,9-3 226,8 0 0,6-4 0,9-2 1,5-4-1552,2-4 0,6-2 1,2-2-1,0-3-1063,4-1 0,6 0 1229,1-1 0,0 2 0,-5 6 0</inkml:trace>
  <inkml:trace contextRef="#ctx0" brushRef="#br1" timeOffset="41">25052 14236 7741,'8'-13'-138,"1"0"0,1 0 0,1 0 1,1 0-1,-2 0 0,-2 1 91,2-1 0,2 0 0,1 0 0,0 0 1,0 0-1,-2 0 318,-2 0 1,2 0 0,-2-1 0,1-2 537,-2-1-431,4 0 0,-9 7 0,4-2 0,-1-2 980,-3 0-972,-2 5 1,-1 2 85,0 2 0,-1 4 0,-4-3 0,-3 2 616,-4 2 1,-1 5 0,0 0 0,-1 1 137,-3 0 0,-3 5 1,-6 1-1,-1 5-335,-3 3 0,-3 2 0,-8 5 0,0 1-445,-2 3 1,0 4 0,5 0 0,4 1-447,4-2 0,4 2 0,6-6 0,7-1 0,7-2 0,5-3 0,2-2 0,5-5 0,7-3 0,7-1 0,10 0 0,-1 0 0,5 0 0,5-4 0,5-1 0,2 2 0,2 0 0,-2 0 0,-3-1 0,-5 0 0,-3 4 0,-4 1 0,-5 3 0,-6-1 0,-4 4 0,-6 0 0,-6 0 0,-2 2 0,-2-2 0,0 3 0,-2-5 0,-2 1 0,-5 0 0,-3-1 0,-4-2 0,-3 3 0,-1 1 0,-2-5 0,-5 4 0,-1-2 0,-3 1 0,-4-6 0,0-3 0,-2 0 0,-2-2 0,-4 0 0,2-4 0,3 1 0,7-1 0,1-3 0,2-3 0,5-1-1713,3 1 0,5-4 1713,6-2 0,3-2 0,6-2 0</inkml:trace>
  <inkml:trace contextRef="#ctx0" brushRef="#br1" timeOffset="42">14830 11306 7871,'14'-17'217,"3"-2"0,5 1 0,2-1 0,3 3 0,2 3 0,1 5 47,-1 3 1,-2 5-1,-3 5 1,-1 2 0,-3 3-1,-1 0 1,-3 3 0,-3 0-191,-5 3 0,2-1 0,-5 0 0,-2 0-90,-2 3 1,-1 3-109,0-4 0,-6-4 1,-4-6-1,-6-1 0,-7-3 1,-5-2 606,-7-1-162,-8 0 0,-3-7 0,-4-4 0,0-6 0,0-2 0,-3-1 0,0 0 179,0-3 1,-10-6-1,28 13 1,-1 1-1,-3-1 1,-1 0-220,-2 0 0,-2 1 1,2-3-1,0 1-407,-1 2 0,0 0 1,-1 0-1,0 1 125,-3 3 0,0 1 1,-4-1-1,0 0 1,-2 3-1,0 2 1,1 0-1,0 0 1,2 1-1,0 0 1,-2 1-1,-1 1-126,-4 1 1,0 0 0,1-1-1,0 0-83,-4 1 1,-1 0 0,4-1 0,0 0 155,1 1 0,0 0 0,-5 1 0,-2 0 0,-3-1 1,-1 0-1,2 1 0,0 1 0,1 0 0,1 0 1,-1-1-1,-1 0-92,-2-1 1,-1 0 0,0 1 0,-1 1 253,-2-3 0,0 1 1,1 4-1,1 1-68,20-1 1,0 1 0,0 0-1,-22 3 1,-1 1 0,0 1-1,-1 0 1,24-2 0,-1 0-1,0 0 1,-1 1 0,1 0 0,-1 0-1,1 0 1,0 1 0,0-1 73,0 1 0,1 1 0,0-1 0,1 0 1,-1 1-1,1 0-89,-2-1 0,0 1 1,-1 0-1,1 0 1,-1 1-1,0 1-10,0-2 1,-1 1-1,0 1 1,4 0-1,1 1 1,-1-1-1,-2 0 1,0-1-1,1 1 1,-20 5-1,0 1 1,1 0-1,0 2 1,-1-1 0,0-1-139,1 1 1,-1-1-1,0-1 1,1-1 49,2-1 0,-1-2 1,0 1-1,1-1 129,-1-2 0,0 1 1,1 1-1,0 0 0,4-1 1,0-1-1,-2 0 0,0 1 1,3-1-1,2 0 0,2 0 1,0 0-14,3 0 1,-1 0 0,0 1-1,-2 0-24,-3 1 0,0 2 1,6 0-1,2 2 0,0-2 0,1 2 0,2 0 1,2 1-1,-1-1 0,-1 1 1,-1 3-1,-1 1 0,-1 2 0,2 0 1,2 2-1,3 0-54,4 0 0,3-1 0,2-2 1,1 1-1,1 0 0,-2 0 1,-1 0-1,-2-1-206,-1 2 0,0-2 1,4-1-1,2 0 225,2 0 1,3 1-1,-15 22 44,5-1 1,11 6 0,0-3-1,7 0 1,4-3 0,4-3 0,4-1-1,3 0 1,3-2 0,3-3 0,5-2-1,5-2 1,4 1 0,5 1-1,1 0 1,4-2 0,5 0 0,5 1-1,5 1 1,5 1 0,8-2 0,7 0-1,5-6 1,4-2 0,-33-11-1,0-1 1,0 1 0,0 1 0,1-1-1,-1 1 1,-1 0 0,0 0 0,2 0-1,0-1 1,2-1 0,2 1 0,2-2-1,2 0 1,1-1 0,1 0-1,2 0 1,-1 0 0,0-1 0,1 1-1,0 0 1,1-1 0,2 0 0,2-2-1,1 0 1,2 0 0,1-2-1,-1 0 863,0 1 1,0 0-883,1 1 0,1 0 0,-3-2 0,0 0 0,3 0 0,0 0 0,0-1 0,1 1 0,-1-1 0,0 0 0,0-1 0,1 1 0,1 0 0,-1-1 0,1 0 0,-1 0 0,0 0 0,0 0 0,0 0 0,1 0 0,2 1 0,1-1 0,1 1 1,-1 0-1,1-1 0,-1 1 0,-2 1 0,1-1 0,1 0 0,2 0 0,1 0 0,1 0 0,0-1 0,1-1 0,-2 0 0,0-1 0,-1 0 0,0-1 0,2-1 0,-1-1 0,2 0 0,-1-2 0,1-1 0,1-1 0,-1-1 0,1 0 1,1-1-1,1 0 0,-2-1 0,1-1 0,-2 0 0,0 0 0,0-2 0,0 1 0,2-1 0,1 0 0,0 0 0,0 1 0,-1-1 0,-1 0 0,-2 0 0,1 0 0,-1 0 0,1 0 0,-1 0 0,0-1 0,2 0 0,0-1 0,0 0 1,1 0-1,1 1 0,0-1 0,-3 2 0,0-1 0,-2 1 0,0 0 0,-1 1 0,1 0-1564,3 1 1,1 0 1573,-5-1 0,-1 0 0,3 4 0,-1 2 0,-6-3 0,-1 0 0,3 2 0,0 0 1,1 0-1,1 1 0,-1 0 0,-1 1 0,-2 0 0,-1 0 101,-2 0 1,-1 1-1,2 0 1,0 0-168,3-3 0,-1 1 0,-4-1 0,-2 1-16,-2-1 0,0 1 0,-2-1 1,0-1-1,2 1 0,-1-1 1,0-1-1,-1-1 0,-3 0 1,-1 0-1,-4-1 0,-1 0 15,-2 2 0,-2-2 0,28-13 0,2 1 0,0-4-105,-1-3 1,-7-6 461,-7 1 1,-14-2-39,-12-2 0,-7-1 1,-10-1-1,-5-4 1,-3 1-1,-2-1 637,-3 4 0,-11-4-732,-11 2 1,-8-6-122,-13 2 1,-8 1 0,21 23 0,-2 0 0,-2 1 0,0 0 0,-3 1 0,0 0 0,-1 1 0,-2 0-474,-1 0 1,-2 1-1,2 3 1,-1 1-1,-4 1 1,1 2-1,-1 2 1,-1 1-1025,0 2 1,0 0-1,2 1 1,-1-1 164,1 1 1,-1-1 0,6 3 0,0 0 1276,-2-1 0,1 1 0,2 2 0,0 1 0,1-1 0,1 0 0,-32 0 0,8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87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22832 10545 12817,'-8'0'2346,"3"0"0,3 0-1654,-2 0 1,1 0 390,-6 0-818,7 0 0,-6 0 0,4 0 0,-4 0 1,-4 0-1,-1 0 386,0 0 0,0 0-545,0 0 1,1 0 0,-1 0 0,0 0 0,-2 0 0,0 0-62,-3 0 0,1 0-77,4 0 0,-4 0 0,0 0 1,1-2 3,2-2 0,1 1 69,0-6 0,-4 7 1,0-4-1,1 0 0,1-1 1,3-2-1,-1 1 0,0-1 1,0 0-1,0 2 0,0 0 1,0 1-1,-1-1 0,-2 1 1,-1-1-1,0 2 0,-1-1 1,0 2-1,-1-1 0,-1 1 1,1 0-1,-1-1 0,0 0 1,-1-1-1,-1 0 0,1 2 1,-1 0-1,1-2 1,1 0-1,1 0 0,2 2 1,-1 0-1,1-1 0,1 1 1,2 0-1,1 0 0,0 1 1,-1 0 911,-3-2-955,2 4 0,-3-5 0,3 6 0,0 0 0,-4 0 0,-1 0 0,-3 2 0,-1 1 0,-2 2 0,-1 3 0,-4 2 0,-2 1 0,-1 2 0,1 0 0,0 0 0,2 0 0,-2 0 0,1-1 0,2 1 0,4 0 0,3 0 0,0-1 0,-1-2 0,-2-2 0,2 1 0,1-2 0,1-1 0,-1 0 0,-1 1 0,-2 1 0,0 1 0,0 1 0,1 1 0,-1 2 0,0 0 0,2 0 0,1 1 1,3 2-1,-1 1-132,1-1 0,5 3 0,-3-2 0,4 0 96,1 2 0,0-5 0,0 3 1,2-2 172,2-2 1,-1 0-42,6 0 0,-5-1 40,5 1 1,-5 0-1,5 0 1,1 0 0,0 0 458,-1 0-529,3-6 0,-5 5 0,6-4 0,1 2 0,2 0 298,2-1-256,5-1 0,-3 5 1,6-1-1,0-4 1,-1-2 19,1 0 0,0-3 0,0 4 0,0-1-114,0-3 1,4 2-1,2 1 1,-1 0-13,1-1 0,3 1 0,-4-3 0,2 3 0,3 1 0,6-4 0,1 3 0,0-2 0,2 0 0,-4 5 0,5-5 0,0-1 0,0-2 0,-2 4 0,2-1 0,-3-1 0,-6-2 0,2-1 0,-5 0 0,4 0 0,1 0 0,-1 0 0,1 0 0,1 0 0,4 0 0,-3 0 0,5 0 0,0 0 0,0 0 0,-3 5 0,3-1 0,-1-1 0,-4-2 0,0-1 0,-2 0 0,-2 2 0,-3 2 0,2-3 0,-4 4 0,0-4 0,-1-1 0,5-1 0,-1-2 0,2-1 0,2 1 0,1 0 0,2 0 0,1-1 0,-1 1 0,4 1 0,0 2 0,0-1 0,-3-3 0,-3 2 0,-1-2 0,0 2 0,-1 2 0,0 0 0,-4 0 0,-2 0 0,0 0 0,-4-4 0,5 0 0,-1 0 0,-3-2 0,4 0 0,0-4 0,2 1 0,-1-1 0,1-1 0,3-2 0,0-1 0,-4-4 0,4 4 0,-4-3 0,2 3 0,-1 1 0,-4 0 0,-3 0 0,0 1 0,3 4 0,-6-2 0,-4 4 0,-1 0 0,0 0 0,-3-4 0,3 2 0,-1-4 0,-2-1 0,-4-1 0,0-2 0,0-1 0,0-6 0,-1 2 0,-2-4 0,-1-1 0,-6 1 0,1-1 0,-2 0 0,-2 0 0,4 5 0,1 1 0,-2 0 0,-2-1 0,1 6 0,1-1 0,1 4 0,-1 4 0,0-1 0,0-2 0,1 1-1127,-1 1 1,-1 6 0,-2-2 0,0 0-4131,0 1 5257,6-6 0,-10 3 0,2-6 0</inkml:trace>
  <inkml:trace contextRef="#ctx0" brushRef="#br0" timeOffset="1">26239 12210 7856,'0'-9'3103,"0"0"-2756,0 6 1,4-1-1,1 8 337,-3 5 1,0 3-287,-2 0 1,-4-3 0,-2-2 0,-1-1 88,-3-3 0,2 3 1,0-2-1,-2-1 176,-2-2 1,-2-1-269,-3 0 0,2 4-167,-2 1 1,-1-1 0,-1-4 0,-1 0 0,-3 0 0,0-1 190,1-4 1,-2 4 0,4-3 0,-2 1-241,1-2 0,-1 3 1,-2-6-1,1 1 66,2 0 0,-1 4-134,-4-1 1,5-2-43,-1 2 1,1 0 0,-5 2 0,-1-1 0,-3-1 28,-5 1-195,4 2 0,-7 1 22,4 0 0,-8 0 47,-1 0 0,0 0 1,6 1-1,1 2 0,3 3 1,0 1 71,0 3 0,0 0 0,-3 0 0,2-1 96,-2 1 1,-1 5-95,-2 3 1,0-1-66,1-4 0,3 0 1,2 1-1,0 2 0,3 2 1,1 1-14,5 0 1,8-2 40,3-4 1,1 0 72,3 0 1,-1-1-1,0 1 1,3 0-1,-1 0 30,1 0 1,4 0-1,-1 0 1,3 0 21,1 0 1,1 1-32,3 3 1,4 2-1,5 2 1,5 2-1,4-4 1,2 1-1,3 2 1,3-1 184,5 1 1,8-5-273,4 4 1,5-3 86,4 3 1,1-5-1,5 1 1,-3-3-1,-1-2 1,1-2 194,3-1 0,2-7-244,5 3 0,-3-4 71,3-1 0,-4 0 1,-5-1-1,-4-5 0,-3-6 1,-2-5-36,1-3 1,4-3-91,0-7 0,3 3 0,-8-3 0,1 3 0,-12-1 0,-4 0 0,-5-3 0,-6 3 0,-7 1 0,-5 5 0,-3 1 0,-2-1 0,-3 2 0,0-3 0,-5 4 0,-2-1 0,-2-3 0,1 0 0,-6 2 0,-1-2 0,-7 6 0,1-5 0,-5 4 0,-2-1 0,-1-1 0,-2 0 0,0 4 0,0-3-258,0 6 0,0 2-1025,1 2 1,5-1-1,2 5 1,4-1-1,1 0-1817,0 3 0,7 2 3100,6 1 0,12 6 0,8 1 0</inkml:trace>
  <inkml:trace contextRef="#ctx0" brushRef="#br0" timeOffset="2">29466 8841 8004,'1'-12'1957,"2"2"-680,1 2 0,0 4 0,-5-4-99,-3 3 1,-3 0-619,-6 5 1,-2 0 0,-2 0-1,-4 0 1,-4 0 0,-1-1 229,1-3 0,-3 1 0,-2-6 0,-3-1 34,0-1 0,-5-7-396,-1 1 1,-3-1-299,-9 0 0,-4 4 0,-11-2 0,-3 6 0,33 7 1,-1 2-1,-1 0 0,0 0 180,-1 1 0,1 0 0,-28 8-26,6 5 1,11 5-144,6 8 0,7 0 0,3 0 0,1 1 0,5 2 0,4 2-88,6 2 1,8 1-54,5 5 0,14-4-9,7-1 0,13-4 0,11 3 0,9 0 0,9-1 1,4-2 25,1-6 1,-26-13 0,0-2-18,2-1 0,2-3 0,5-1 0,1-1-20,3 0 0,1-1 0,-3-2 0,-1 0 0,2-2 0,-1-1 0,-2 0 0,0-2 0,-2-1 0,0-1 0,-1-1 0,1 0 20,-2 0 0,0-1 0,27-10 0,-14 2 0,-12 3 0,-13-4 0,-6 4 0,-10 1 0,-2 0 0,-6 0 0,-4 0 0,-3 1 0,0-1 0,0 0 0,-6 0 0,-3 0 0,-4 0 0,-4 0 0,-6 0 0,-5 2 0,-7 1-2064,-2 1 0,-2 6 854,0-1 1,2 2-4,3 2 1,2 0 0,6 0 0,2 0-1,1 2 1,3 2 1212,1 5 0,5 5 0,1-1 0,-3-3 0</inkml:trace>
  <inkml:trace contextRef="#ctx0" brushRef="#br0" timeOffset="3">3252 5847 18558,'6'25'0,"3"1"0,4 2 0,5 0 0,8 4 0,9 1 0,9 4 0,12 5 0,-22-18 0,1 0 0,4 3 0,1 1 0,3 2 0,3 0 0,3 2 0,2-1 0,6 1 0,2-1 0,5 0 0,3-1 0,-22-12 0,2 1 0,0-2 0,0 0 0,1-2 0,0 0 0,0-1 0,0-1 0,0-1 0,23 4 0,-1-2 0,-2-2 0,-1-1 0,-2-2 0,-1-2 0,-2-1 0,-2-2 0,-2-2 0,-1-3 0,-6 0 0,-2-3 0,-5-3 0,-3-2 0,-4-1 0,-2-2 0,31-18 0,-2-3 0,-32 15 0,-1-1 0,30-17 0,-6-3 0,-3-1 0,-6-4 0,-7-1 0,-9 2 0,-7 5 0,-8 3 0,-4 4 59,-7 2 1,-3 2-1,-2 2 1,-3 2-1,-7 3 1,-6 0 0,-11 0-1,-14-3 1,-15-3-1,22 12 1,-1 0 0,-4-2-1,-3 0 1,-2 0-1,-2-1 1,-3-1 0,-1-1-1,-3-1 1,-1 0-1,-4-2 1,0 1-1,-2 0 1,0 0 0,-2 1-1,-1 0 1,-2 0-1,0 1 1,19 6 0,-1 0-1,1 1 1,-2-1-1,0 0 1,0 1 0,0 0-1,0 1 1,1 0-1,-19-5 1,1 2-1,3 0 1,2 0 0,5 2-1,1-1 1,2 0-1,2 1 1,7 1 0,2 1-1,-25-7 1,21 4-1,17 3 1,15 1-60,8-1 0,10-2 0,4 0 0</inkml:trace>
  <inkml:trace contextRef="#ctx0" brushRef="#br0" timeOffset="4">6557 3949 8231,'-23'22'426,"5"12"0,11 24 1,7-18-1,3 3 1,3 8-1,2 1 1,3 4-1,1 1 1,2 1-1,1 1 1295,0-1 0,-1 0 0,-3-6 0,1-1-1302,-2-3 1,1-1-1,-1-4 1,2-2-1,0-4 1,1-2-1,13 31 1,0-7-1,-2-6 1,-2-7 0,-5-5-1,-2-3 1,-3-6-1055,1-6 0,-1-6 1,-2-8-937,-2-4 1,0-3 0,0-11-824,-3-7 1,-4-13 1439,-1-12 1,-7-14 588,-6-13 0,-6-5 0,6 32 0,-1-1 0,-1 0 0,0 0 0,-2 1 0,-1-1 0,0 0 0,-1-1-75,0-1 0,-1 0 0,1 4 0,0 1 185,-1-1 1,1 1 0,-18-26 807,2 6 0,-1 9 1,8 7-1,3 10 1,8 11 1468,7 8 4,4 2 1,8-4-1196,2 0 1,5-4-1,8-2 1,4-1-1,5-3 1,4 0 1011,5 2 0,4 2-614,4 6 1,2 2-787,7 2 1,-6 6 0,-3 12-1,-4 8 1,-5 8 0,-5 5-387,-6 4 1,-10 5-58,-9 4 0,-3 1 0,-1 4 0,-5 6 0,-5-2 0,-6-1 0,-7 0 0,-4-4 0,-3 2 0,-1-1 0,6 0 0,0-10-2257,4-7 0,8-13 2257,17-9 0,2-6 0,20-16 0,-3-3 0</inkml:trace>
  <inkml:trace contextRef="#ctx0" brushRef="#br0" timeOffset="5">7512 4427 7982,'-32'-4'1902,"8"1"1,8 4 272,6 6 1,6 9-1,-4 3 1,3-1-1032,2 1 0,1-2-1902,2-4 1,0 0 96,0 0 0,6-6 0,4-4 1,6-6-1,5-8 661,4-9 0,1-8 0,-1-10 0</inkml:trace>
  <inkml:trace contextRef="#ctx0" brushRef="#br0" timeOffset="6">7718 3924 8203,'-26'5'1379,"6"5"1,4 13 0,6 13 1859,6 13 0,3 14-2553,1 10 1,2-34-1,1 0 427,1 2 0,1-1 0,12 28 0,6-4 0,6-11 0,5-10 1,5-10-1114,4-8 0,-3-12 0,3-9 0,-3-8 0,-1-5 0,-2-10 0,-2-5 0,-5-6 0,-4-5 0,-5-3 0,-5-5 0,-6-3 0,-6-3 0,-2-1 0,-4-2 0,-3 1 0,-8-2 0,-9-3 0,-7-3 0,-6 0 0,-7 3 0,-7 3 0,23 28 0,-2 0 0,-1 1 0,-1 1 0,-29-19 0,5 8 0,6 9 0,11 11 0,11 11 0,12 10 0,10 12 0,6 8 0,11 6 0,7 6 0</inkml:trace>
  <inkml:trace contextRef="#ctx0" brushRef="#br0" timeOffset="7">8015 4143 8038,'0'9'1984,"0"-1"0,0-4-952,0 5 1,1 0 1427,4 4 1,2 0-1357,6-1 1,1 6 0,2-1 0,3-1 0,1-2 0,4-1 420,5 0 0,-1 0-1525,7 0 0,-1-6 0,5-3 0,0-3 0,1 1 0,1 1 0,1 1 0,-3-1-3163,-3-2 0,-4-6 1546,3-4 1,1-4 1616,-6-4 0,0-3 0,-4-6 0</inkml:trace>
  <inkml:trace contextRef="#ctx0" brushRef="#br0" timeOffset="8">2555 5627 8205,'-12'-46'406,"0"-1"0,4 10 0,3 8 0,4 9 0,2 7 0,4 4 196,3 5 0,-2 4 0,-2 4 0,-2 5-67,-2 3 0,0 2 0,1 3 1,2 5 46,1 2 1,0 3-253,-4 3 1,5 9 0,-1 10 0,-1 5 0,-2 8 0,-1 5-35,0 7 0,2-33 0,1 2 0,-1 3 0,0 1 0,0 4 0,-1 2-9,0 1 0,-1 1 0,0 2 1,0 2-441,0 1 0,0 0 1,0-1-1,0 0 206,0-1 0,0 0 0,2-4 0,1 0 0,-1 2 0,0-1 0,0-2 0,0-1 0,0-1 1,1 0-1,-1-1 0,0 0 145,-1 0 1,1 1-1,-1 1 1,-1 0-76,0-2 1,0-1 0,0 3-1,0 0-47,0 1 0,0 1 0,0 0 0,0 1 1,0 1-1,0 0 0,0-2 0,0-1 1,0-1-1,0 0 0,0-1 0,0 0-53,0 0 0,0 1 0,-2-1 1,0 1 23,0 2 0,0 0 0,-1-1 0,1 0-35,2-6 1,0 0 0,0 1 0,0-1-1,0-1 1,0 0 0,0 0 0,0 0-1,0-1 1,0 0 0,0-2 0,0-1 6,0-2 1,0 0-1,0-1 1,0 1-166,0 0 0,0 1 0,0 3 1,0 0 161,0 1 0,0 0 1,0-3-1,0-1 1,0 33-1,0-37 1,0 2-1,0 1 1,0 1-1,0 3 1,0 1-1,0 2 1,0 1-1,0 0 1,0 0-1,0 1 0,0-1 1,0 0-1,0 1 1,0 0-1,0 1 1,0-1-1,0 0 1,0 2-1,0-1 1,0-1-1,0-1 1,0 0-1,0 0 1,0 0-1,0 1 0,0-1 1,0 1-1,0 0 1,0 0-1,0-2 1,0 0-1,0-2 1,0-1-1,0-1 1,0-1-1,0-2 1,0 0-1,0 1 1,0 0-1,0 0 1,0 1-1,1 1 0,0 0 1,0-2-1,1 0 1,0-3-1,0 0 1,1 31-1,-2-2 1,-1 0-1,0 1 1,0-4-1,0-3 1,0-6-1,0-3 1,0-5-1,0-2 0,0-4 3,0 0 0,-1-3-64,-4 1 1,4 0 0,-5-2 0,2-1-1,0-3 1,1-2 0,0-3 0,0-5 0,-3-6-1,1-3 1,-3-1 0,1 0 0,-3-2-1,-1-2 1,-2-5 0,0-2 0,0-2 0,0 0-1,-1-2 1,-2-2 0,-3-5 0,1-3-1,-2-6 1,-1-5 0,-1-5 0,-4-7 0,-3-3-1,-1-5 1,1-5 0,1-2 0,-1-2 0,-1-1-1,1-3 1,2-4 0,2-4-1289,4-5 0,-2 1 1137,14 32 0,1-1 1,-11-32-1,5-2 1,-1 2-1,4 7 1,1 11 294,3 11 1,-3 7 388,5 7-195,1 11 0,4 5 0,0 15 0,2 5 0,2 7 312,5 9 0,2 8-20,2 13 0,6 9-325,-9-20 0,1 1 0,1 5 0,0 1 0,1 6 0,0 1 0,1 1 1,-1 0-1,2 1 0,1 1 0,1 0 0,1 1-111,3 2 1,0 0-1,1-4 1,0-1 0,3-1-1,-1-2 1,-1-4 0,0-2-150,-1-5 0,1-1 0,-3-5 0,1-2 0,14 10 0,-5-10 0,-9-21 0,-2-2 0,-6-6 0,-2-3 0,-1-4 0,-3-9 0,-1-7 0,3-7 0,-5-13 0,5-16 0,-7 24 0,0-3 0,0-5 0,0-1 0,-1-5 0,0-1 0,0-1 0,1 0 0,0-2 0,1 0 0,1-2 0,0 1-996,0-2 1,2 0 0,-1 0 0,2 1-1,1 5 1,2 0 0,0 1 0,3 1 995,0-1 0,2 1 0,1-1 0,0 1 0,1 2 0,0 2 0,-1 0 0,0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88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21386 5472 7759,'-9'-18'0,"2"8"0,2 17 914,2 22 1,1 25-1,3-16 1,0 3 0,0 0-1,2 1 1,1 2 0,1 1-1,0 1 1,1 0-280,0 1 1,1 0 0,1 2-1,1 0-814,0-3 1,-1-2 0,1-1 0,0-3 0,4 31 0,-2-5 0,-1-8 0,-1-6 0,-1-10 0,-1-11-4598,-2-6 4313,-4-15 463,5 7 0,-5-16 0,5 5 0</inkml:trace>
  <inkml:trace contextRef="#ctx0" brushRef="#br0" timeOffset="1">21051 5847 7793,'-6'-26'1798,"4"0"1,1 3 1755,8 6 0,19 5-1220,17 12 0,9 6-1841,8 3 1,0 9 0,-25-6 0,0 1 0,1 1 0,0 2 0,2 0-1,0 1 1,3 1 0,0 0-353,1 0 1,0 1 0,-3 0 0,0-1-355,-2-1 1,-1 1 0,27 18 212,-16-6 0,-8 0 0,-10-4 0,-6-1 0,-8 0 0,-5-2 77,-5-2 1,-5 6-78,-5 8 0,-7 2 0,-10 2 0,-8 0 0,-4-1 0,-4 1 0,0-2 0,-1-4-4186,0-7 0,6-6 4186,3-7 0,3-1 0,1-4 0,0-2 0</inkml:trace>
  <inkml:trace contextRef="#ctx0" brushRef="#br0" timeOffset="2">22070 6647 7793,'13'-6'1015,"0"3"0,0-4 0,1 1 1040,3 3 1,5 1 0,7-1 0,2-3 31,2-1 1,-3 1-1280,5-7 1,-7 3-542,2-7 1,-4-3 0,-4-2 0,-6-2 0,-5-3 0,-4-2 547,-1-1 1,-2-4-526,-4 3 0,-1 7-290,-4 7 0,3 4 0,-7 4 0,-1 5 0,-1 4 0,-2 6 0,0 7 0,4 7 0,0 10 0,2 3 0,-1 6 0,-2-5 0,5-1 0,3-2 0,0 0 0,4-3 0,2-2 0,4-3 0,8-10 0,3-2 0,2-2 0,5-5 0,3-5 0,1-6 0,0-8 0,2-3 0,1-4 0,1 2 0,-1 2 0,-3 2 0,-4 1 0,-3 5 0,-2 3 0,1 4 0,-2 2 0,-4 2 0,-5 2 0,-2 4 0,1 5 0,0 5 0,-2 2 0,-2-4 0,-1-3 0,0-5 0,1-3 0,1-5 0,-1-8 0,0-6 0,-1-1 0,0-6 0,-2 1 0,5-5 0,-1 6 0,3 3 0,-2 2 0,-1 4 0,-2 1 0,1 1 0,4 8 0,-3 1 0,1 7 0,2 4 0,-6 2 0,6 0 0,-4 0 0,4-1 0,-2-4 0,2-3 0,2-4 0,1-1 0,0-1 0,0-4 0,-1 2 0,1-4 0,0 1 0,2 4 0,2 0 0,4 2 0,-1 6 0,2 2 0,1 4 0,1 1 0,2 0 0,0 0 0,0 0 0,-2-2 0,-1-1 0,-1-3 0,0-1 0,1-3 0,0-3 0,-3-4 0,-1-6 0,-2-5 0,2-3 0,1-1 0,0 0 0,-1 3 0,-2 2 0,2 3 0,1 1 0,3 2 0,1 3 0,2 2 0,0 0 0,-1 0 0,1-1 0,0 0 0,0-1 0,0-1 0,-1-1 0,1-4 0,0-3 0,0-4 0,-2-5 0,-2 2 0,-4-4 0,1 0 0,-6 0 0,1 4 0,-4 4 0,-7 8 0,3 3 0,-7 13 0,-4 6 0,-3 7 0,-4 6 0,-1 4 0,0 5 0,0-4 0,1-1 0,3 2 0,0-2 0,6-1 0,-1-8 0,3-4 0,1-2 0,0-2 0,5-6 0,4-3 0,3-4 0,0-4 0,1-5 0,0-7 0,0-1 0,0 1 0,0 2 0,0 1 0,0 5 0,0-1 0,0 6 0,0-1 0,-1 2 0,1 2 0,0 0 0,0 0 0,1 0 0,4 0 0,-4 0 0,3 0 0,3 0 0,2 0 0,2-1 0,2-3 0,0-5 0,0-2 0,-1-2 0,1 0 0,0 1 0,0 4 0,-2-2 0,-2 5 0,-5 3 0,-3 2 0,-2 5 0,-4 8 0,2 2 0,-5 6 0,3-1 0,-3 2 0,0 1 0,0-6 0,2-1 0,1-2 0,1-3 0,1-2 0,2-3 0,0-6 0,6-6 0,-1-3 0,6-4 0,-2-4 0,4-4 0,1-2 0,-1 1 0,1 5 0,0 3 0,0 1 0,-5 4 0,1 1 0,-5 5 0,5 0 0,-1 4 0,1 5 0,-1 0 0,2 0 0,-3 2 0,2-4 0,-1-1 0,5-7 0,0 0 0,1-9 0,2-4 0,2-4 0,2-1 0,3-6 0,-3 7 0,1-5 0,-9 4 0,1 1 0,-9 4 0,-1 10 0,-6 7 0,-6 11 0,-8 11 0,-3 2 0,-1 2 0,-2 0 0,6-1 0,0 1 0,4 0 0,0-6 0,1-3 0,5-4 0,5-4 0,5-5 0,6-10 0,-5-7 0,6-2 0,-2-11 0,-1 1 0,0-9 0,-1-2 0,-3-1 0,0-3 0,1-3 0,-4-9 0,1-8 0,-4-3 0,0-2 0,-3 8 0,2 5 0,-6 9 0,1 13 0,-2 13 0,-2 18 0,0 12 0,0 12 0,0 8 0,0 10 0,0 4 0,0 7 0,0 2 0,1 5 0,2-5 0,3-3 0,1-5 0,4-3-4093,5-1 0,-2-4 2100,4 3 0,-4-10 1993,-1-7 0,0-6 0,0-7 0</inkml:trace>
  <inkml:trace contextRef="#ctx0" brushRef="#br0" timeOffset="3">22083 7486 7800,'-13'0'1407,"-1"3"1,-2 8 0,-1 16-1,1 21 1,2 19 3507,7-26 0,1 3-4582,2 8 1,1 2-1,-1 3 1,0 1-1,3 2 1,0 0 0,-2-5-1,1-2 1,1-6-1,-1-3 1,2 28 0,5-17-2636,3-15 1,-1-13-1620,2-10 1,0-4 3920,4-4 0,-6-9 0,-2-8 0</inkml:trace>
  <inkml:trace contextRef="#ctx0" brushRef="#br0" timeOffset="4">21309 7808 10798,'0'-20'2881,"1"2"1,5 5 0,8 0 3642,11 0-6299,12-11 0,23 1 1,-22 5-1,1 0 0,7-2 1,0 0-1,4-3 0,1 0 1,-1-2-1,0 0 0,-3 0 1,-1-1-226,-4 2 0,-2 1 0,-3 3 0,-1 1 0,29-9 0,-2 5 0,-3 6 0,-1 8-1764,-12 5 0,-5 2-387,-16 2 0,-8 6 0,-5 5 0,-7 8 2151,-5 7 0,-12 14 0,-4 0 0</inkml:trace>
  <inkml:trace contextRef="#ctx0" brushRef="#br0" timeOffset="5">21438 8505 7733,'-18'22'0,"3"-1"0,3 2 2331,7 2 0,6-2 1,9-6-1,13-9 718,13-5 0,17-16-2138,16-8 1,-31 4-1,1-3-716,6-5 0,0-2 0,-2-1 1,-1-3-1,0-2 0,-1-1 1,0-1-1,0 1 0,0 1 1,1 0-1,-1 2 0,0 2-195,-1 2 0,-1 2 0,-5 7 0,-1 3 54,19-2 0,-12 8-54,-10 9 0,-4 8 0,-5 4 0,-5 9 0,-4 3 0,-5 2 0,-1 0 0,2-1 0,-4 1 0,1 0 0,0 0 0,-3-5 0,2-1 0,-2-1 0,-2-6 0,0-4 0,0-12 0,0-3 0,0-8 82,0-8 1,0-8-1,1-4 1,2-4-83,1 0 0,6-1 0,-1 0 0,7 6 0,1 3 0,0 8 0,-4 7 0,0 5 0,1 5 0,2 4 0,1 1 0,5 7 0,-5 6 0,6 0 0,-2 4 0,4 2 0,-1-2 0,-1-1 0,-1-3 0,1-3 0,1-2 0,-3-5 0,1 1 0,-1-2-152,0-2 0,-3-6 1,-5-2-1,0-4 0,0-2 1,-2-2-1,-1-3 0,-2 1 1,-3-2-1,-2 1 0,-1 0 1,-2 4 151,0 0 0,0 2 0,0 0 0</inkml:trace>
  <inkml:trace contextRef="#ctx0" brushRef="#br0" timeOffset="6">23322 8157 24038,'0'13'0,"1"-2"0,2-1 0,3-3 0,1 1 0,3-3 0,3 1 0,3-2 0,1 1 0,-1-1 0,-2-1 0,-1-2 0,0-2 0,-1-3 0,-2-5 0,-2-2 0,1-8 0,4-1 0</inkml:trace>
  <inkml:trace contextRef="#ctx0" brushRef="#br0" timeOffset="7">23438 7950 7731,'-13'-5'559,"0"-1"1,2-4 0,1 3 0,3 2 1897,1 7 1,2 5-1,4 10 1,1 6 1840,3 6 0,4 2-4253,4 4 1,6 2 0,-1-4 0,0 2 0,0-3 0,2-1-46,1-7 0,-4-4 0,7-7 0,-6-2 0,0-2 0,0-5 0,1-2 0,-3-8-54,-6-3 0,2-2 0,-3-2 1,-1-1-1,-1-2 0,-2-3-4862,0-1 1,0 4 54,-4-1 4861,0-3 0,6 6 0,1-5 0</inkml:trace>
  <inkml:trace contextRef="#ctx0" brushRef="#br0" timeOffset="8">24058 8183 12293,'-6'-7'3091,"5"-1"-1154,-4 4-1934,4-3 0,7-2-3,2 1 0,9-7 0,3-5 0</inkml:trace>
  <inkml:trace contextRef="#ctx0" brushRef="#br0" timeOffset="9">25761 8105 7713,'-25'-20'1201,"-1"2"1,-1 6-1,-2 3 1,-3 7 0,1 4 2145,-1 7 0,-4 10-2668,2 7 0,4-1 0,3 7 1,5-2-1,5 2 0,4-1 1,4-1-1,5-5-672,5-7 0,5-5-111,7-4 1,6-3-1,4-8 1,4-2 0,3-6-1,-1-7 239,-2-9 0,2-6 0,-2-7 0,-4-1 299,-3-3 0,1 2 272,-3-7 1,-1-3-606,-4-5 0,-6-4 1,-3 2-1,-2 1 0,-2-1 1,0 7-102,0 6 0,0 8 0,-6 23 0,4 9 0,-2 21 0,3 13 0,1 15 0,0 14 0,0 11 0,0-32 0,0 0 0,0 2 0,0 0 0,0 32 0,0-2 0,7-9 0,4-5 0,7-8 0,0-10 0,2-9-818,0-10 0,2-9 384,4-5 0,-5-9 469,1-8 0,-2-6 1,3-7-1,-3 0 1,0 1-1,-1 0 101,-1 4 1,5-4 0,-3 4 0,2-2 117,-1 1 0,-5-2 0,3 4 1,-4 0-13,-2 3 1,2-2 0,-10 2-243,3 1 0,-7 7 0,-1 5 0,-6 5 0,-7 8 0,-1 3 0,-2 12 0,-1 5 0,1 2 0,2 5 0,1 1 0,6 1 0,3-4 0,2-2 0,2-7 0,2 1 0,3-1 0,8-5 0,7-7 0,6-8 0,4-3 0,3-4 0,4-2 0,-1-6 0,-1-6 0,-5-4 0,4-6 0,-4 5 0,5-1 0,-8 6 0,0 1 0,-5 3 0,-4 5 0,-2 1 0,-1 3 0,-3 2 0,1 1 0,-4 1 0,0 4 0,-7-2 0,4 4 0,-1 0 0,-1 0 0,0-4 0,-2 1 0,2-8 0,-3-3 0,4-6 0,0 0 0,1 0 0,1 0 0,2 0 0,-1 2 0,1 2 0,0 3 0,4 6 0,-2 6 0,-1 3 0,-3 2 0,0 2 0,-1 0 0,0 0 0,2 0 0,-3 0 0,5-5 0,-2 1 0,4-6 0,2 0 0,2-5 0,1-5 0,-1-4 0,-2 1 0,-1-8 0,0 0 0,0 1 0,0-1 0,0 7 0,-2 1 0,-1 3 0,-1 1 0,1 3 0,2 2 0,0 1 0,6 1 0,-1 3 0,1-1 0,0 4 0,3-1 0,4-3 0,0-2 0,1-1 0,4-1 0,0-3 0,5-5 0,-5-8 0,2-3 0,-4-6 0,2 2 0,-1 1 0,-3 1 0,-5-1 0,2 5 0,-6 0 0,1 4 0,-13 4 0,-5 6 0,-7 9 0,-4 8 0,-2 6 0,0 1 0,1 3 0,2 1 0,2 2 0,-1 0 0,2 0 0,3 0 0,2-2 0,2-2 0,0-5 0,0-3 0,0-1 0,2-2 0,2-2 0,5-5 0,2-2 0,2-4 0,0-3 0,0-7 0,0-5 0,0-3 0,1-3 0,2-1 0,1-1 0,-1 4 0,0 3 0,1 4 0,-3 1 0,5 2 0,-6 1 0,0 3 0,-1 1 0,1 3 0,0 3 0,2 4 0,0 5 0,3 1 0,-3 0 0,1-3 0,0-1 0,1-3 0,-1-2 0,-2-1 0,-1 0 0,1 0 0,2 0 0,1 0 0,-1 0 0,-1 0 0,-3 0 0,0 2 0,-3 2 0,-4 3 0,0 2 0,0-2 0,3-1 0,2-4 0,1-6 0,2-3 0,0-6 0,-5 0 0,1 0 0,1 0 0,2 2 0,0 1 0,1 1 0,0 5 0,0-3 0,0 1 0,0 3 0,1 2 0,4 1 0,-3 0 0,7 0 0,-1 0 0,7-2 0,0-1 0,4-2 0,-1-3 0,1-2 0,2-2 0,-4-6 0,1 4 0,-6-3 0,0 2 0,-5 3 0,-6-1 0,-4 1 0,0 4 0,-4 2 0,-6 6 0,-7 7 0,-6 4 0,0 7 0,2 0 0,0 2 0,3 0 0,5 1 0,-1 0 0,2-1 0,2-3 0,0-2 0,2 0 0,2-5 0,6-5 0,6-4 0,0-7 0,5-2 0,1-9 0,3-5 0,1-4 0,0-2 0,0-4 0,0-2 0,-2-5 0,-2-3 0,1-8 0,-6-1 0,4-1 0,-4-4 0,-1 6 0,-7 7 0,-5 8 0,-2 21 0,-2 14 0,-2 13 0,-2 17 0,2 9 0,-3 7 0,0 1 0,1 0 0,1 1 0,2-2 0,1-2 0,0-5 0,1-2-1419,3-3 0,4-9 1,6-12-1,3-8 1419,5-3 0,14-8 0,4-1 0</inkml:trace>
  <inkml:trace contextRef="#ctx0" brushRef="#br0" timeOffset="10">16365 5472 8179,'-12'-18'-61,"-1"1"1,0-2 0,0 7 0,-2 5-1,0 3 1,-4 0 0,-1-2-122,-3-1 0,-7 4 1,-4-3-1,-5 2 627,-4 0 1,-2-5-182,-2 5 1,3-1 0,5 5 0,-1 0 0,-2 0 0,-1 2-1,0 3 1,-1 10-24,-4 9 0,-8 9 0,-2 10 0,28-20 0,1 2-261,0-1 0,2 2 1,0 1-1,2 2-149,1-2 0,1 2 1,2 3-1,2 2 295,-16 30 1,11 2-1,0-6 1,3-5-1,7-5 1,3-3 451,2 2 1,6 0-259,-1-2 0,4 8-79,4-4 1,9 9 0,9-1 0,3 0 0,4-3 0,3-3 559,1-1 0,1-2-506,5-3 0,-1-2-213,1-7 0,6 0 0,2-4 0,5-2 1,1-4-1,0-2 223,-3-6 0,-7-4-75,0-3 0,-3 0-130,-1 0 0,-5-6 1,2-3-1,6-2 1,6-2-1,7-2 321,-1-2 0,2-5-279,-4-8 0,-3-7-40,-11-6 0,1-11 0,-2 1 1,-1-4-1,-1-5 0,1-1-439,1-2 1,2-2 4,-1 2 1,0-2 271,-4 6 0,-4 2 0,-8-2 0,-5-3 1,-3 0-1,-2 1-59,-4-1 1,-2 1 48,-6-1 0,-6-4-30,-2 3 0,-10-1 1,-6 9-1,-9-2 0,-11-3 1,-8 1-1,24 23 0,-1 2 1,-30-20-1,28 23 0,0 0 1,0 1-1,-1 1 1,0-1-1,0 2 0,-34-15 1,0 5-1,0 8 0,4 8 100,3 7 0,3 8 0,5 3 0</inkml:trace>
  <inkml:trace contextRef="#ctx0" brushRef="#br0" timeOffset="11">15798 7228 8274,'-9'-9'-47,"2"0"0,0-1 1,-1 0-1,0 0 0,-1 2 1,1-4 255,-2-4 1,-2 2 0,-2-3 0,-2 3 284,-1 1-440,-6 0 0,3 0 0,-7 0 1,-4 0-1,-3 0 0,-3 0 1,-2 0-95,0 0 1,1 5 0,-3 1 0,0 1 33,-2 3 1,-6 2 12,2 1 0,-3 7-18,-2 6 0,-5 7 0,-5 11 0,29-13 0,1 2 0,0 1 1,1 1-1,-25 24-65,10-2 6</inkml:trace>
  <inkml:trace contextRef="#ctx0" brushRef="#br0" timeOffset="12">14713 8354 9692,'19'24'12,"6"4"2,0-2 0,30 19 1,5-9-106,-27-21 1,1 0 0,3-2 0,1-2-36,1-1 0,-1-3 0,-1-1 0,0-3 242,23-12 0,-3-7 0,-5-15 1,-1-6-1,1-6 0,-2-2 128,-2 1 0,-4 1 29,-5 4 0,-6-4-223,-3 0 0,-7-6 0,-3 2 0,-3-5 0,-4-4 0,-4-2-20,-4-1 0,0-3-103,-5 6 1,-10-1-163,-3 1 1,-9 0 0,-1-1 0,-4 6-1,-5 5 1,-2 3 234,-6-1 0,0 7 0,-8-3 0,0 2 0,-3 4 0</inkml:trace>
  <inkml:trace contextRef="#ctx0" brushRef="#br0" timeOffset="13">9783 12493 8255,'-13'0'-149,"-4"0"0,0 0 1,1 0-1,2 0 0,2 2 219,4 2 1,2-1-1,7 4 1,4-1-84,3-3 0,8 0 0,3 0 1,1 1 108,3-1 0,2-2-32,6-1 1,-3 0 0,7 0 0,1 0-1,1 0 1,2 0 34,-1 0 0,5 0 1,0 0-1,0 0 19,2 0 0,-5 0-37,3 0 1,-7 2-20,-2 2 1,-1-3 0,4 5 0,1-2-1,2 1 1,2-2 150,2-2 1,-4 3-131,3 1 0,2-1-53,-2-4 0,0-1 1,-6-4-1,-1-2 1,0-2-1,2 1 37,4-2 1,2-2-96,-1-1 1,3 5 17,6-1 1,2 6-1,-1-2 1,-4 0 0,-3 1-1,-4 1 12,-2 2 1,3 2 68,0 3 0,6-2-54,-2 2 1,8 2 0,2-2-1,0-1 1,-1 0 0,-4 0-1,-5 1 1,-1-1 0,-2-2-1,2-1 1,2 2 0,3 1 0,4 1-1,1 0 1,0 2 0,-2 1-1,-4 2 1,-7-1 0,-5 1-1,-4 0 1,2-1 0,1 2 0,3 0-1,2 0 1,2-2 0,2-1-1,3-2 1,0 3 0,-3-3-1,-6 3 1,-6-3 0,-1 2 0,-1-1-1,-1 0 1,-1-3 0,2-2-1,4-1 1,5 0 769,7 0-779,-4 0 1,5 0 0,-6-1 0,-1-2 0,-1-1 0,-1 1 0,-1 0 0,-5 0 0,-2-1 0,0 1 0,1 1 0,2 2 0,3 0 0,0 0 0,1 0-1,0 2 1,0 1 0,-2 1 0,-3-1 0,-4-2 0,-4-1 0,-4 0 0,-4 0 0,0 0 0,-1-1 0,-1-3 0,-2-5 0,-3-3 0,-1 1 0,-2 1 0,-1 1-9,0-1 0,2-1 0,3-2 0</inkml:trace>
  <inkml:trace contextRef="#ctx0" brushRef="#br0" timeOffset="14">16236 13733 7995,'-13'-6'-277,"2"-1"0,1-5 51,1 4 256,12 2 0,-1 6 0,11 0 0,1 0 0,2 0 0,1 0 0,0 1 0,0 2 330,1 1 1,3 5-309,-4-5 0,6 6 1,-1-1-1,2 1 1,2 0-1,1-1-10,3 1 0,5 0-106,8-2 1,3 2 63,5-5 1,5 3 0,1-3 0,1-3 0,2 0 0,0-4 97,2-2 1,10 1-68,-3-5 1,-32 4 0,0-1-10,2-1 1,0-1 0,1 1-1,0 1 1,-1-1 0,-1 2-1,0 0 1,-1 0 0,0 1-1,0 1 1,3 0 0,1 1 73,2 0 1,1 0 0,1 1 0,1 0-276,1 0 1,0 0-1,-2 2 1,-1 1 202,-5-1 0,0 0 0,2 2 0,2 1 0,2-3 0,1 0 0,1 0 0,2-1 0,-1 0 0,1-1 0,-1 0 0,-1 0 24,-1 0 0,0 0 0,1 0 0,2 0-31,0 1 1,1-2 0,1-3 0,1-2 16,-2 0 0,-1-1 1,-1-1-1,-2-1 0,-4 1 1,0-1-1,2-1 0,2 0 1,3-1-1,1 0 0,1 1 1,0 0 52,-1 1 0,-1 0 0,-4 0 1,-1 0-1,-7 3 0,0-1 1,2 1-1,1 1-175,2 0 1,1 1-1,2 1 1,0 1 126,-2 1 1,0 2 0,-3-1 0,-1 0-87,21 0 0,3 4 0,0 2 0,6 1 0,-32-2 0,-1 0 0,33 5-521,-6-1 0,-7 1 343,-9-6 0,2 4 164,-6-3 0,0-1 0,-4-4 0,0 0 0,1 0 0,0 0 41,-1 0 0,-3-4 388,-11-1 0,1-5-387,0 2 0,-6-4 1,-4-1-1,-5 2 0,-2 1 1,0 1-1314,-2-1 1332,4 5 0,-9-1 0,3 6 0</inkml:trace>
  <inkml:trace contextRef="#ctx0" brushRef="#br0" timeOffset="15">12055 6079 7931,'-52'0'1097,"13"-4"1,11 1-1,16 6 1,19 10-1,21 12 1,15 13-1,-16-16 1,3 2-1099,2 1 1,2 0 0,6 1 0,3-1 0,3 1 0,1 0 0,3 0 0,1-2 400,2 1 1,1-2 0,1-3 0,1-3-379,8-3 0,1-2 1,-3-2-1,1-2 1,1-3-1,1-1 1,-3-2-1,-1 0 1,-1-1-1,0 0 1,1-2-1,-1 0 255,0-1 1,-1 0-1,-5 1 1,-2-1-529,-2-2 1,-1-1 0,0 3 0,1 0 0,-1-1-1,-1-1 1,1 1 0,-2 0 0,-2 1 0,-2 0-1,-5 0 1,-1 0-3286,24-3 1,-12-5 3535,-6 2 0,-4-5 0,-5-4 0,-2-4 0</inkml:trace>
  <inkml:trace contextRef="#ctx0" brushRef="#br0" timeOffset="16">13707 5705 7913,'-25'0'439,"10"-5"0,-4 4 1244,12 7 0,5 12 0,15 17 0,6 2-284,4 2 0,14 5 0,8 4 0,8 0-722,-24-24 0,2 0 0,-2 0 0,1 0-134,0-2 0,0-1 0,29 21-282,1-8 0,-4 4 0,-9-5 1,-5 0-1,-8-3 0,-8-3 563,-7-1 0,-6 4-824,-5 0 0,-2 2-269,-6-2 0,-6-2 0,-2 2 45</inkml:trace>
  <inkml:trace contextRef="#ctx0" brushRef="#br0" timeOffset="17">19476 6789 8050,'-6'-7'798,"3"-5"-471,-5 4 0,5 0 0,0 1-167,6 1 0,4 2 1,6 6-1,0 0 190,0 3 0,4 3-213,0-3 1,2 0 0,-3-2 0,1 3 0,-1 0-1,-1 0 147,3-4 1,-4 0-165,3-2 0,-3 0 1,-1 0-1,0 1 182,0 4 63,0-4-267,-6 5 0,-2-6 0,-11 0 1,-6 0-1,-5 0 129,-3 0 0,-1 0-20,-5 0 0,-2 0-15,-2 0 0,-3 0 0,-4 0 0,1 0 0,2 0 0,-2 0 449,-1 0 0,-1 0-420,4 0 1,7 0 130,5 0 1,6 4-355,-1 0 0,11 1-116,11-5 1,3 0 74,14 0 0,4 0 1,5 0-1,2 0 0,2-2 1,-1-1-31,0-1 1,-3 0 2,3 4 0,-4 0 44,5 0 1,-8 0-1,0 0 1,-4 0-1,-1 0-49,-2 0 355,-2 0 0,-9 0-168,-1 0 1,-6 0 0,-2 0 0,-7 0 0,-5 0 0,-2 0 133,-3 0 1,-3-5-123,-6 1 1,-1 0-89,-4 4 1,3-2-1,-7 0 1,-1-3-1,1 2 1,-1 2 159,1 1 0,7 0-118,-2 0 1,4 0-92,4 0 0,1 1 0,6 2 0,5 3 0,3 1-210,4 3 1,3-3 99,5 2 1,3-5 164,9 5 0,4-6 0,6 1 0,3-3 0,3-1 0,1 0 17,1 0 1,-2 0-38,1 0 0,2 0 7,-6 0 0,4-1 0,-5-2 0,-3-1 1,-5 1-1,-2 0 196,-3-1 447,-2 2-351,-7-3 1,-8 5-222,-12 0 1,-1 1-1,-8 2 1,-1 1 0,-1 1-1,-2-1 20,0 0 1,-1 5-36,-3-5 0,1 2-56,-5-2 0,5-2 0,-1 2 0,3-3 1,1-1-1,0 0-34,0 0 1,5 2 51,-1 2 1,11-3-338,-2 4 0,10-4 1,2 1-1,6 0-310,7 3 0,2 1-650,8-2 1,8-3-438,0 4 1,6 0 1686,2 0 0,7 5 0,1-3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4T19:23:19.31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28523 1704 7751,'0'-13'340,"2"8"1,5 13 0,12 20 0,14 25 0,-11-15 0,3 3 0,4 8 0,2 3 0,5 7 0,1 2-298,-10-17 0,1 0 0,0 1 0,3 4 1,0 0-1,-1 0 0,1 1 0,0 0 1,-1 0-1,1 2 0,-1-1 0,1 1 1,0 1-1,1 0 0,1 0 0,1 1 1,0 0-1,1 0 0,1 1 0,1 0 0,-1 0 1,1 1-1,0 1 0,0 0 0,-1 1 1,0 1-1,1 1 0,-1 2 0,1 1 1,0 0-1,-8-14 0,0 0 0,1-1 1,0 1-1,0 1 0,1-1 0,0 1 0,0-1 1,0 1-1,-1-1 0,1 0 0,-1 1 1,-1 0-1,0-1 0,-1 1 0,1 0 1,-1 0-1,-1 1 0,1-1 0,0 0 1,1 1-1,0 0 0,0 0 0,1 0 0,-1-1 1,0 0-1,1 1 0,-1-1 0,0-1 1,-1 0-1,0-1 0,-1 1 0,7 12 1,-1 0-1,0 0 0,0-2 0,-1 0 1,1 0-1,0-2 0,0 0 0,1-1 0,1 0 1,0 0-1,0-1 0,-2-2 0,1-1 1,-2 0-1,-2-2 0,-2-1 0,0 0 1,-3-3-1,-1-1 0,0-1 0,10 18 1,1-2-1,1-5 0,1-3 0,2-2 0,1-1 1,0-2-1,-1-1 0,-3-1 0,-1-1 1,-4-4-1,-1-1 0,-5-5 0,-2-2 1,19 21-44,-3-8 0,-6-11 0,-2-2 0</inkml:trace>
  <inkml:trace contextRef="#ctx0" brushRef="#br0" timeOffset="1">29762 1420 7716,'-18'-2'4915,"-2"-1"0,0 1-4597,2 3 1,11 23-1,10 24 1,5-13-1,3 3-379,5 11 1,5 4 0,8 11-1,5 4 1,-6-16 0,1 1 0,2 1-1,1 1 1,1 0 0,1 1 179,0 1 0,2 1 0,0-1 1,1 2-1,1 0 0,0 1-508,-1 0 0,0 0 1,1 1-1,-8-14 0,1 1 1,0 0-1,0-1 443,0-1 0,1-1 0,-1 0 0,0 0 0,9 15 0,0-1 0,-1 0 0,-2-3 0,-1 1 0,0-1 0,1 3 0,-1-1 0,1 2 0,2 0 0,0 2 0,0-1 0,-10-14 0,1 0 0,-1 0 0,0 0 0,9 15 0,-1 1 0,0 0 0,-2-1 0,-2 0 0,1 0 0,-1 0 0,0 0 0,1-1 0,1 1 0,0 1 0,0-1 186,1 0 1,1 0 0,-1 0 0,-1 1 0,1 0 0,-2-1-315,-4-3 1,0 0 0,0-1 0,1 0 0,1-1 0,0-1 0,-4-3 0,1-1-1,0-1 1,2 2 0,0 0 0,1-1 0,0 0 0,1 1 0,-2-2 0,-1-1 0,-1-1-1,0 0-475,-4-3 0,0-1 0,-1-1 0,12 19 0,-1-1 0,-5-4 1,1-2-1,2 0 0,0-1-345,1-3 1,1-1 0,-1-4 0,-1-2 0,-3-5 0,-1 0 893,-3-2 0,0-1 0,0-1 0,0-1 0,-3 0 0,1-1 0,1 2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23025 1020 7929,'-51'-18'924,"-1"1"1,0 11-281,1 19 1,-1 17 0,26-2 0,0 3 0,1 2 0,0 2-1,1 1 1,2 1 0,3 2 0,1 2 817,3 0 1,3 1 0,3 1 0,3 0-1277,3 3 1,2-1-1,5-2 1,4 0 0,1-1-1,3 0 1,3-1-1,3-1 1,2-3 0,3-3-1,2-2 1,2-3-1,1-4 1,3-2 0,0-3-1,2-2 1,33 7 0,-1-12 621,-7-11 1,-3-11 0,-3-12 0,1-12-809,3-12 0,-30 19 0,-1-2 0,2-6 0,-2-1 0,-2-2 0,-2-1-66,0-1 0,-2-2 0,-4-1 0,-2-2 0,-2-2 0,-2-1 0,-3-1 0,-1 0 66,-1-1 0,-4 0 0,-4 2 0,-3 1-214,-2-1 0,-3-1 1,-5-1-1,-4 1 214,-3-2 0,-3 1 0,-2 1 0,-1 1 0,-3 2 0,-2 3 0,1 4 0,0 3 0,1 6 0,0 5 0,-30-9-3277,2 18 0,13 27 0,2 19 3277,8 22 0,20-21 0,0 2 0,3 6 0,0 2 0,0 2 0,0-1 0</inkml:trace>
  <inkml:trace contextRef="#ctx0" brushRef="#br0">23141 1575 7931,'2'-13'2008,"1"0"0,4 1 5221,4 4-6032,5 2 1,10 13-1,1 7 1,3 9-1,5 8 1,1 2-1,-1 2-641,0 3 1,-7 5-557,3 0 0,-6 4-277,-3-4 0,-3 0 0,-8-3 1,-1 2-1,-3 1 0,0-2-2762,1 0 1,0-8 3038,5-3 0,0-3 0,0-1 0</inkml:trace>
  <inkml:trace contextRef="#ctx0" brushRef="#br0">24251 1833 16547,'0'20'2798,"2"6"1,2 8-315,5 8-1907,2 9 1,8 4-1,1 4 1,0-2-1,-3-4 1,-3-6 0,-2-7-578,-3-4 0,-5-8 0,-8-3 0,-9-3 0,-9-5 0,-8 3 0,-4 5 0,-4-3 0,0 0 0,-3 1-3141,-2 1 3141,3-4 0,-4-1 0,5-6 0</inkml:trace>
  <inkml:trace contextRef="#ctx0" brushRef="#br0">24006 2142 7817,'6'-25'923,"4"-1"1,6 0 1533,5 0 1,5 0-1,3 1 1,2 0 1677,2 4 0,2-2-4089,3 6 0,2-1-433,3 5 1,-2 1 0,2-1 0,-2 1 0,1 2-1,1 2 387,-2-3 0,0 0 0,-3-2 0</inkml:trace>
  <inkml:trace contextRef="#ctx0" brushRef="#br0">25013 1588 7799,'0'-21'4915,"1"4"0,4 4-835,3 5-4173,4 2 1,6 6 0,5 1 0,4 2 0,4 2 0,-1-1 92,1 2 0,-4-5 0,5 5 0</inkml:trace>
  <inkml:trace contextRef="#ctx0" brushRef="#br0">25193 1962 9866,'6'-13'1405,"3"1"1,8 2-1,7 3-2068,9 1 0,9-5 663,14-2 0,14-6 0,-30 7 0,-1-1 0</inkml:trace>
  <inkml:trace contextRef="#ctx0" brushRef="#br0">26420 1110 7846,'-6'-19'988,"-3"-1"0,-2 3 0,-1 10 1469,4 14 1,1 22-1,4 14 1,-2 8 358,3 10 0,0-5-2672,2 8 0,2-8 0,3-2 0,8-5 0,7-9 0,5-8-600,0-11 90,7-11 0,1-4 0,7-9 0,2-5 0,2-11 0,1-7 0,-1-7-3345,-2-4 1,-6-5 2570,-2-9 1,-7-2 610,-1-3 0,-2 3 0,-6-3 0,-3 3 0,-2 3 1,-4 5 2832,-5 11-1766,-2 8 1,-2 20 757,0 6 1,-2 17 0,-2 18 0,-5 14 0,-2 18 0,4-26 0,1 1-56,-1 7 1,1 1 0,-1 1 0,1 0-1242,-1 2 0,1 1 0,2 1 0,0-1 0,-1 0 0,1 0 0,2 0 0,1 0 0,-1-4 0,0-2 0,1-2 0,0-1 0,2-7 0,0-2 0,3 25 0,5-14 0,6-11-3174,3-6 1,-1-6-194,-4-6 3367,5-1 0,3-22 0,4 4 0</inkml:trace>
  <inkml:trace contextRef="#ctx0" brushRef="#br0">27904 1794 7844,'0'-13'2457,"0"-4"1,1 0-1,4 2 1,5 4 2029,5 2 0,1 6-5300,6-1 0,-1 3 0,5 1 0,1 0 1,2 1-1,3 3 813,0 5 0,9 8 0,5 3 0</inkml:trace>
  <inkml:trace contextRef="#ctx0" brushRef="#br0">29285 774 8073,'-6'-20'2114,"5"2"1,-5 6 1453,0 4-3088,5 2 0,-5 7-93,6 4 1,0 2 0,1 6-1,2 1 360,2 3 1,-1 9 276,-4 8 1,0 8-580,0 1 1,0 10 0,0-1 0,0 2 0,0 4 0,0 0 241,0 1 1,0-1-1024,0-7 1,0-6-61,0-7 0,0-6 1,1-12-1,4-7 1,3-7-3223,4-5 1,-4-2 1178,1-4 2439,0 4 0,9-16 0,2 2 0</inkml:trace>
  <inkml:trace contextRef="#ctx0" brushRef="#br0">29349 942 9085,'0'-7'3771,"0"-4"-2832,-5 9 28,3-4-448,-4 6 0,5-4-77,-3 0 1,2-2 31,-2 2 0,3 1 29,1-6 1,0 5-348,0-5 1,0 5-44,0-5 1,0 5 0,0-4-1,1-1 1,2 0-11,1 1 1,2 1 0,-2-3-1,5 1-13,2-1 1,4-2 0,0-1 0,5 1 53,5-1 1,-2 0 0,8 0 0,-1 0 101,1 0 0,4 4-27,0 1 1,1 5-33,-2-1 1,-1 2 0,-3 4 0,3 2 0,2 6 0,-2 4 351,-2 4 0,-1 3-249,-4-4 0,-4 6-116,-1-1 1,-5 6 0,0 3-1,-6-3 1,-6-1 0,-3-1 203,-1 0 0,-7-2 0,-6-1 0,-7-1-151,-4 1 0,-8 1 0,-3 2 0,-6 0-219,-2 0 0,0-2 1,5-1-1,0-3-229,4-1 1,-3 2-1,4-5 1,0-3-2117,3-3 0,-2-6 1133,2 5 0,-3-6-4282,7 1 5486,-3-3 0,15 5 0,-5 1 0</inkml:trace>
  <inkml:trace contextRef="#ctx0" brushRef="#br0">29311 1071 7914,'-6'-20'624,"3"-4"0,-4 4 0,1 0 1,2 2 2037,-2 4-2124,5 7 0,-6 4 1,4 12-1,-2 11 0,1 10 1,0 11 3564,-1 8-3728,-5 11 1,9-22 0,1 2-1,-3 3 1,0 1 0,1 2 0,0 0-1,0 2 1,0 0 0,0 0 0,1 0-1,0 0 1,0 0 107,1-1 0,0 0 0,0-1 0,0 1 0,0-4 0,0-2 0,0 30-483,0-15 0,0-13 0,0-13 0,0-2-1838,0-10-5517,0-7 1323,0-5 6032,0-6 0,0-12 0,0-2 0</inkml:trace>
  <inkml:trace contextRef="#ctx0" brushRef="#br0">28575 942 7838,'-6'-18'1311,"1"2"1,-6-4 0,4 1 0,0 5 0,1 2 4110,1 4-4698,0 5 0,7-3-393,2 6 0,-1 0 1,6 0-1,1 0 1,1-1-1,3-2 357,4-2 0,-3 1 0,7 4 0,1 2 16,1 2 1,1 4-331,-4 10 0,4 9-302,-4 12 0,-4 5 1,-4 11-1,-7 5 1,-6 10-1,-3-31 1,-1 1-73,-4 3 0,-1 0 0,-3 2 0,-2-1 0,-5 1 0,-2 0 0,0 0 0,0-1 0,0 0 0,-1-2 0,-2-2 0,1-2-195,1-3 1,1-2 0,-18 28 194,4-5 0,8-5 0,3-5 0,9-7 0,10-8 0,3-5 0,2-4 0,10 1 0,3-6 0,10 0 0,3-4 0,0-4 0,5-2 0,-1 0 0,2-1 0,1-1 0,3-2 0,4 3 0,7-2 0,-4-4 0,9-4 0,-3 0 0</inkml:trace>
  <inkml:trace contextRef="#ctx0" brushRef="#br0">26471 3072 8255,'-13'-59'1449,"0"9"0,3 14 0,9 13 0,17 13 0,22 7-561,24 3 1,-21-1 0,3 1 0,9-2 0,4 1-1,7-2 1,3 0 236,-18 1 0,2-1 1,1 1-1088,5-1 0,3 0 0,0 0 0,8-1 0,0 0 1,2-1-1,2 1 0,1-1 0,0 0 0,-19 1 1,1 0-1,0 0 0,0 0 0,0 0 0,0-1 1,0 1-1,-1-1 0,1-1 0,0 1 0,0 0 1,0-1-1,16-2 0,1 0 0,-2 0-38,-1 0 0,-1 0 0,-1-1 0,-3 0 0,-1 0 0,-1 0 0,-5 3 0,-2 0 0,0 1 0,-5 0 0,0 0 0,-1 1 0,19-2 0,-3 1 0,-5 2 0,-2 1 0,-8 1 0,-1 2 0,-7-1 0,-2 0-893,15 0 1,-13 1 0,-8 3-1,-8 5 1,-13 3-3621,-17 0 0,-26 6 354,-26-1 4159,17-5 0,-1-1 0,3-4 0,-1 0 0,-6 2 0,-1 1 0</inkml:trace>
  <inkml:trace contextRef="#ctx0" brushRef="#br0">26200 3407 8297,'-41'-1'0,"0"-1"0,-29-3 2336,17-4 1,30 1-1,35 8 1,32-2-524,-8 0 0,4 0 1,11-2-1,3-1-1289,11-3 0,3-1 1,-15 1-1,3-1 1,0 0-591,6-2 0,0 0 1,3-1-1,-9 1 1,1 0-1,1 0 1,1-1-1,3 0 1,1-1-1,0 0 1,1 0-1,3-2 1,0 0-1,1 0 1,0-1-1,2 0 1,0 0-1,1 0 1,-1 0-1,-1 0 1,-1 0-1,0 0 1,-1 1 65,-2 0 0,0 1 0,-1 1 0,-1 0 0,-4 2 0,-1 0 0,0 1 0,-2 1 0,10-2 0,-2 1 0,0 1 0,-3 0 0,1 1 0,-2 0 0,-4 2 0,-1 1 0,-1-1 0,19-3 0,-4 2-49,-12 5 1,-2 0 0,-7 0 0,-1 0 48,26 2 0,-12 0 0,-19 0 0,-12 0 0,-11 1 0,-9 3 0,-5-2 0,-5 4 0,-5-1 0,-4 2 0,-2 2 0,-2-2 0,0-1 0,4 0 1869,1-2-1869,-1-3 0,-2 7 984,2-4-984,3-3 0,6 5 0,0-6 0,2 0 0,2-1 0,5-2 0,2-2 0,-2 0 0,-1 0 0,-1 3 0,3-6 0,-1 3 0,-5 0 0,5 5 0,-6 0 0,8 0 0,-2 0 0,-3 0 0,-1 0 0,-3 0 0,1-1 0,1-3 0,0 2-903,-4-4 1,-1 6-1,-3 0-1675,-5 0 1,2 2 1089,-2 2 1,1-1 1487,-5 6 0,0 5 0,0 6 0</inkml:trace>
  <inkml:trace contextRef="#ctx0" brushRef="#br0">19244 8660 11333,'7'-5'776,"7"5"1,12 8-1,14 6 1,15 5-1,13 0 1,-28-10 0,1-1-152,3-2 0,2-1 1,2-1-1,2-2 0,4-4 0,2-2 1,3-1-1,1-2 0,3-3 1,2-2-1,1-2 0,1-1-82,2-2 1,1 0 0,-2 3 0,0 1 0,2 0 0,-1 1 0,-5 2 0,-1 0-2768,-6 2 1,-1 0 2223,0 4 0,0 0 0,-4 0 0,-1 2 0,0 2 0,-2 0 0,-5 0 0,-2 0 0,29 0 0,-12 0 0,-9 0 203,1 0 1,-8 0-1,5 0 1,-8-1-1,-6-2 1,-5-1-2922,-6 1 380,-10-5 0,-10 6 904,-12-7 0,-17 6 0,-18-1 1434,-9 2 0,-6-3 0,-6-3 0</inkml:trace>
  <inkml:trace contextRef="#ctx0" brushRef="#br0">19347 9112 8009,'-27'-13'3499,"5"2"1,21 2-2001,14 5 0,22 8 1,23 3-1,9 0-104,-29-4 0,2-1 1,7-2-1,3 0-874,7-2 0,2-1 0,10 0 1,3-2-590,-21 0 1,1-2 0,0 2 0,0 0 0,0 0 0,0 0 0,-3 0 0,0-1 0,-1 0 0,2 1 0,0 0 0,-1 1 0,1-1 0,-1 1 0,0 0 0,21-3 0,-1 1 67,-5-1 0,-2 1 0,-1 1 0,-3 1 0,-5 1 0,-2-1 0,-3 1 0,-2-1 0,-3 0 0,-1 1 0,30-1 0,-19-4 0,-10 3 136,-5 2 0,-5 1-136,2 2 0,-8-4 0,-1 0 0,-6-1 0,-7 5 0,0 0 0,0 0 0,0 0 0,-5 0 0,1 0 0,-6 0 868,2 0-868,-5 0 0,-5 0 0,-4 0-666,3 0 0,-1 0-1399,3 0 0,2 2 0,-3 1 0,0 2 2065,1 3 0,-6 0 0,3 5 0</inkml:trace>
  <inkml:trace contextRef="#ctx0" brushRef="#br0">24548 7060 7820,'0'-13'772,"0"0"0,2 2 0,2 2 0,5 3-328,2 0 1,8 5-49,2-3 1,5 4 0,4 4-1,6 6 1,7 6 0,9 5-1,8 5 1,6 4-63,-32-13 1,1 1-1,2 0 1,2 1-1,-2 0 1,0 1-1,2 0 1,1 0-130,0 1 1,0 1 0,2 1 0,0 0 0,4 2 0,2 1 0,2 1 0,1-1-150,2 2 1,0 0 0,-6 1-1,0 0 1,2 2 0,0-1 0,-1 0-1,1-1 67,2 0 1,0 0 0,4 4 0,1 1 0,-3 0 0,-2 1 0,-1 1 0,-1 2-102,-3 1 0,0 0 0,0 2 0,1 0 0,2 0 0,0-1 0,-1 1 0,0 0 49,-2 0 1,-2 1-1,-3-2 1,-2 1-1,-1 1 1,-1 2 0,2-1-1,-1 1 7,2 1 1,1-1 0,2 1 0,0 0 0,-3 0 0,-1 1 0,-2-1 0,-3 1-102,-2 1 0,-2 1 0,0 0 0,0 0 0,1 2 1,0-1-1,2-1 0,1-1 151,3-1 0,0 0 1,-4 1-1,-2 2 0,-1 0 1,-1 1-1,-3 0 1,-2 1-140,-2 1 1,-1 0 0,-3-1 0,-2 1-1,0-1 1,-3 1 0,-1 0 0,-1-1-48,-2 1 0,-1 0 0,2-1 1,-1 1-1,-1-1 0,0 0 0,-1 0 1,-1 0 79,-1 0 1,0 1-1,-4-4 1,1 0-62,0 4 1,0-1 0,-1-3-1,-1-1 46,1 0 0,-2 0 0,-1-2 1,-1-1-1,-1 0 0,-1 0 1,-1 0-1,0 1 0,0-2 1,0 0-1,-1-1 0,-1 0 119,0-1 1,-1-1 0,1-3 0,0 0-30,-2 0 0,-1-1 0,0 1 0,0 0-48,-1 1 1,-2 1 0,2-1 0,-1 0 0,0-1-1,0-1 1,-1 0 0,1-2 0,-2 0 0,-1 0-1,0-1 1,-2 0 1,0-1 0,-1-1 1,-1 0-1,0 0 1,-1 1-1,0 0 1,0 0-1,-1-1-80,1 0 0,0-2 1,-19 24-1,3-7 0,1 0 85,2 0 1,5-4 0,-3 2 0,1 1 33,-4 2 1,-2 2 0,-3 1-1,-2-1-16,-1-1 0,-1 1 0,2-7 0,-1 1-70,2-2 0,1 4 0,2-2 0,2 0 60,2 1 1,0 1 0,-7 4-1,-2-2-54,-4 2 1,-5-5 0,-2-1 0,-3-1 73,-2 1 0,4 3 0,28-21 0,0 1 0,-22 26 2,6-1 1,20-23 0,-1 0 0,-1 1 0,-2-2 0,-2 1 0,-1-1 35,-1 0 0,-1-1 0,3-3 0,-1 0-74,-25 20 0,3-3-87,5-1 0,-1-1 0,7 1 1,-1 1-1,-4 3 0,-4 3 8,-6 0 1,26-21-1,-2-1 31,0-2 1,0-1 0,-1 0 0,0 1-47,-23 17 0,4 4 1,5 0-1,-2-2 1,-1-1-1,-3-2-83,-3-4 1,2 3 0,-7-2 0,3 2 112,3 2 0,6-6 0,13-2 0,2-1 42,-2 1 0,-7 3 1,-4-4-1,-5-1 34,-4-2 0,2 3-84,-6 0 0,6 5-15,3-5 1,5 4-1,6-2 1,-2 1-1,-2 1 1,-2-1-134,-3-3 1,-7-3 133,-4-1 0,1 0 155,-1 0 1,11-6 0,2-1 0,5-1-1,2 2 1,-3 2 4,-4-1 0,-5-3 0,-2 2 1,-2-2-157,1-2 0,2 3 61,2-2 0,6 2-41,6-2 0,5-3 0,5 5 1,-2-2-1,-2 2 0,-3-1-78,-1 1 0,2-2 0,1-4 1,-2 0 69,-1 0 0,4 0 176,3 0 1,7-2-57,1-2 1,5 1 0,-3-5 0,1 1 0,3 0 0,2-3 18,1-2 1,0-1 0,0 0-13,0 0 0,1 0-318,-1 0-148,0 0 274,0 0 1,6-1-1,4-2 1,4-3-143,3-1 0,7-2 1,-3-3-1,4-3 14,1-2 0,-1-3 0,1-4 1,0 1 60,0 1 1,0 1 0,0-5 0,0 1-2,0 4 1,0-2 144,0 6 1,-5-5 19,1 5 1,-2-5 0,2 5 0,-4 3 0,0 2 0,-1 4 222,-1-2 1,-2 3 34,-1-2-215,0 6 1,-1-1 0,-4 8 0,-2 5 169,0 2 0,-4 2 0,1 3 0,-5 4 333,-2 6 0,-2 4 0,4-1 0,-4 2-392,-1 2 0,4 0 0,-1 3 1,3-3-165,1-1 0,4 1 0,2-5 0,1-2 0,3-2 0,3-2 0,5-11 0,5-1 0,5-1 0,1-2 0,6 2 0,-1-3-238,5-6 0,0 0 1,1 0-1,3 0 1,3 0-1,3 0-9593,3 0 9578,-9 0 1,19 0 0,-9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24445 2697 7806,'-33'3'0,"6"10"0,8 22 893,10 26 1,8-18-1,1 3 1,2 11 0,2 1-1,1 2 1,3-1 0,0-1-1,2-1 1,1-4 0,0-2 1563,0-5 1,-1-1-1,-1-2 1,0 0-2689,1-2 0,1 0 0,0-2 0,0-1 1,13 31-1,-3-9 0,-3-14 0,-5-12 0,-3-8-5269,-2-4 4663,-5-9 0,-4-11 1,-11-12-1,-5-11 1,-3-14-1,-3-10-1751,-1-11 2628,8 20 0,0-1 0,2-5 1,-1-1-1,-2-7 0,0-2 1,0-2-1,-1-1 0,1-3 0,0 0 1,0-1-1,1 0 0,0 0 1,1-1 364,0 0 0,1 0 1,0-2-1,2 1 1,1-3-1,2 1 0,2 4 1,1 1 618,2 5 1,2 2-1,6 8 1,2 3 0,14-18-1,12 13-158,11 12 1,17 17-1,9 6 1,-32 7-1,1 1-712,0-1 0,1 1 0,2 1 0,0 1 0,0 2 0,0 3 0,-2 1 0,0 2-154,-1 1 0,-1 1 0,26 16 0,-13 5 0,-10 2 0,-8 3 0,-16 3 0,-9 2 0,-10 2 0,-10-1 0,-13 4 0,-12 0 0,-10 0 0,-6-3 0,-4-3 0,-2-1 0,-1-1-1172,5 1 0,3-2 0,10-1 1,11-1 1171,12 0 0,7-3 0,17 1 0,11 3 0,6 4 0</inkml:trace>
  <inkml:trace contextRef="#ctx0" brushRef="#br0">25271 2659 7835,'9'-13'0,"-1"1"4915,2 4 0,2-2-2168,1 5 0,-1 1-1853,1 4 0,6 4 0,3 2 0,3 0 0,5 0 0,5-2-2127,2 2 0,2-5 0,0 5 1233,-1 0 0,1 1 0,0 6 0</inkml:trace>
  <inkml:trace contextRef="#ctx0" brushRef="#br0">25736 2852 7835,'-13'0'1006,"4"0"1,0 2 1765,-1 2 0,5-1 0,2 4-1724,6-1 1,10-2-1158,8-4 0,9-7-5768,5-6 5877,8 0 0,8-11 0,8 4 0</inkml:trace>
  <inkml:trace contextRef="#ctx0" brushRef="#br0">26574 2246 7827,'-4'-5'4915,"1"13"0,5 17-3277,5 20 0,6 18 1,-5-25-1,1 1 0,1 3 1,2 1-1343,0 1 0,0 1 0,0 0 0,0 0-296,-1 1 0,0-1 0,0-5 0,1-2 0,-3-1 0,-1-2 0,8 28 0,-2-8 0,-2-5-9831,-4-3 9290,4-11 1,-11 7-1,5-10 1</inkml:trace>
  <inkml:trace contextRef="#ctx0" brushRef="#br0">27194 3085 7722,'6'-26'5193,"-5"6"4384,3 3-9932,-2 8 1,-1 9 0,2 9-1,3 3 1,1 4 0,2 1 354,-2-1 0,10 4 0,-3 0 0</inkml:trace>
  <inkml:trace contextRef="#ctx0" brushRef="#br0">27246 2414 7772,'-20'-23'2333,"2"-3"0,5 0 0,5 3 1,4 6-387,2 2 1,9 7-1,6-1 1,9-1 695,6-1-2540,5-8 1,6 3 0,1-4 0,2 0-1,1 0 1,-2-1 0,1-1 99,1 1 1,-1 5-204,5-1 0,-5 2 0,1 2 0,-5 6 0,-3 3 0,-5 4 0,-4 4 0,-5 8 0,-4 8 0,-4 7 0,-4 12 0,2 8 0,-2 9 0,-2-2 0,0 12 0,0 0 0,-1 3 0,1 1 0,1 1 0,-4-10 0,4-9 0,-5-6 0,2-7 0,0-5 0,0-2 0,-3-4 0,0-5 0,-2-3 0,0-8 0,0-7 0</inkml:trace>
  <inkml:trace contextRef="#ctx0" brushRef="#br0">27723 2646 7720,'-13'-6'7687,"2"-1"252,2-6-5853,3 0 1,18 0-1895,5 0 0,12 3 0,5-1 0,4-4 0,-1 1 0,-1 0-1499,-2 1 1,-4 0-6319,5 0 7625,-7 0 0,4-6 0,-6-1 0</inkml:trace>
  <inkml:trace contextRef="#ctx0" brushRef="#br0">28201 2297 7720,'-6'-7'4915,"5"-4"0,-4 9-1453,10-2 0,6 3-2518,6 1 0,8 0-596,0 0 0,3 0 0,6 1 0,0 3 1,1 5-1,-1 2-293,2 2 0,-4 7 0,-2 6 0,-4 6-55,-5 1 0,-2 4 0,-6-3 0,-2 4 0,-2 0 0,-3 1 0,-8-2 0,-2-2 0,-5-7 0,-4-5 0,-4-5 0,-2 0-2253,-2 0 1,-3-7-533,2-7 2785,-8-2 0,-3-8 0,-6-1 0</inkml:trace>
  <inkml:trace contextRef="#ctx0" brushRef="#br0">28304 2233 7755,'0'-20'0,"1"1"0,4 2 4915,3 0 0,7-1 0,6 6 0,8-6-4758,14 1 0,8-10 0,10 0 0,3-5 0,-29 14 0,1 0 0,1 0 0,2-1-456,1 0 1,0-1 0,0 1 0,0 1-268,-3 1 0,-1 0 328,23-15 0,-9 12 1,-11 1-1</inkml:trace>
  <inkml:trace contextRef="#ctx0" brushRef="#br0">24200 5330 7841,'-23'-37'926,"-3"3"1,-3 6 0,-2 10-1,-5 11 1,-4 11 0,-5 15 711,-1 14 0,-1 17 1,21-18-1,2 3 0,0 4 1,2 2-469,1 5 0,3 2 0,3 7 0,4 3-1180,4 4 1,2 1-1,1 0 1,3 1 0,5 1-1,4-1 1,2-5 0,5-3-1,4-7 1,4-3-1,2-7 1,3-4 9,1-3 0,2-5 0,2-5 0,2-5 0,34 3 0,-3-11 0,-5-14 0,-2-15 0,-3-19 0,-27 15 0,1-3 0,2-5 0,0-1 0,-2 0 0,-2-1 0,-2-3 0,-2-2 0,-3-1 0,-3 0 0,-4-1 0,-1 0 0,-3-2 0,-3 0 0,-1-2 0,-2 1 0,0 3 0,-2 0 0,-1-2 0,-2 0 0,-4 3 0,-3 0 28,-2 1 0,-2 0 0,-3 3 1,-3 1-1,-3 1 0,-3 3 0,-2 3 1,0 2-1,-29-15 0,-1 13-4795,1 12 1,0 16 4766,8 17 0,-5 6 0,9 16 0,3 2 0</inkml:trace>
  <inkml:trace contextRef="#ctx0" brushRef="#br0">24148 5782 7831,'13'0'1675,"1"2"1,5 3 1673,7 8 0,11 7-425,10 10 0,5-1-2459,4 5 0,3-3 0,4 2 1,-4-2-1,-8-4 0,-8-2-2691,-7-4 1,-4-4 27,-7 5 0,-4-6-3525,-4 1 5723,-3-3 0,-1 5 0,0 1 0</inkml:trace>
  <inkml:trace contextRef="#ctx0" brushRef="#br0">25193 5963 17993,'9'6'2901,"0"4"0,-1 5-2314,-1 7 1,5 2-1,-2 2 1,4 1-1,4 2 1,-3 3-655,0 1 0,-2-3 1,-2 3-1,-1-2-929,-1-2 1,-2-2 338,1-1 0,0-6-1019,-4-3 0,-3-2 0,4-3 0,-4 1 0,-1 0-3601,0 0 5277,0 0 0,6 0 0,1 0 0</inkml:trace>
  <inkml:trace contextRef="#ctx0" brushRef="#br0">25658 5963 7738,'0'-20'4900,"6"-5"0,-6 17-3742,0-1 1,-6 13-1,-7 9 1,0 7 967,0 5-2069,-5 1 0,-2 4 0,-5 0 0,4 0 0,4 0 0,1-1 1,1-3 350,3-3 1,-3-3-1,11 1 1,1-4 553,2-2 1,6-8-756,4-3 0,10 2-562,6-2 0,3-4 0,6-6 0,2-1 0,1-3 0,1-1-3567,-4-2 0,-3 0 3922,-5 0 0,6-6 0,1-1 0</inkml:trace>
  <inkml:trace contextRef="#ctx0" brushRef="#br0">26032 5447 7725,'-20'-19'3157,"3"-1"1,4 0-1520,5 3 0,5 8 1,11 5-1,11 1 0,10-2 1,11-3-439,10-4 0,3-5 0,6-1 1,-2-3-8339,-2-1 7138,-8 3 0,-2 0 0,-7 6 0</inkml:trace>
  <inkml:trace contextRef="#ctx0" brushRef="#br0">26329 5640 7740,'-7'-6'7274,"-3"4"-4817,6-7 1,1 5-1,9-4 1,8 0-545,10-4 1,9 1-2528,10-11 1,3 5-475,6-4 811,-1-1 1,7-4 0,1 1 0</inkml:trace>
  <inkml:trace contextRef="#ctx0" brushRef="#br0">27349 4582 7829,'-13'0'1199,"0"0"1,0 0-1,2 1 1,2 5-1,5 8 1,2 12 28,2 11 1,8 14 0,3 10 0,6 7-1,-7-32 1,0 1 0,1 0 0,1 0-594,0 0 1,1 0 0,-1 0 0,1 0 0,12 30 0,-4-5-636,-3-9 0,-4-7 0,-1-9 0,-2-4-478,-2-7 1,-3-6-1,-6-7 478,0 0 0,5 6 0,2 1 0</inkml:trace>
  <inkml:trace contextRef="#ctx0" brushRef="#br0">28149 5163 7786,'-13'-6'0,"0"0"0,0-1 4915,0 7 0,6 1-3455,3 8 0,3 0 0,1 4 0,0-1 0,1 1-10964,3 0 9504,-2 0 0,15 0 0,-3 0 0</inkml:trace>
  <inkml:trace contextRef="#ctx0" brushRef="#br0">28291 4543 7786,'-6'-39'2050,"5"8"0,-3 4-412,2 4 0,9 11 1,8-1-1,9 2 0,9-1 1,6-1 99,4 0 1,1 1 0,5 0 0,-3 4-1739,-2 3 0,-4 4 0,-4 1 0,-1 1 0,-8 4 0,-5 7 0,-10 10 0,0 5 0,-4 8 0,-5 0 0,-10 14 0,-9 4 0,-7 6 0,1 4 0,-7 2 0,4-2 0,4-3 0,5-7 0,0-7 0,5-3 0,2-6 0,8-5 0,1-12 0,8-7 0,8-7 0,10-6 0,10-5 0,7-5 0,9-6 0,1-8 0,7-9 0,0-3 0,-1-4 0,-7 0 0,-11 4 0,-5 3-2572,-6 2 0,-3-4 0,-2 4 2572,-4-2 0,-2-2 0,-6-4 0</inkml:trace>
  <inkml:trace contextRef="#ctx0" brushRef="#br0">29233 4349 7786,'-11'-24'0,"1"3"3276,1 3 1,6 4 0,2 3-820,8 2 1,3 3-1,13 6 1,3-1-2152,2-3 0,10 2 0,-1-2 1,6 2-307,3 2 0,0 2 0,1 2 0,-4 5 0,-3 2 0,-7 8 0,-4 4 0,-6 4 0,-6 3 0,-8 6 0,-5-2 0,-3 4 0,-1 0 0,-2 0 0,-6-2 0,-6-2 0,-5 2 0,-6 0 0,-7-2 0,-1-4-2900,-3-3 0,3-7 0,-1-4 2900,-2-6 0,-1-10 0,-2-7 0</inkml:trace>
  <inkml:trace contextRef="#ctx0" brushRef="#br0">29220 4349 7769,'-5'-34'0,"-3"1"0,1 3 2457,3 6 1,4-2-1,6 4 1,7-4 2457,7-4 0,16-3-4294,7-5 0,11-1-621,6 0 0,-1 0 0,0 2 0,-3 4 0,-6 6 0,-7 5-708,-7 4 0,-5 5 1,-5 6-1,-1 1-7563,-4 3 8271,3 7 0,-3 4 0,4 5 0</inkml:trace>
  <inkml:trace contextRef="#ctx0" brushRef="#br0">24690 7331 7850,'-30'4'1137,"0"3"1,0 5 0,0 9 0,-2 12 0,2 16 0,3 13 90,15-27 1,4 1 0,2 2 0,3 0-1,3 1 1,2 0 0,2-1 0,3 0-188,2-1 0,2-1 0,5-1 0,2-3-1041,21 24 0,9-13 0,-1-18 0,4-11 0,7-11 0,6-12 0,-28 0 0,0-3 0,0-4 0,-2-4 0,4-6 0,-3-4 0,-2-1 0,-2-2 0,-4-1 0,-1 0 0,-5 1 0,-2-1 0,7-31 0,-12 8 0,-8 7 0,-16-1 0,-8 4 0,-10-12 0,-7-1 0,12 31 0,-2 2 0,-3 3 0,-2 2 0,-2 1 0,-2 1 0,-2 1 0,-2 3 0,0 3 0,0 2-2379,1 2 0,1 2 1,-35 6-1,20 21 2028,5 17 1,10 19-1,20-20 1,0 0-1</inkml:trace>
  <inkml:trace contextRef="#ctx0" brushRef="#br0">24793 7834 7822,'9'5'3265,"0"-1"0,1 0 1114,1 2 0,3-3-3230,4 5 1,7 2-607,10 8 1,8-4 0,4 5-1,3-2 1,2 1 0,0 1-544,-1 0 0,-9 2-2977,-3-4 1,-9 1 2976,0-5 0,-3 5 0,-1 2 0</inkml:trace>
  <inkml:trace contextRef="#ctx0" brushRef="#br0">25800 7808 7746,'0'19'3276,"6"8"1,4 12 0,6 8-820,5 8 1,4-1-1,0 5 1,1-3-2142,0-6 0,-10-5 0,-5-11 1,-4-4-317,-4-2 0,-13-8-1664,-7-3 0,-9-3 100,-8-1 0,-2 0 0,-11 0 1564,-2 0 0,-7 0 0,-3 0 0</inkml:trace>
  <inkml:trace contextRef="#ctx0" brushRef="#br0">25413 8144 7746,'7'-26'0,"5"2"2729,-4 2 1,9 2-1589,5 3 0,5-3 0,6-7 0,7-3 1,5-3-1,3-2 1580,3 1 1,-5-1-2215,-3-3 0,-3 6-1065,-2 6 0,0 6 1,-2 7-1,-3 2 1,-2 2-1,-2 3 558,-2 1 0,-7-2 0,-1-6 0</inkml:trace>
  <inkml:trace contextRef="#ctx0" brushRef="#br0">26742 7215 7958,'-18'-39'4536,"9"15"0,3 9 379,12 12 0,8 6-4713,12-3 1,6-7 0,4-6 0,5-8 0,6-7 0,4-3 0,2-1 0,0 2-203,-2 6 0,4-2 0,-9 6 0</inkml:trace>
  <inkml:trace contextRef="#ctx0" brushRef="#br0">27013 7447 8059,'-20'-13'3320,"3"2"2657,3 2-4679,7 3 1,2 6 0,10 0-1,6-1 1,9-5 0,10-5 0,7-5-2220,6 0 0,-2 2-156,2 1 831,3 0 0,-6 0 0,4 0 0</inkml:trace>
  <inkml:trace contextRef="#ctx0" brushRef="#br0">28562 6828 7953,'-1'-13'2555,"-2"3"1,-2 5 0,3 10-99,0 5 1,6-2-1,2 1 1,0 1-1922,0 1 1,-1 2 0,-2 0 0,3-1 0,0-2 0,0-2-537,-4 2 0,4 2 0,-2 1 0,1 0 0,-5 0 0,4-1 0,0 1 0,-1 0 0,-1 0 0,-2 0 0,0 0 0,1-2-387,3-2-6198,-2-3 6585,4-6 0,-1 0 0,2 0 0</inkml:trace>
  <inkml:trace contextRef="#ctx0" brushRef="#br0">29078 6169 7933,'-13'-11'3134,"1"4"-2191,-1-6 0,5 11 1,4 11-1,1 2 1,0 2-1,-1 2 161,1 2 1,2-3 0,1 3 0,0-2 19,0-2 1,0-5 50,0 1 0,0-1-200,0 5 0,4 0 1,2 0-976,1 0 0,-4 0 0,3-2 0,-1-2 0,-3 3 0,4-11 0,-6 6 0,1-4 0,3 1 0,-2 1 0,9-5 0,-8-2 0,6-2 0,1-5 0,3-2 0,4-2 0,4 0 0,5 0 0,4 0 0,5-4 0,8 0 0,1 0 0,5 5 0,-3 3 0,-2 5 0,-2 4 0,-2 4 0,-7 5 0,-3 8 0,-8 9 0,-5 9 0,-9 6 0,-3 4 0,-4-1 0,-4 0 0,-4-2 0,-6-2 0,-8-5 0,-1-1 0,-8-5 0,-4 1 0,-4-4 0,-2-5 0,-1-5 0,-4-5 0,1-3 0,-1-3 0,4 0-4288,6-5 1,-1-12 4287,6-5 0,0-12 0,4-4 0</inkml:trace>
  <inkml:trace contextRef="#ctx0" brushRef="#br0">28962 6311 7933,'0'-31'0,"2"5"4262,2 0 1,9 0-2859,8 5 0,11-4 0,7-2 1,9-3-1,11-4 0,-25 15 1,1-1-810,2-2 1,1 1 0,0 0 0,1 0-596,0-3 0,-1 1 0,-5 5 0,-1 0 0,24-16 0,-14 6 0,-14 7 0,-3 4 0,-5 2 0,-2 4 0,-2 2 0,0-1-1047,1 6-950,-3 0 1,5 4 0,-8 1 0,-2 3-2164,-5 5 0,-2-2 2526,-2 2 1634,0-6 0,-6 8 0,-1-4 0</inkml:trace>
  <inkml:trace contextRef="#ctx0" brushRef="#br0">27878 6557 7952,'-6'-26'611,"1"-3"0,-5 3 0,1 6 0,-1 6 0,-2 7 0,1 8 1391,2 11 0,-2 13 1,2 15-1,-1 12 1042,2 11-2757,1-25 0,2 0 0,4 1 0,1 1 1,-2 1-1,1 0 0,2-2 0,2-1 0,10 34 1,9-7-1,6-11 329,7-10 0,2-12 1,3-16-1,2-8-428,1-8 0,4-13-188,-4-12 0,4-13 0,-4-9 0,-1-9 0,-9-6 0,-9-4 0,-9-1 0,-10 4 0,-3 6 0,-15-1 0,-9 2 0,-8 2 0,-8 7 0,-7-2 0,-1 7 0,-1 5 0,-2 5 0,-1 8-4412,0 7 1,-5 14 4411,8 20 0,-3 26 0,24-13 0,0 0 0</inkml:trace>
  <inkml:trace contextRef="#ctx0" brushRef="#br0">27646 9383 7965,'0'-13'1966,"1"3"0,5 7 0,7 13 0,8 13 0,8 12 2949,5 6 0,5 12-4973,-17-22 0,-1 3 0,0 5 0,-2 2 0,3 4 0,-1 0 0,-1 1 0,-1-1 0,-1-2 0,-2-2 0,-1-3 0,-1-1 0,9 28 0,-6-5-6348,-2-1 6406,-8-11 0,-1 2 0,-6-11 0</inkml:trace>
  <inkml:trace contextRef="#ctx0" brushRef="#br0">27504 9357 7965,'-26'-51'2059,"10"0"0,5 4 0,5 3 398,7-1 1,7 4-1,10-7 1,9 1-1675,11 1 0,13 2 0,-19 24 0,1 1 0,2 0 1,2 1-784,1 0 0,0 1 0,-3 3 0,0 2-160,29-5 1,-6 10 159,-11 7 0,-2 9 0,-8 11 0,-4 5 0,-7 4 0,-8 3 39,-3 2 1,-8 9-40,-3 4 0,-10 4 0,-7 0 0,-5 5 0,-9 2 0,-4 0 0,-2 3 0,0-3 0,3-2 0,3-8 0,1-5 0,6-3 0,0-3 0,6-5 0,1-11 0,3-8 0</inkml:trace>
  <inkml:trace contextRef="#ctx0" brushRef="#br0">28446 9383 7791,'0'-13'5621,"0"0"4209,0 0-7666,6 0 1,5 5-2505,6-1 0,6 1 0,0-5 0,6 0 0,5 0 340,4 0 0,0 0 0,1 0 0</inkml:trace>
  <inkml:trace contextRef="#ctx0" brushRef="#br0">28678 9486 7791,'-13'0'9830,"0"0"-8588,6-5 0,9-1 0,11-6 1,8 1-1745,8-3 1,10-7-5916,8 4 6417,3-6 0,2-3 0,-1-7 0</inkml:trace>
  <inkml:trace contextRef="#ctx0" brushRef="#br0">29478 8673 7731,'-7'-13'5598,"2"9"-3141,5 8 1,-5 18-1,1 21 1,1 11-1671,2 8 0,1-25 1,0 2-1,0 1 1,0 0-1,0 2 1,1-1-788,1 1 0,0-2 0,3 32 0,8-8 0,-8-8-730,8-13 0,-3-7 0,3-16 0,0-7 730,0-7 0,-6-10 0,-1-4 0</inkml:trace>
  <inkml:trace contextRef="#ctx0" brushRef="#br0">26536 11345 7899,'-58'-25'1966,"7"17"0,1 4 0,11 22 0,12 25 0,9 17 91,8 12 0,7-31 0,2 1-1790,2 3 0,2 1 0,5 1 0,3 0 0,3 3 0,4-1 0,0-1 1,4-3-1,1-1 0,4-3 0,2-3 0,4-4 0,3-5 0,4-4 1,2-5-1,3-4-205,1-5 0,0-3 0,-5-3 0,0-3 0,-3-4 0,0-3 0,-2-2 1,-1-3-63,0-3 0,-2-3 0,25-23-727,-6-8 1,-7-8 726,-27 22 0,-2-2 0,-4-4 0,-4 0 0,-3-2 0,-3-1 0,-2 1 0,-4 0 0,-3 3 0,-3 0 0,-3 1 0,-3 1 0,-1 0 0,-2 0 0,-3-1 0,-2 0 0,0-3 0,-2 1 0,-1 0 0,-2 2 0,0 2 0,-1 2 0,3 3 0,-2 2 0,0 3 0,-2 2 0,1 1 0,-1 3-1060,-4 2 0,1 4 0,-28-3 0,-2 23 0,3 20 0,8 23 1060,31-16 0,1 3 0,1 1 0,2 3 0,2 3 0,1 2 0,0 1 0,0-1 0</inkml:trace>
  <inkml:trace contextRef="#ctx0" brushRef="#br0">26884 12029 7872,'9'1'4915,"-1"4"0,1-3-2458,4 7 1,1-6-1,4 3 1,4-2-1889,7 0 1,10 6-570,8-1 0,5 2 0,4 2 0,-3 0 0,1 0 0,-5 0 0,-6 1 0,-6 2-1868,-7 1 0,-1-4-6767,-12-4 8635,1-1 0,-6 0 0,1-3 0</inkml:trace>
  <inkml:trace contextRef="#ctx0" brushRef="#br0">27659 11939 7872,'0'-8'7878,"-5"4"-4506,1 8 0,1 9-1774,7 9 1,5 14-1103,8 7 1,3 7 0,6 6-1,0 4 1,0 3 0,0 2-1181,-1-1 0,0-6 24,-4-7 0,-3-12-7216,-10-13 7876,4-6 0,-11-25 0,5-3 0</inkml:trace>
  <inkml:trace contextRef="#ctx0" brushRef="#br0">28059 12003 7824,'-15'0'2687,"0"0"0,-4 1-1284,-1 4 0,4-1 0,-1 8 1,3 2 1957,1 0 0,0 6-1796,0 2 0,6-2-1564,2 1 0,5 1 1,5 2-1,5-2 0,6-5 1,5-3-2,3-1 0,4-4 0,2-1 0,3-5 0,5 2 0,1-4 0,0-1 0,0 0 0,-1 0 0,2 0-2696,4 0 0,-9 0 2696,4 0 0,-3-11 0,3-4 0</inkml:trace>
  <inkml:trace contextRef="#ctx0" brushRef="#br0">28549 11280 7731,'0'-38'900,"0"6"1,0 6 0,2 8 0,2 3 0,6 4 4014,6 2 0,5-2-4313,9 2 1,8-2 0,6-2-1,1 1 1,-1 4 0,-2 3-603,-2 4 0,-2 1 0,1 0 0</inkml:trace>
  <inkml:trace contextRef="#ctx0" brushRef="#br0">28730 11500 7827,'-17'0'0,"-1"0"0,3 0 8359,0 0-6617,8 0 0,4 0 0,13 0 0,12 0 0,11-2-3961,8-2 1,5-3 2218,6-6 0,0-6 0,-1-1 0</inkml:trace>
  <inkml:trace contextRef="#ctx0" brushRef="#br0">29491 10829 7820,'-28'-10'432,"0"-5"0,5-2 0,5-2 0,6 4 1,7 0-1,5 1 2025,4-3 1,10-3-1,12-6 1,9 0-1602,6 0 0,4-5 0,3-2 1,-2 0-1,0 3 0,-1 4 789,-1 4 1,5 5-1646,-2 8 0,-8 5 0,-5 8 0,-7 11 0,-6 11 0,-9 8 0,-7 10 0,-11 12 0,-11 12 0,6-31 0,-1 2 0,-5 1 0,-2 0 0,0 0 0,1 0 0,-1-1 0,2-2 0,2 0 0,0-2-117,-15 30 0,8-7 117,5-2 0,8-10 0,6-7 0,8-9 0,9-8 0,10-10 0,9-6 0,15-7 0,3-8 0,10-8 0,-1-17 0,-28 16 0,0 0 0,2-5 0,-2 0 0,1 0 0,-1 1 0,27-19 0,-6 3-6618,-6 8 6618,-2 6 0,-8 12 0,-3 4 0,-2 2 0</inkml:trace>
  <inkml:trace contextRef="#ctx0" brushRef="#br0">27401 13100 7826,'-71'2'819,"35"0"0,-1 3 0,-1 3 0,0 4 0,0 5 1,2 5-1,0 5 0,3 4 0,2 6 0,4 2 0,4 5 1,3 3 408,5 3 1,4 1 0,6 1 0,3 0-1,7 0 1,3 0 0,2-3 0,3-3-933,2-4 0,3-2 0,4-6 1,3-4-297,6-4 0,3-4 0,2-4 0,3-5 0,2-5 0,1-3 0,-1-2 0,0-3 0,-1-2 0,0-3 0,-2-3 0,-2-3 0,1-1 0,-2-3 0,0-3 0,-1-3 0,-1-2 0,-2-3 0,1 0 0,-2-1-165,-1 0 0,-2-2 0,-2 0 0,-3 0 165,8-23 0,-11-1 0,-15 10 0,-9-6 0,-10 0 0,-9-4 0,-12-1 0,-10 2 0,19 27 0,-2 1 0,-3 6 0,-2 1-1769,0-1 0,0 1 1,-5 3-1,-1 2-1318,1 3 1,0 1 3086,-4 4 0,0 2 0,4 6 0,-1 3 0,-1-1 0,1 0 0,0-1 0,1 0 0</inkml:trace>
  <inkml:trace contextRef="#ctx0" brushRef="#br0">27413 13758 7961,'0'-13'4915,"0"1"0,2 4 0,2 4 0,5 4-4390,8 4 0,9 5-525,8 8 0,9 3 0,5 6 0,2 0 0,1 1 0,1 2-63,0 1 1,-2 0-599,-3-4 0,-4-10 661,-8-3 0,-4-15 0,-5 1 0</inkml:trace>
  <inkml:trace contextRef="#ctx0" brushRef="#br0">28472 13578 7961,'-7'-6'0,"-5"4"0,5 0 4915,0 4 0,1 13 0,6 11 0,1 11-4740,4 10 0,2 13 0,6 6 0,0 3 0,0 3 0,-2-2-175,-2 1 0,-4-7 0,-5-4 0,-7-11-457,-6-2 0,-8-12 0,-14-9 0,-10-9 1,-13-7 456,-11-6 0,32-8 0,0-2 0,-2-1 0,0 0 0</inkml:trace>
  <inkml:trace contextRef="#ctx0" brushRef="#br0">27878 13900 7961,'4'-27'0,"2"-2"0,3-2 3527,5-2 0,6 1-1366,10-6 1,6-1-1827,11-13 0,-18 25 0,1 0 0,6-5 0,1 1 0,0 0 0,1 1 0,-1 3 0,-1 0 0,-2 3 0,-1 1-2917,29-16 1,-7 6 2581,-12 7 0,-6 0 0,-11 0 0</inkml:trace>
  <inkml:trace contextRef="#ctx0" brushRef="#br0">28756 13061 7961,'-13'-25'1870,"1"4"1,4 4-1,5 2 587,6-3 1,11 3-1,13-7 1,11-1-261,7-1 0,6 2-2785,0 1 0,5 9-8793,0-1 9381,6 9 0,-15 4 0,3 7 0</inkml:trace>
  <inkml:trace contextRef="#ctx0" brushRef="#br0">29117 13281 7765,'-14'4'2083,"-1"2"0,1 0 2832,3-1 0,8 0-1460,3-5 0,13-6-3455,12-3 0,10-12-566,12-5 1,11-8 0,-24 16-1,2 1 1,-1-1 0,0-1 565,0 0 0,0-1 0,3-2 0,-1 0 0,-1-1 0,0 0 0</inkml:trace>
  <inkml:trace contextRef="#ctx0" brushRef="#br0">29930 12352 7763,'-26'0'1488,"2"0"1,2 0 0,5 0-1,3 0 763,1 0 0,7-2 1,9-2-1,12-6-1056,9-6 1,16-4 0,3-7 0,7-2-1002,6-1 0,6-6 1,-29 19-1,1 1 0,0-1 1,0 1-195,1 0 0,1 2 0,1 2 0,1 2 0,1 2 0,-1 1 0,0 1 0,-1 2 0,32-1 0,-18 17 0,-16 9 0,-14 15 0,-8 11 0,-10 15 0,-16 7 0,1-31 0,-5 0 0,-3 3 0,-3 0 0,-4 2 0,-1 0 0,-3 1 0,0 1 0,-1-1 0,1-1-246,0-1 1,2-2 0,3-5 0,1-1 245,-13 17 0,8-2 0,11-9 0,7-5 118,5-7 0,14-5-118,11-10 0,6-6 0,8-2 0,6-4 0,10-1 0,6-3 0,6-5 0,3-7 0,3-12 0,-32 12 0,0-2 0,0-1 0,1-2 0,0 0 0,0 0-173,-1-4 0,1 0 0,1 1 0,1-1 173,3-2 0,2 0 0,0 1 0,2 0 0,3-2 0,0-2 0,2-2 0,0 1 0</inkml:trace>
  <inkml:trace contextRef="#ctx0" brushRef="#br0">6944 8505 8120,'8'0'4704,"1"0"-3874,-6 0 1,8 0 0,-2 0-1,2-1 1,2-2 54,0-1 0,0-1-1286,0 5 1,6 0 0,2 0 0,3-1-1,2-2 1,2-1 0,2 1 0,3 3-2110,0 4 1,4-1 2509,-3 6 0,4-1 0,0 5 0</inkml:trace>
  <inkml:trace contextRef="#ctx0" brushRef="#br0">7692 8518 8120,'9'-11'284,"-1"2"1,3 5 311,0 2 0,2 2 0,0 0 0,1 0-225,3 0 0,-2 0-456,2 0 0,2 0-348,-2 0 0,6 0 0,-3 0 0,1 0 433,1 0 0,-1-5 0,5-2 0</inkml:trace>
  <inkml:trace contextRef="#ctx0" brushRef="#br0">8299 8441 8120,'8'0'530,"1"0"-40,1 0 0,2 0 1,1 0-1,-1 0 487,1 0 0,0 0-1234,0 0 1,0 4-9,0 0 1,4 2-1,0-3 1,1 1 0,-1-1-1,0-1-1163,-1-2 1,2 0 1427,0 0 0,5 0 0,-3 0 0</inkml:trace>
  <inkml:trace contextRef="#ctx0" brushRef="#br0">8789 8441 8120,'13'0'0,"4"0"629,1 0 1,-1 0-230,-4 0 0,0 4 0,1 2 0,2 0 0,1 1 0,-1-1 343,-2-1 0,3 4-535,1-5 0,0 2-483,-1-2 0,-2-2 0,3 2 0,0-3 275,-1-1 0,6-5 0,-3-3 0</inkml:trace>
  <inkml:trace contextRef="#ctx0" brushRef="#br0">9370 8492 9841,'13'0'166,"0"2"1,0 1-478,0 1 1,0 0-1,1-4 1,3 0 310,5 0 0,2-5 0,2-3 0</inkml:trace>
  <inkml:trace contextRef="#ctx0" brushRef="#br0">9783 8441 8055,'13'6'0,"0"-4"0,-2 7 0,-1 0 625,-1-2 1,4 4 0,4-4 0,0 2 303,2 0 1,-3-2-1203,5 1 0,2-2 169,7-6 0,-1 0 0,5-1 1,2-4-1,2-3 0,-1-4-1174,-3-1 0,4 1 664,-4-1 1,-4 0 382,-4 0 0,0 4 1,-6 2-1,1 1 1,-1 3-1,0 1 673,1-3 0,-6 4-303,3-3 1,-3 2 239,3 2 1,-4 4 0,3 2-1,-3 1 1,1 2 694,2-2 0,-3 3-973,4-6 1,-4 5-344,-1-5 1,4 1-1,2-5 1,-1 0-1,2 0 1,-1 0-995,0 0 1,2-6 717,-4-3 0,5 2 419,-5-1 1,0 3 0,-2-2 0,0 1 0,3 3 0,-3 2 149,0 1 0,-2 0 255,0 0 0,1 0 264,3 0 0,-3 0 0,4 0 0,-3 0 0,1 0 1,3 1 824,1 4 1,-4-4-983,1 4 1,2-4-920,-2-1 0,4 0 1,-2 0-1,0 0 506,-1 0 0,5-6 0,-3-1 0</inkml:trace>
  <inkml:trace contextRef="#ctx0" brushRef="#br0">11551 8454 8020,'9'0'767,"0"0"-32,1 0 0,1 0-724,2 0 1,0 0-220,0 0 1,1 0 0,2 0 0,3 0 0,1 0 207,3 0 0,7 0 0,3 0 0</inkml:trace>
  <inkml:trace contextRef="#ctx0" brushRef="#br0">12132 8415 8015,'13'0'381,"1"0"0,2 0-420,1 0 0,5 1 0,-4 2 1,3 3 201,2 1 1,1 2-349,2 4 1,0-5-244,-1 1 1,1 0 0,0 2 427,0-2 0,5 2 0,2-4 0</inkml:trace>
  <inkml:trace contextRef="#ctx0" brushRef="#br0">12855 8441 8006,'26'0'376,"0"-4"-272,-1-1 1,-3 1-118,-1 4 0,-5 4 0,1 2 1,-2 1-1,-2 2 0,-1-1-851,1 1 0,0-6 864,0 1 0,6 3 0,1 0 0</inkml:trace>
  <inkml:trace contextRef="#ctx0" brushRef="#br0">13423 8402 7936,'20'-8'0,"-3"0"0,-1 3-189,1 2 1,-3 1 52,4 2 0,0 6-596,-1 3 732,1-4 0,0 7 0,2-5 0</inkml:trace>
  <inkml:trace contextRef="#ctx0" brushRef="#br0">13978 8441 7936,'20'0'0,"7"0"269,-5 0 1,5 0-216,-6 0 0,4 4 0,1 2 1,-2 1-1,-3 2-54,-3-2 0,2 4 0,0-4 0</inkml:trace>
  <inkml:trace contextRef="#ctx0" brushRef="#br0">14804 8441 7928,'18'-13'285,"-3"1"1,3 4 0,0 4-10,-1 2 0,0 2 0,-4 2 0,0 0-878,0 3 1,0 5-1232,0-2 1833,-1-2 0,7 6 0,1-5 0</inkml:trace>
  <inkml:trace contextRef="#ctx0" brushRef="#br0">15255 8351 7928,'13'-6'0,"0"3"-293,0-6 0,0 6 214,0-1 79,0 3 0,0 1 0,0 0 0</inkml:trace>
  <inkml:trace contextRef="#ctx0" brushRef="#br0">10403 8415 8023,'-5'-9'2560,"1"1"-637,0-1-429,4 2-121,0 1 0,0 1 1229,0-4-1442,0-2 1,-2 2 0,-2 2 674,-5 1 1,4 3-1285,0 7 0,4-1-373,1 6 0,0 0 0,0 3 0,0 1 0,0 0 0,0 0-178,0 0 0,1 0 0,4 0 0,2-6 0,6-1 0,0-6 0,-6-6 0,-1-3 0,-2-2 0,0-2 0,-1 0 0,-2 0 0,-1 0 0,0 0 0,-4 1 0,0-1 0,-6 1 0,1 4 0,-2 3 0,-2 4 0,0 2 0,0 4 0,4 2 0,2 7 0,0 3 0,0 5 0,4 2 0,-1 3 0,2 1 0,2-3 0,6 4 0,1-9 0,2 0 0,-1-3 0,1-4 0,4-4 0,1-5 0,3-2 0,-6-2 0,1-2 0,-2-2 0,-2-5 0,-1-6 0,-4-4 0,1-1 0,-1-3 0,-3 3 0,-4 0 0,-5 1 0,-3 3 0,4 2 0,-1 1 0,-1 0 0,-1 0 0,-2 6 0,1 1 0,2 2 0,2 0 0,3 1 0,-2 7 0,2 6 0,2 6 0,1 4 0,2 6 0,2 0 0,2 0 0,3-1 0,6 0 0,0-2 0,0-2 0,0-9 0,0 1 0,4-9 0,0 0 0,0-2 0,-4-4 0,0-4 0,0-5 0,-2-6 0,-2-3 0,-3 0 0,-6-2 0,-2-2 0,-2 2 0,-3 4 0,-7 0 0,-2 4 0,-1 1 0,-1 2 0,0 2 0,2 3 0,-4 6 0,1 0 0,3 0 0,6 7 0,2 6 0,4 2 0,-5 6 0,6 2 0,-1 6 0,4 1 0,4 0 0,5 0 0,2 0 0,3-4 0,4-4 0,-3-8 0,7-1 0,-2-2 0,3-6 0,-3-2 0,0-3 0,-1-6 0,-1-7 0,-2-1 0,-7-8 0,-5-1 0,-2-1 0,-2-2 0,0 0 0,-6 2 0,-3 2 0,-4-1 0,-3 6 0,-2 1 0,-2 3 0,-2 5 0,2 3 0,-3 4 0,6 1 0,0 6 0,4 2 0,1 5 0,2 4 0,3 5 0,2 4 0,2 3 0,1 1 0,4-2 0,2-6 0,3 1 0,6-6 0,1-4 0,4-6 0,2-1 0,1-5 0,-1-5 0,-1-9 0,0-6 0,-5-6 0,0-1 0,-2 0 0,-8 0 0,0 0 0,-2 2 0,-2 2 0,-7 4 0,-5 6 0,-5 4 0,-2 3 0,-1 4 0,0 1 0,0 1 0,-2 4 0,4 2 0,5 6 0,0 1 0,0 2 0,2 3 0,2-1 0,5 2 0,2 0 0,2 2 0,0 4 0</inkml:trace>
  <inkml:trace contextRef="#ctx0" brushRef="#br0">10454 8544 7846,'0'7'2163,"0"-1"-1152,0-17 0,0 2 827,0-8-1147,0 2 0,0 7 1,-1 1-1,-3-1 2218,-5 1-2531,3 4 0,-5-2 0,2 5 0,-2 0 1,-2 0-1,0 0 0,0 0 453,0 0 1,0 0 0,0 0 0,0 0-263,0 0 1,0 5-122,1 4 1,3 2-263,0 2 0,7 0 1,-3 0-1,4 0 0,1 0 1,1 0-187,4 0 0,2-2 0,6-2 0,4-3 0,0-6 0,5-2 0,-4-2 0,2-6 0,3-6 0,-4 0 0,-2-5 0,-3-1 0,-1-4 0,-1 1 0,-4-1 0,-3 0 0,-4 0 0,-1 2 0,0 2 0,-3 4 0,-5 5 0,-1 6 0,-10 2 0,2 4 0,0 1 0,-5 6 0,5 2 0,-1 9 0,2 6 0,-1 6 0,1 5 0,3 2 0,4-1 0,-1 2 0,6-3 0,0-1 0,4 2 0,5-8 0,4 0 0,4-5 0,4-4 0,-1-6 0,5-8 0,1-2 0,2-4 0,-1-3 0,-1-8 0,1-7 0,1-5 0,-4-1 0,-3 1 0,-7-7 0,-1-2 0,-6 2 0,1 2 0,-2 3 0,-4 2 0,-4 4 0,-6 4 0,-3 2 0,-6 2 0,-1 2 0,2 2 0,-4 4 0,2 5 0,-1 0 0,2 0 0,-2 11 0,6 6 0,1 8 0,1 6 0,4 8 0,2 7 0,4 2 0,5 0 0,0-5 0,0-9 0,7 1 0,4-10 0,7-4 0,2-7 0,1-5 0,-1-5 0,5-14 0,-4-7 0,2-8 0,-1-5 0,-2-4 0,-6-8 0,0-1 0,-2 1 0,-8 2 0,0 2 0,-2 6 0,-2 6 0,-2 8 0,-2 9 0,-3 20 0,-6 11 0</inkml:trace>
  <inkml:trace contextRef="#ctx0" brushRef="#br0">21967 13539 7850,'0'-13'1155,"0"0"1,0 0 0,0 0 5520,0 0-5972,0 6 1,0 3-1,1 10 1,2 8-1,1 10 1,1 11-1,-1 6 1,0 8 1816,-1 6 0,3-1-2521,-2 6 0,1-5 0,-5 1 0,4 3 0,2-2 0,-1-1 0,3-6 0,-3-4-2281,1-4 1,4-4 1275,-1-3 0,-2-4 1005,1-5 0,1 0 0,4 0 0</inkml:trace>
  <inkml:trace contextRef="#ctx0" brushRef="#br0">21825 14830 7757,'-17'0'6261,"-1"-2"-3804,3-2 1,8 2-1,8 0 1,10 3-1253,10 3 1,4 1 0,5-5 0,3 0-1206,0 0 0,5 0 0,-4 0 0,3-5 0,2 1 0,0-5 0,0 5 0,-2 0 0,-3-1 0,-5 1 0,-6 1 0,0 3 0,-6 5 0,-5 3 0,-8 9 0,-3 5 0,-2 8 0,-5 6 0,-7 5 0,-5 8 0,-3 6 0,-3 4 0,3 5 0,-2-1 0,1-3 0,5-2 0,7-10 0,3-3 0,1-6 0,3-5 0,2-5 0,5-1 0,0-10 0,8-5-3034,1-5 1,0-5-1,4 1 3034,-3-2 0,5-8 0,1-1 0</inkml:trace>
  <inkml:trace contextRef="#ctx0" brushRef="#br0">21928 15372 7759,'-20'0'2807,"1"0"0,7 1-350,-1 3 1,5-1-1,6 4 1,6-1 276,9-3 0,11-2-2734,11-1 0,3-5 0,5-4 0,3-4 0,6-3 0,-1-2 0,1-1 0,0-1 0,-1 0 0,-5-2-1349,-3-3 1,-3-1-1041,-1 0 2239,-6 0 0,-1 0 0,-7 1 0</inkml:trace>
  <inkml:trace contextRef="#ctx0" brushRef="#br0">10545 8660 7303,'-8'2'890,"4"2"-689,3-3 1,5 4 0,2-8 516,1-1 0,-3-2 0,5 3 1809,1-1-1370,1-6-275,2 8 133,-6-4 1,3 5-250,-5-3 1,0 2-383,0-2-122,-4 3 0,6 1-613,-2 0-350,-4 0 745,5-6 0,-6 3 536,0-6 1,0 5 1166,0-5-631,0 7-713,0-4 1,0 4-575,0-2 149,0 3 47,0-5 1,1 2 262,4-1 1,-4 0 381,3 0-98,-2 4 1,-1-5 475,4 6-425,2 0-407,0 0 0,4 0 0,-4 2 0,2 0-202,0 3 1,-5 0-15,5 0 0,-1-4 0,5 9 0,0-5 0,-2-1 0,0 0 0,-3 0 0,2-1 0,0 0-87,-1 1 0,2-2 82,-2 2 1,-2-2 0,2-1-1,1 2 1,1 1 102,2-1 0,-4-1-98,-1-2 0,-5 0 0,7 1 0,-4 2 0,1 1 0,3-1 0,0 0 0,-1 1 0,2-2 0,-5 5 0,4-4 0,-1 1 0,-1 0 0,-1 2 0,5-5 0,-5 5 0,0 0 0,5-5 0,-4 5 0,4 0 0,-4-5 0,1 5 0,1 0 0,2-3 0,0 4 0,1-2 0,-4 1 0,0-3 0,1 1 0,1 1 0,2-4 0,0 3 0,0-2 0,0 2 0,0-2 0,-5 2 0,1 0 0,1-1 0,1-1 0,2 2 0,0 2 0,0 1 0,0-3 0,0 3 0,0-1 0,0 3 0,-2-4 0,-1 1 0,-1 0 0,-5-1 0,5-2 0,1 3 0,1 1 0,-2-4 0,-1 3 0,2 0 0,2-1 0,1 5 0,0-1 0,0-2 0,0 2 0,-2-4 0,-2 1 0,2-4 0,-2 3 0,2 0 0,2-1 0,0 2 0,0-3 0,0 2 0,0 3 0,0-6 0,1 4 0,2-2 0,1 1 0,2 5 0,-2-2 0,-3 0 0,3 0 0,2-4 0,-2 4 0,-1-1 0,0 0 0,-1 2 0,3-2 0,-1 3 0,-4-6 0,0 5 0,0-5 0,0 5 0,-1-4 0,1 2 0,0 2 0,-1 0 0,-4-1 0,4-1 0,-4 2 0,4 3 0,1-4 0,-2-1 0,-1 2 0,-1 1 0,2 1 0,4 1 0,2-3 0,2 2 0,-2-2 0,-3-2 0,3 1 0,3 0 0,2 2 0,1-3 0,0 0 0,-2-1 0,2-1 0,0 4 0,-1-5 0,2 2 0,-2-2 0,-2-1 0,1 4 0,1 1 0,-2-3 0,-2 2 0,1 1 0,-5-4 0,4 5 0,0-5 0,-1 4 0,1-3 0,-4 3 0,2 1 0,2 0 0,1-2 0,0-2 0,4 5 0,-2-2 0,4 0 0,0 1 0,1-2 0,0 3 0,0-1 0,0 1 0,-1 1 0,1 2 0,-4-4 0,-1-1 0,-4-1 0,4 4 0,-1-3 0,-2 1 0,1-1 0,-3 1 0,-2-2 0,-1 2 0,0 1 0,0-6 0,0 5 0,0-4 0,-1 3 0,3 0 0,1 1 0,1-1 0,1 0 0,-2 2 0,3-3 0,1-2 0,-3 6 0,5-3 0,-1 2 0,5-1 0,-5 2 0,1-4 0,1 2 0,0 0 0,0 1 0,-2 1 0,-3-2 0,3-1 0,-1 0 0,2 0 0,-4 2 0,-5-4 0,0 0 0,1 1 0,2 0 0,1 3 0,1-3 0,-4 0 0,2 1 0,1-1 0,4 0 0,-2 3 0,0-2 0,-1 3 0,5-4 0,-1 1 0,1-1 0,-2 2 0,4 1 0,-5-4 0,1 1 0,1 3 0,-1 0 0,-1-1 0,3 2 0,-5-2 0,3-2 0,-4 2 0,5-1 0,-5 4 0,-1-2 0,-1-2 0,1 2 0,1 2 0,2 1 0,-3 0 0,1-2 0,-1-2 0,3 2 0,-1-2 0,2 2 0,3 2 0,-3-1 0,2-2 0,1-2 0,1 2 0,0-3 0,-1 2 0,-1 0 0,1-2 0,-3 4 0,1-4 0,1 2 0,-2 0 0,0-2 0,-3 1 0,-1 4 0,6-3 0,-5 2 0,3 0 0,-1 0 0,-2-3 0,0 2 0,0 2 0,6 1 0,-1-1 0,-2-3 0,1 0 0,-4-2 0,5 3 0,1-3 0,1-1 0,-2 2 0,-1-3 0,1 5 0,2-3 0,-1 1 0,-3 1 0,0 0 0,0-2 0,-2 4 0,3-2 0,-5-2 0,1 2 0,-3-1 0,1 4 0,1-2 0,1-2 0,-2 2 0,0 2 0,-1 1 0,2 0 0,3 0 0,1 0 0,0-1 0,3 1 0,-2 0 0,2 0 0,2 0 0,0 0 0,1 0 0,0 0 0,1 0 0,2 0 0,1 0 0,-1-1 0,-2 1 0,-1 0 0,-5 0 0,1 0 0,-2 0 0,3-2 0,-3 0 0,0-3 0,-1 2 0,-1 2 0,5 1 0,-1-1 0,2-3 0,2 0 0,1-1 0,3 5 0,5 1 0,2 2 0,0 1 0,-2-1 0,2-1 0,-4-2 0,1 1 0,1 3 0,-7-3 0,3 4 0,-4-4 0,-1-1 0,-1 0 0,1 0 0,1 0 0,4-1 0,-3 1 0,7 0 0,-2 0 0,3 0 0,-3 0 0,-2 0 0,-1 0 0,2 0 0,-5 0 0,3 0 0,-3-1 0,-1 1 0,-4 0 0,-1 0 0,1 0 0,3 0 0,1 0 0,0-2 0,0-1 0,1-1 0,2 1 0,1 2 0,2 0 0,-2 1 0,-3-4 0,3 0 0,-3-1 0,-1 5 0,0 0 0,-2-2 0,-1-1 0,-1-1 0,-2 0 0,1 4 0,-2-2 0,0-2 0,-4 2 0,7-2 0,-2 2 0,1 2 0</inkml:trace>
  <inkml:trace contextRef="#ctx0" brushRef="#br0">21244 13259 28671,'17'5'0,"1"3"0,-1-4 0,-4 4 0,0-1 0,-1-1 0,1 1 0,0 0 0,0-3 0,0 5 0,0-5 0,0 5 0,0-2 0,0 3 0,0-3 0,0 0 0,1-1 0,3 0 0,-1 4 0,4-3 0,-1 0 0,-4-3 0,4 2 0,-2-2 0,5 5 0,-5-5 0,6 5 0,-3-3 0,1 1 0,1 3 0,-2-3 0,2 2 0,0-5 0,-4 5 0,-1 1 0,0 1 0,2 1 0,1-4 0,-4 4 0,1-4 0,-1 4 0,1 1 0,-3-5 0,3 1 0,2-1 0,-2 5 0,6-4 0,-3 0 0,2-1 0,-2 1 0,-2-2 0,-2-1 0,0-2 0,1-4 0,-7 0 0,3 0 0,-10-1 0,-3-5-709,-7-7 1,-10-3 0,-5-10 708,-2-5 0,-14-17 0,-2-5 0</inkml:trace>
  <inkml:trace contextRef="#ctx0" brushRef="#br0">10816 7976 7997,'-39'9'1013,"2"-1"0,4 2 0,7 2 0,9 1 395,7 0 0,5-15 0,11-11 0,7-17 838,7-14 0,12-15-1824,-13 24 0,0-3 0,4-8 0,2-3 1,4-4-1,2-3 0,4-6 0,2-2 1,-10 18-1,1-1 0,1 0 0,3-3 1,1 0-1,1 0-503,2-1 0,1 0 0,-1 0 0,0 1 0,-1 0 0,0 1 0,-1 3 0,-1 1 1,-1 2-1,12-12 0,-2 3 81,-4 9 0,0 3 0,-4 7 0,-2 3-47,-1 1 0,-2 2 1,-2 0-1,-2 1-1218,22-26 0,-5 10 1,-16 7-1,-6 6 1,-4 9-8567,-3 4 9613,-1 9 0,-10 13 1,-4 8-1</inkml:trace>
  <inkml:trace contextRef="#ctx0" brushRef="#br0">10725 7266 9775,'-33'0'1486,"8"2"1,9 6-1,6 17 163,5 21-1312,-2 15 0,6-21 0,-1 2 1,-2-1-1,0 0 0,-1-2 1,1 1-1,0-3 0,1 0 1,-1 31-1,2-7 2111,2-5 1,6-20-1474,3-10 1,8-10-605,4-8 1,4-2 0,2-9-1,3-5 1,3-11 0,1-8-372,1-8 0,-1-2 0,5-2 0,-5 2-827,1 3 0,-1 2 0,6 8 0,3 1-6081,5 1 6908,2 6 0,2-8 0,-1 4 0</inkml:trace>
  <inkml:trace contextRef="#ctx0" brushRef="#br0">11655 5395 8309,'-13'-33'1662,"1"7"1,6 13-1,9 12 1,10 15-340,6 12 1,7 7 0,5 7 0,1 3 0,1 4 0,-2 4-389,1 0 0,2 5 0,-2 3 0,-1 1-1463,1 2 1,-8-8-1,-5-11 1,-2-4-1124,0-4 1,1-10-1611,-6-7 0,1-10 3261,0-4 0,6-14 0,1-4 0</inkml:trace>
  <inkml:trace contextRef="#ctx0" brushRef="#br0">12222 5447 8309,'-21'1'2169,"-1"3"0,7 5-1006,-3 8 0,0 10 220,1 12 0,-5 6-687,5 6 0,0 1 1,5-1-1,4 0 1,3-6-1,4-7 3006,1-11-2966,0-13 1,6-9-625,2-10 0,9-3 0,5-9 1,2-5-1,2-2 0,1-2-891,3 0 1,3 0-719,6 0 0,-4 1-520,-1-1 0,0 0 1,5 0-1,-2 0-980,-2 1 1,-5-3 2593,-9-2 1,2 3 0,-7-3 0,-3 4 0,-4 4 1173,-4 5 1,0 10 10,-5 7 0,-5 7-92,1 10 1,0 4 0,4 4 0,0 1 0,0 0 0,0 0 1970,0 0 0,1-6-2964,4-3 1,-3-3 75,7-1 0,0-6 1,5-4-1,2-7 1,1-10 226,-1-11 0,4-6 0,0-8 0</inkml:trace>
  <inkml:trace contextRef="#ctx0" brushRef="#br0">12945 5317 8256,'0'13'1171,"0"0"-893,0 0 0,0 0 927,0 0 1,2 0-1,2-2 328,5-2 1,-4-5-1230,0-8 1,0-10-171,0-12 1,0-7-1,-2-10 1,2-4-1,-3-2 1,1 1 270,2 5 0,-4 5 171,3 3 0,3 5-305,2 9 0,-2 8 0,2 8 0,1 7 0,3 6 0,3 10 682,1 5 0,4 4-434,-3 3 0,3-4-402,-4 0 0,6-2 1,-1-8-1,1-5 1,0-5-1,-3-5-841,-2-1 1,0-5-143,-6-4 1,0-2-975,-4-2 1,-2 0-1,-6 0 1,0 0 1839,0 0 0,0 0 0,0 0 0</inkml:trace>
  <inkml:trace contextRef="#ctx0" brushRef="#br0">13268 4401 8290,'-13'-26'2503,"4"6"1,4 4-912,3 6 0,5 12 1,11 11-1,4 8 140,3 8 1,4 7-40,0 11 0,1-4-1341,0 9 0,-5 1 0,1 3 0,1-2 0,1-2 0,1-6-1749,-4-8 1,2-10-391,-6-11 1,1-4-594,-6-5 0,1-3 0,0-11 2380,0-7 0,6-17 0,1-10 0</inkml:trace>
  <inkml:trace contextRef="#ctx0" brushRef="#br0">13784 4504 8266,'-13'0'1020,"0"0"0,-4 2 1385,0 2 1,0 9-1194,4 9 0,0 12-237,0 5 1,0 12 0,2-1-1,2-1 1,5-6 0,2-8 1153,2-10 1,7-6-1622,6-10 1,12-15-654,9-11 0,5-12 0,4-5 0,4-4 0,2 0 0,0-1-3649,-2 0 0,-5 1 2055,1-1 1,0-3 1482,-5 4 1,-2-4 0,-10 9 0</inkml:trace>
  <inkml:trace contextRef="#ctx0" brushRef="#br0">12571 4853 8233,'-63'-2'1298,"4"0"1,12 2-513,15 10 1,14 15 0,20 21-1,8-1-786,12-7 0,8-10 0,9-10 0</inkml:trace>
  <inkml:trace contextRef="#ctx0" brushRef="#br0">8944 6479 8049,'-8'0'-36,"-1"0"1,-1 0-1,-2 0 293,0 0 1,3-4-1,0-1 1,1 1-179,1-2 1,-3 4 0,4-6 0,-1 1 0,-3 0-1,-2-2 174,-1 2 1,5-4 0,-1 4 0,-1-2 467,-1 0 0,-2 2-308,0-1 1,0-2 521,0 5 0,4-3 0,1 3 674,-2 3 0,4 2-744,2 4 1,8 9-297,5 8 0,8 4 1,6 2-1,5 3 1,8 6-1,6 5 723,5 7 1,3 2-969,2 2 0,-26-26 0,0 1-190,0 0 0,-1 2 1,1 1-1,-2 1 1,0 1-1,-2-1 1,17 25-1,-7-7 1,-7-5-135,-3-2 0,1-8 0,-6-3 0,0-11 0,-4-7 0,-6-1 0,-2-10-168,-10 2 1,-3-8-1,-10-6 1,-3-7 0,-5-8-1,-3-6-449,-1-7 1,-10 0 539,1-14 0,-8 3 40,24 22 0,-1-2 1,-4 1-1,0-1 1,-2 0-1,0 1 0,-2-2 1,1-1 139,-2-2 0,1 0 0,1 4 0,0 0-16,3-2 0,0 1 1,-22-17-1,13 8 1,3 8-1,5 6 893,6 8-538,10 6-442,7 11 0,13 7 0,6 7 0,9 11 0,7 8 0,5 11 0,9 8 0,-18-23 0,2 1 0,3 4 0,1 2 0,3 2 0,1 1 0,3 3 0,0 1 0,3 2 0,1 2-118,3 2 1,-1 1 0,-3-2 0,0 1-1,2 3 1,0-1 0,-3-2 0,0-2 117,-1 0 0,0-2 0,-3-2 0,1-1 0,0 0 0,-1-2 0,-8-9 0,0-1 0,24 22 0,-17-15 0,-9-7 0,-7-4 0,-5-6 295,-1-7-295,-6-6 0,-7-14 0,-8-6 0,-10-7 0,-4-11 0,-9-10 0,-9-9 0,15 20 0,-1-1 0,-5-5 0,-1 0 0,-1-1 0,1-1-125,-2-5 0,-1 0 0,2 3 1,0 0-23,1-1 1,0 0-1,-1-2 1,0 0-1,-2-1 1,1-1-1,-2-1 1,0-1 35,0 0 1,0 1 0,1 2 0,0 2 175,3 0 1,0 2-1,3 5 1,0 1-1,4 4 1,0 3 0,-15-15-1,11 11 1,9 9 464,7 6 294,9 1-744,-2 13 0,8-1 0,2 12 1,7 11-1,10 12 0,12 13-80,11 13 0,-13-21 0,3 3 0,6 7 0,1 1 0,4 6 0,1 1-56,-1 1 0,0 0 0,-14-18 0,0 0 0,0 0 1,14 18-1,-1 0 0,-12-16 0,0-1 0,0 1 1,3 1-1,0 1 0,0-1 0,0-1 0,0 0 0,0 0 56,-1-2 0,-1 0 0,0-1 0,9 16 0,-2-2 0,-9-10 0,-2-1 0,-2-1 0,0-3 0,-1-5 0,0-2 0,-3 1 0,0-1 0,20 18 0,-4-9 0,-5-8 0,-5-6 596,-6-2-596,-5-4 0,-11-11 0,-8-7 0,-12-10 0,-8-7 0,-9-9 0,-9-7 0,-7-4 0,19 13 0,-1-2 0,1-1 0,-2-2 0,-1-4 0,-1-1-90,1-3 0,0 0 1,0 2-1,1-1 0,-1-1 1,0 1-1,-2-2 1,0 0-253,-1-2 1,-1-1 0,-3-5 0,-2-1 248,-2-2 1,0-1-1,3 1 1,0 1 0,5 5-1,0 2 1,5 5 0,0 1-1,-15-21 1,12 16 67,8 12 550,10 14 1,7 10 0,6 8-1,2 5 1,2 4-126,5 4 0,9 10-400,8 12 0,13 10 0,-14-19 0,3 3 0,3 3 0,1 2 0,4 3 0,3 1 0,1 3 0,3 1 0,1 0 0,2 1 0,2 3 0,0 2-442,2 0 0,-1-1 1,-2-2-1,-1-1 442,4 2 0,-1-1 0,-2-2 0,-2-2 0,-3-3 0,-1-1 0,-3-3 0,-3-1 0,-4-5 0,-3-2 0,18 20 0,-12-13 0,-16-13 0,-10-6 0,-5-8 0,-3-2 0,-1-5 0,-5 0 0,-7-7 0,-8-9 0,-8-7 0,-10-10 0,-8-5 0,-5-3-345,-4-5 1,26 19 0,0 0 0,-3-3 0,0 0-1,0-2 1,2 0 0,0 0 0,3-2 0,0-2-1,3-1 345,1-4 0,0 0 0,-1-2 0,0-1 0,1-3 0,1-2 0,-2-1 0,0 1 0</inkml:trace>
  <inkml:trace contextRef="#ctx0" brushRef="#br0">24626 7202 8032,'5'-39'0,"-3"0"0,4 6 2177,-6 2 0,4 18-2297,0 9 0,0 4 1,-5 7-103,-3-1 1,1-2 297,-6-4 1,1 0 0,-7 0-1,-1-2 1,-4 0 0,-3-4 851,-4-1 0,-7-2-477,-1-4 1,-3 0 0,-5 2 0,-5 1 0,-2 3 0,-1 1-135,-1 3 0,-5 2 1,-4 2-1,-3 3-73,-5 5 0,-3 2-279,34-5 0,-1 1 0,0 2 0,0-1 22,0 1 0,1 0 0,2-1 0,0-1 0,-34 2 0,0-3 1,33-4-1,1 0 0,-3 0 0,0 0 41,-2 0 1,0-1-1,5-2 1,-1-1-27,1 1 1,-1-2 0,0-2-1,1 0 90,0 1 1,-1-1 0,-2 0 0,-1-1 0,-1 0 0,-1 0 0,-1 1 0,0 0 0,2 2 0,0-1 0,2 1 0,1 1 89,1 0 0,0 1 0,0-2 0,-2 0-170,-3 1 1,-2 0 0,4-1-1,-1 1-70,-5 2 0,1 0 0,5 0 0,0 0 0,0 0 0,1-1 0,0 0 0,1-1 0,-3-1 0,0 0 1,-3 0-1,-1 1 27,-1-1 1,0 0-1,1-2 1,0 0 18,2 1 0,0-1 0,-2 0 0,-1-1 127,1-1 1,0 1-1,-3 1 1,0 1-1,-3 0 1,0 0-1,2-1 1,1 1 0,2 0-1,0 1 1,1 0-1,0 2 212,-3 0 0,0 0 0,1 1 1,0 0-266,-4 0 0,-1 0 1,6 2-1,2 2-98,-1 0 0,-1 0 0,1 2 0,-1 0 0,-4 0 0,-1 1 0,-2-1 0,-1 1 0,0-1 0,2 1 0,0-1 0,2 1 4,2-1 1,1 0 0,-5 1 0,-1-1 0,-1 1 0,-1-1 0,-1 1 0,-1-1-14,2 1 0,0-1 0,1 1 0,0-1 0,0 0 0,-1-1 0,-2 1 0,-1-2 18,-1 1 0,-1-1 0,3 0 1,1-1-199,4 2 0,1-1 0,-2 0 0,1-1 298,1 0 0,-1-2 1,-2 0-1,0 0 1,0 1-1,-1 0 0,4-2 1,1 0-1,1-1 1,0-1-1,-1 0 1,0-2 52,-2 1 0,-1-1 0,-2 1 0,1-1-215,4 0 0,1 0 0,1-2 1,0 1 138,5 3 1,0 0 0,-2 0-1,-2 0 1,-4 1 0,-1 0-1,1 0 1,1 0 0,2-2-1,0 1 1,3 1 0,0-1-124,1 1 0,-1 1 0,-2 0 1,-1 0-55,-1 0 0,0 0 0,1 0 0,1 0 89,1 0 1,2 0 0,0 0 0,1 0 0,2 0 0,-1 0-1,-2 0 1,-1 0 0,-1 0 0,-1 0 0,2 0 0,0 0-217,3 0 1,1 0 0,-1 0 0,2 1 207,3 2 1,1-1 0,-3-2 0,0 1-15,-2 1 0,1 0 1,1 0-1,0-1 1,1 1-1,0-1 1,-28 3-1,9-1 1,4-1 17,1-2 0,-8 0 0,-2 0 1,2 0-139,1 0 1,5 0 74,6 0 0,1 0 286,8 0 0,2 1 0,8 4 1,-1 3-1,2 4 0,0 2-502,3 3 1,4-3 715,4 4 1,7-4-432,2-1 1,5 0 0,-2 0 0,4 1 0,1 3-1,1 5 411,4 2 0,-4 8 0,5 2 0,-2 5-105,1 4 0,-1 3 234,-4 5 0,1 10-238,4-1 1,-4 6-1,3-6 1,-1 5-1,0 5 1,0-33 0,0 0 185,0 1 1,1 0 0,-2 2 0,0-1-423,7 30 1,-1 3 12,-1-35 0,-1-1 1,7 29-1,-1 6 0,-2-2 1,-2-3-1,2 0 32,2-1 1,1-8-1,0-5 1,0-8-104,0-4 1,-3-5 264,2-1 0,-2-1-254,8 1 1,-3 4 0,1-5 0,4 1 0,2-1 0,2-1-221,-1-4 0,4-5 208,4-1 0,4-2 7,0 1 1,2 2-1,2-6 1,0-1-1,-1-1 1,1-3-84,0 1 1,-6 0-1,-2 0 1,1 0 102,2 0 1,1 1-23,3 4 0,4-4 33,10 3 1,1-3 0,1-1 0,3 0 0,1 0 0,-1-1 26,-2-4 1,-2-2 86,-2-6 0,4 0 23,5 0 1,0 0-1,8 0 1,-7 0 102,-5 0 0,-1 0-170,1 0 0,-3 0 0,6 0 0,1 1 0,6 2 0,4 2 32,-33-4 1,1 0-1,32 5-67,-1-2 1,-2 7-68,2-3 0,-33-2 0,1 0 0,3 0 0,0 1 0,1-1 0,-1 0 0,-1 1 0,-1-1 0,-1 1 0,-1-1-89,35 7 0,-34-6 1,0-1-71,0 1 0,-1-1 0,3 0 0,0-1 217,2 0 0,-1-1 1,-1 1-1,0 0 1,1-2-1,0-2 1,-2 1-1,0-1 1,0 0-1,0 0 1,0-1-1,0 0 29,2 0 1,1 0-1,0-2 1,1-1-32,3 2 1,0-2-1,-2-2 1,-1 0-1,-1 1 0,-1-1 1,0 2-1,-1-1 0,1 1 1,-1-1-1,2 1 0,0 0 1,2 2-1,0-1 0,0 2 1,0-1-67,-2 1 1,0 0 0,-2 0 0,-1 0 0,31 1-1,-32 1 1,1-1-111,1 1 1,2 1-1,0 1 1,1 2 51,1-2 1,0 0 0,-4 0-1,-1-1 21,31 6 1,-1-6-1,2 1 1,-33-2-1,1-1 1,0 0-1,1 1 1,-2 0-1,-1 0 44,32 1 1,-2 0 356,-11 1 0,7-1-233,-2 6 0,5-5 0,2 5 0,2 1 0,-3 1 0,-4 2-82,-6 0 1,-3 0 0,0 0-1,3-2-91,4-2 1,12 1 0,-36-7 0,1 0-1,33 2 59,-3 1 1,-5-2 170,3-4 0,2 0-151,-29 1 0,1-2 1,3 0-1,0-2 0,-1 0 1,1 0-1,-1 0 1,0-1-1,-2 0 0,0 0 1,1-1-1,-1 1 124,1-1 0,1 1 1,2 3-1,1 0-118,-1-2 1,0 1 0,-1 1 0,1 1-11,0 0 0,0 0 0,-5 0 0,0 0 0,0 0 0,1 0 0,1 0 0,-1 1 0,2 0 0,1 1 0,3 1 0,1 0 0,0 1 0,-1-1 0,-1-1 0,-2-1 0,0 1 0,-2 0 0,0-1 0,1 0 0,-1-1 0,1 0 0,3 0 0,1 0 0,1 0 0,0 0 0,-3 0 0,-1 0 13,-5 0 1,0 0-1,36 0 1,0 0-1,-34 0 1,0 0-14,2 0 0,0 0 0,32 0 0,-2 1 0,-9 2 0,-10 1 0,-1 1 0,-3-5 0,0 1 0,0 3 0,1-2 0,-8 2 0,-4-3 0,-5-1 0,-6 0 0,-5 0 0,-4 0 0,-2-5 0,-2-4 0,0 2 0,0-2 123,-1-1 1,1 5 0,0 0-1,0 2-123,0-1 0,0 3 0,0-5 0,0 2 39,0-1 1,-5 0-1,1 2 1,1-3-40,1-1 0,1-2 0,-2-5 0,-1-3 0,1-5 0,-3-4 0,0-4 0,0-6 0,0-5 0,-4-5 0,1-9 0,-2-3 0,-2-7 0,1-4 0,2 0 0,0 33 0,0-1 0,0 0 0,1-2 0,0-3 0,1-2 0,1 0 0,1 1 0,-1 0 0,2 0-122,0 0 0,1 1 0,1 1 0,0 0 1,3 2-1,0-1 0,-1 0 0,0 0-116,-1-1 1,0 0-1,1 2 1,-1 1-1,-2 2 1,-1 0-1,8-34-52,-2 3 1,-1-2 0,0 1 0,-2 2 45,-2-1 1,3-5 0,-4 3-1,4 3 86,0 5 0,-3 3 127,0 7 0,-2-1 45,1 1 0,3 0 0,-6 6 0,1 6 1,0 9-1,-3 7 319,-2 6 0,-1 2-92,0 2-70,0 6 0,-1 1-113,-4 6 0,-2 0 0,-6 0-109,0 0 0,5 0 9,-1 0 0,0 0-192,-3 0 1,-1 0-1,0 0 1,0 0-1,0 0 1,-1 0-1995,-4 0 1,-2 6-482,-5 3 2709,-7 14 0,-7 4 0,-7 12 0</inkml:trace>
  <inkml:trace contextRef="#ctx0" brushRef="#br0">23864 9435 8017,'-17'0'680,"0"0"1,1 0-1,2 0 1,2 1 1007,4 3 1,2 5 0,6 8-1,1 8-1062,4 8 0,2 8 0,7 17 1,2 6-1,-7-29 0,0 2 1,1 1-1,-1 1 762,0 2 0,1 0 0,1 1 0,-1 1-1234,-1 2 0,-1 0 0,1-1 0,0 1-154,-3-2 0,1 0 0,-1-1 0,0-1 0,1-2 0,-1-1 0,0 0 0,0-1 0,4 32 0,-3-10 0,-1-9 0,-2 0 0,-4-3 0,4-2 0,1-2 0,-1-10 0,-4-7 0,1-8-3495,4-3 0,-2-14 1933,5-5 0,-5-13 131,1-9 1,2-16 0,-2-12 1430,-1-8 0,4 0 0,1-8 0</inkml:trace>
  <inkml:trace contextRef="#ctx0" brushRef="#br0">23748 9396 8107,'-13'0'1018,"0"1"1,0 2-1,0 3-289,0 1 0,5 7 1,-1 8-1,1 4 0,-1 2 1,0 5 364,-1 5 0,3-2 1,-1 7-1,-1-3 575,2-1-1199,-5-7 0,9-3 0,-4-10 218,2-6 1,0-16-437,5-6 1,6-8-9,3-9 1,-1-1 0,4-2 0,2-2 0,2-1-1,1 1 347,0 2 1,5 3-350,-5 5 1,6 3-134,-2 10 1,4 2 0,2 9 0,3 7 0,3 12 0,0 9-110,-3 6 0,2 6 0,-2 0 0,-4 0 0,-5-4 0,-5-3 0,1-4 0,-2-8 0,-3-5-2339,1-8 1,0-4-88,0-7 1,0-11 529,0-6 1896,0-6 0,0-9 0,0-1 0</inkml:trace>
  <inkml:trace contextRef="#ctx0" brushRef="#br0">16727 994 7834,'-33'-26'295,"1"6"0,6 4 702,1 6 0,6 6 0,5 8 0,5 6 0,3 7 0,3 9 73,2 7 0,7 17 1,4 13-1,-3-23 0,2 1 1,1 7-1,3 1 0,0 5 1,2 1-492,2 2 0,1 1 0,-2 0 0,1 0 0,-1 0 0,1 0 0,-1 0 0,-1-1-1309,0 0 0,-1-2 1,-2-6-1,-1-2 506,0-5 1,-1-2-1,-2-4 1,0-1-1691,9 26 1,-4-11 0,-3-13-1,-1-11 1914,1-12 0,-4-9 0,-2-14 0,-3-5 0</inkml:trace>
  <inkml:trace contextRef="#ctx0" brushRef="#br0">16404 1316 7929,'-27'-44'470,"0"5"1,14 2-1,6 7 1987,4 3 1,10-2-1,6-11 1,8-5-497,8-6 0,7-7-1416,-13 26 1,1 0 0,2 2 0,3 2-198,4 1 0,3 3 0,-2 5 1,2 3-1,0 5 0,1 2 0,32-1 1,-6 12-1,-9 12-217,-11 15 0,-8 5-131,-9 14 0,-8-1 0,-5 4 0,-6 1 0,-7 0 0,-3-1 0,-5 1 0,-2 1 0,-12 3 0,1 1 0,-5 5 0,-1-3 0,-3 0 0,-5-2 0,-2 0 0,-2-4-1652,0-10 1,6-1 1483,3-12 1,-3-6 0,0-5-1</inkml:trace>
  <inkml:trace contextRef="#ctx0" brushRef="#br0">17088 1639 7901,'6'-7'4915,"3"3"0,3-2-2478,6 2 0,7-6 1,10 1-1,4-2-2140,4-2 1,-2-5 0,5 0 0,-1-1-2240,-4 0 1,-6 2-2216,-5 4 0,0 6 825,-4 3 3332,-3 2 0,-11 8 0,1 1 0</inkml:trace>
  <inkml:trace contextRef="#ctx0" brushRef="#br0">17540 1781 7865,'-13'19'0,"2"-5"3986,2 3 1,-1 2-2903,6-2 0,-1-4 1,7-6-1,3-1 1,8-3-1,9-2-422,7-1 1,5-7-876,9-6 213,9-11 0,-21 5 0,2-1 0,3-3 0,0 0 0</inkml:trace>
  <inkml:trace contextRef="#ctx0" brushRef="#br0">18392 800 7881,'-26'-39'1124,"0"11"0,2 3 0,4 5 0,7 5 1,7 0-1,6 2 1008,4 0 0,15 1 0,11-3 0,6-1-1754,3-1 1,4 1-1,0 6 1,-2 3-1,-1 1 1,-1 4 32,0 0 1,-10 9-1,-5 6 1,-5 9 25,-8 6 1,-1 11-76,-10 8 1,-4 8-363,-13 1 0,-3 6 0,-8-4 0,0 1 0,-3-4 0,3-8 0,1-8 0,6-12 0,4-10 0,3-3 0,10-6 0,8-4 0,12-3 0,12-1 0,7 0 0,4-4 0,4 0 0,2 1 0,3 3 0,-4 4 0,-4 5 0,-4 9 0,-10 8 0,-12 7 0,-5 10 0,-9 3 0,-10 7 0,-12 3 0,-9 4 0,-11-1 0,21-28 0,-1-2 0,-21 22 0,5-1 0,0-4 0,4-6 0,5-3 0,6-2 0,6-12-2267,8-2 2267,4-5 0,16-15 0,3-2 0</inkml:trace>
  <inkml:trace contextRef="#ctx0" brushRef="#br0">19334 1291 7965,'0'-13'9830,"0"0"-6904,0 6 1,7 1-1667,6 6 1,1 0-1739,8 0 1,4 4-1,5 1 1,2-3-1,3 0 1,1-2-1996,2 0 0,0-6 2473,0-3 0,5-13 0,2-6 0</inkml:trace>
  <inkml:trace contextRef="#ctx0" brushRef="#br0">20160 658 7917,'-6'-11'1215,"-2"2"0,-4 5 1217,-1 8 1,-4 16 0,0 18 0,1 16 97,2 18 1,7-26-1,2 2-2280,0 7 1,2 2-1,0 2 1,3 1-251,3 3 0,2-1 0,3-4 0,3-1 0,4-6 0,3-2 0,-1-5 0,2-3 0,0-7 0,2-2 0,19 14 0,0-18 0,5-11 0,2-17 0,3-8 0,2-9 0,2-9 0,-2-14 0,-6-5 0,-4-6 0,-15-8 0,-6-10 0,-13 31 0,-1 0 0,-2-3 0,-2 0 0,-1 1 0,-1 0 0,-2 0 0,-2 1 0,-3 0 0,-1 1 0,-2-1 0,-2 0 0,-3-1 0,-1 1-129,1 2 0,-2 1 0,-1 2 0,-2 2-406,-15-15 1,-2 10 0,0 12 0,3 11 0,1 10-1,4 9 535,1 13 0,5 4 0,1 17 0,-2 6 0,-2 3 0</inkml:trace>
  <inkml:trace contextRef="#ctx0" brushRef="#br0">20341 1162 7855,'0'12'0,"0"3"0,1 1 0,5 1 2457,7-1 1,11-2-1,13-1 1,8-2-1,6-2 1,11-3-1,0-5 1,2 2-1880,-1 1 0,-12 1-2151,-4-5 0,-10 0 411,-2 0 1,-7 0 0,2 0 0,-2-2 1161,-2-2 0,-6-9 0,-2-7 0</inkml:trace>
  <inkml:trace contextRef="#ctx0" brushRef="#br0">21334 1162 7808,'-12'0'3482,"0"2"1,3 7-1845,5 8 0,8 13 1,4 9-1,2 8 0,0 8 1,1 5-622,-1 3 0,0-3 0,3-1 0,-1-3-1017,-4-6-846,4-9 1,-9-6 0,4-4 0,-2-4 0,0-4-3012,1-6 0,-5-10 953,3-7 1,2-13 2903,-2-13 0,12-5 0,-2-8 0</inkml:trace>
  <inkml:trace contextRef="#ctx0" brushRef="#br0">21657 1278 7808,'6'-39'2103,"0"10"-1367,2 4 1,-2 12-1,-8 1 1,-2 6 1870,-4 8 0,-5 5-891,-5 10 1,0-1-1009,-4 6 0,-2 3 0,4 7 0,-2-1 0,2 2 0,3-1 751,6 0 1,-1 2-1460,8-4 0,-5 4 0,5-3 0,1-1 0,9-6 0,7-1 0,7-1 0,6-1 0,4-1 0,4-1 0,9-6 0,-3-5-599,3 1 0,-3-6 1,-1 1-1,-2-3 0,-2-2 1,-6-2-8225,-6-1 8823,1-12 0,-4 2 0,6-12 0</inkml:trace>
  <inkml:trace contextRef="#ctx0" brushRef="#br0">16998 2801 7929,'-12'3'2597,"4"7"1,5 13-1,7 15 4016,9 17-6333,-1-18 0,1 2 0,1 6 0,0 3 0,3 5 0,1 0 1,0 1-1,1 0 0,0-2 0,1 0 0,0-1 0,0-1 1,-2-4-1,0-2 0,-2-4 0,1-2 0,10 22-1259,-4-13 1,-5-14-673,-5-7 0,-1-6-3697,-4-7 5348,4-6 0,-11-7 0,5-7 0</inkml:trace>
  <inkml:trace contextRef="#ctx0" brushRef="#br0">16985 3059 7875,'-6'-33'1847,"5"-3"0,-4 6 1,4 0 708,1-2 0,12-1-1556,5-5 1,11-1-167,7 0 1,8 2 0,4 1-1,3 4 1,1 5 0,-4 9 731,-4 6 1,-4 6-1567,-5 6 0,-5 7 0,-12 6 0,-1 6 0,-12 8 0,-1 3 0,-2 6 0,-2 4 0,-3 3 0,-4 6 0,-4-2 0,-3 4 0,-2 0 0,3 0 0,-5-3 0,2-2 0,0-1 0,1-4-6487,1-1 6487,8-1 0,2-6 0,5-1 0</inkml:trace>
  <inkml:trace contextRef="#ctx0" brushRef="#br0">17811 3201 7831,'-20'6'4217,"1"-5"0,8 5-1868,2-1 0,5-3 0,8 2-1839,5-2 0,8-2 0,5 0 0,2-2-1842,2-2 1,0 1-2170,-1-6 0,1 2 605,0-1 2896,0-4 0,5 5 0,2-6 0</inkml:trace>
  <inkml:trace contextRef="#ctx0" brushRef="#br0">18043 3278 7831,'-13'22'703,"0"-1"0,5-5 1355,-1 1 1,6-2-1002,-1-2 0,3-1-205,1 1 1,10-6-1,3-2 1,2-4-1,5-2 1,6-5-576,7-7 1,5-5-2749,0-8 2471,7-6 0,6-7 0,-21 16 0,-1 1 0</inkml:trace>
  <inkml:trace contextRef="#ctx0" brushRef="#br0">18921 2517 7955,'0'8'-454,"1"0"0,2-1 454,2 0-44,-1-4 1,-6 2 0,-2-6 0,-4-2 0,-4-1 0,-2 0-1,-2-1 537,-1 1-155,-6 0 1,4-1 0,-4 1-1,3 1 1,0 3 0,1 5-1,-1 2 1963,0 0 0,9 3-898,-2-6-906,3 0 1,4-4 0,6 0-1,7-1 1,6-5 0,4-5 1541,5-5 0,8-5-1448,4 3 0,2 1-167,-1 4 0,2 6 0,-4 3 0,1 4 1,-1 5-1,-3 10 505,-5 9 1,-2 11-726,-10 12 1,1 6-205,-10 12 0,1-1 0,-7 2 0,-2 1 0,-5 1 0,-1-5 0,2-6 0,-2-11 0,5-7 0,1-6 0,4-7 0,1-12 0,4-5 0,5-6 0,4-3 0,5 0 0,1 0 0,0-8 0,1-5 0,8-1-2458,-3-7 0,8 2 1,2-5-1,4-4 2381,3 1 0,6-6 0,-3 0 1</inkml:trace>
  <inkml:trace contextRef="#ctx0" brushRef="#br0">19708 2775 7955,'-13'0'0,"5"0"5870,-1 0-4237,6 0 1,-1 0-1,10 0 1,5 0-1454,5 0 0,3 0 1,-2 0-1,4 0-3216,4 0 0,0-6-1700,1-2 4736,6-4 0,1-7 0,6-1 0</inkml:trace>
  <inkml:trace contextRef="#ctx0" brushRef="#br0">20250 2052 7955,'0'-13'4387,"-1"2"-1551,-3 2 0,2 5-1613,-2 8 0,7 5-751,1 8 1,6 7 0,-1 8 0,1 1-1,0 3 1,-2 0-1833,2-2 0,2-1 994,1-3 1,0-4-4614,0 0 4979,-1 0 0,7-6 0,1 5 0</inkml:trace>
  <inkml:trace contextRef="#ctx0" brushRef="#br0">20250 2697 7871,'-8'0'7218,"-1"0"-5934,6 0 0,0 0-1110,12 0 0,2-5-753,15-4 1,-1-7 0,9-2 0,3-2 0,3-3 0,5-2-4636,1-1 5214,1 1 0,-1-1 0,-1 0 0</inkml:trace>
  <inkml:trace contextRef="#ctx0" brushRef="#br0">20483 2878 7871,'-13'6'618,"0"-5"641,0 4 1,7 0 0,6 0-1,9-2 222,7-2 1,8-5-303,6-1 1,2-3-701,-2 3 1,-3-3 0,3 2 0,-1 0 0,-2-1 0,0 1 1029,-2 1 1,-8 0-907,0 5 1,-7 2-168,-1 2 1,-6 0 0,1 9-1,-4 6 1,-4 4 0,-5 4-389,-3 3 1,0 3-49,-1 6 0,0-2 0,0-2 0,6-2 0,2-6 0,4 0 0,1-4 0,1-3 0,4-4 0,2-6 0,6-1 0,0-6-1573,0 1 1,5-7-1,4-4 1,2-5-1,2-6 1,1-5 1572,3-3 0,-2-11 0,3-4 0</inkml:trace>
  <inkml:trace contextRef="#ctx0" brushRef="#br0">21257 2388 7871,'-17'-7'2344,"0"2"1,-1 5-230,0 5 0,3 5 0,-2 13 0,4 11 287,5 10 1,2 14-1630,6 6 0,3-28 0,1 1-698,2 2 0,1 0 0,4 0 1,2-1-1,4-5 0,2-1 1,21 25-76,3-7 0,6-9 0,-1-16 0,2-7 0,1-21 0,1-7 0,1-12 0,0-11 0,-1-8 0,-11-10 0,-15-5 0,-7-1 0,-11 1 0,-2 2 0,-7-5 0,-5 2 0,-8 2 0,-11 3 0,-8 5 0,-10 5-1046,-4 12 0,1 7 46,-1 15 1,5 4 0,0 9 0,7 8 0,6 9 999,6 6 0,4 11 0,6 7 0</inkml:trace>
  <inkml:trace contextRef="#ctx0" brushRef="#br0">21541 2607 7881,'1'13'3687,"4"0"1,6 0-1768,9 0 1,9 4 0,13 2 0,2-1-2728,2 1 1,5-2-1,4-4 1,-3-2-1264,-4-2 0,-6-5 753,1-8 1133,-9-9 0,4-7 0,-5-6 1</inkml:trace>
  <inkml:trace contextRef="#ctx0" brushRef="#br0">22406 2685 7815,'0'8'4915,"0"1"0,1 4-3570,3 4 0,8 10 0,5 0 0,0 6 74,2 8 0,1 3-306,6 8 0,-5-5-1016,1 0 0,-11-9 0,1-1 0,-5-3 0,-4-4 0,-3-2-2266,-4-8 0,-4-5 0,-6-3 0,-3-3-4794,-5-5 6963,-2-3 0,-2-6 0,0-3 0</inkml:trace>
  <inkml:trace contextRef="#ctx0" brushRef="#br0">22173 2801 7821,'-7'-13'3329,"3"0"1,5 0-1160,8 0 1,7-4 0,15-2 0,7 1-339,3-1 0,8-3-1963,-2 5 0,-2-6-612,-2 2 1,1 1-1,1-2 1,-1 1-1,1-1 1,-4 1 742,-1-2 0,-1-7 0,0-3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12095" units="cm"/>
      <inkml:brushProperty name="height" value="0.12095" units="cm"/>
    </inkml:brush>
    <inkml:brush xml:id="br2">
      <inkml:brushProperty name="width" value="0.09071" units="cm"/>
      <inkml:brushProperty name="height" value="0.09071" units="cm"/>
      <inkml:brushProperty name="color" value="#3165BB"/>
    </inkml:brush>
    <inkml:brush xml:id="br3">
      <inkml:brushProperty name="width" value="0.09071" units="cm"/>
      <inkml:brushProperty name="height" value="0.09071" units="cm"/>
      <inkml:brushProperty name="color" value="#57D200"/>
    </inkml:brush>
    <inkml:brush xml:id="br4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3033 13681 8208,'-7'-20'47,"-3"1"359,6 6 1,-1 5-1,7 0 1,3 1 0,8 0-1,9-3-185,6-1 1,7-2 0,8 0-1,4 1 1,5 4 0,4 3-1427,4 4 1205,3 1 0,-4 0 0,-2 0 0</inkml:trace>
  <inkml:trace contextRef="#ctx0" brushRef="#br0">3046 12210 8315,'-9'-2'-47,"2"-2"1,0-3-1,1-2 1,1 0 494,2-1 0,1 3 0,2-1 0,3-1 1,4 0-1,8 1-75,3-2 0,8-2 1,7-1-1,3 2-382,4 2 1,3-1 0,0 6 0,3 1-508,0 2 0,7 4 0,-6 4 516,-2 6 0,-4 2 0,-2-2 0</inkml:trace>
  <inkml:trace contextRef="#ctx0" brushRef="#br1">3059 10609 19417,'0'-13'-1465,"1"0"0,5 2 0,7 2 2032,7 5 1,6 3-1,4 1 1,6 0-552,5 0 1,11 0 0,8 0-1,3 0 61,2 0 0,-6 5 1,-2 2-1</inkml:trace>
  <inkml:trace contextRef="#ctx0" brushRef="#br1">2994 8996 29178,'-13'-6'-1005,"0"-3"0,2-2 1,1-2-1,3 0 0,3 2 1,5 1-1177,6 1 2464,10 6 0,8-4 1,6 4-1,4-3 1,3 1-1,7-1 1,6 3-18,11 2 0,-25-1 1,1-1-293,4 1 0,2 0 1,-3 0-1,1 0 1,-1 2-1,0 0-255,-2-1 0,1 2 0,31 5 1,0 1-1</inkml:trace>
  <inkml:trace contextRef="#ctx0" brushRef="#br1">4801 14997 23841,'0'-13'-2695,"0"1"0,0-1 0,0 3 2116,0 5 0,0 17 1,0 15 711,0 5 1,-4 2 0,0 6 0,1 3 0,1 3-1,2 1-885,0 1 0,0-5-865,0 4 1348,0 0 0,6 5 0,1 0 0</inkml:trace>
  <inkml:trace contextRef="#ctx0" brushRef="#br0">6660 14946 8123,'-9'0'195,"2"1"0,1 3 1,3 8 458,2 8 0,1 9-611,0 14 0,0 8 0,1 10 0,4 0 1,2-1-1,1-4 0,0-3 0,-1-4-1642,0-6 1599,-4 0 0,8-10 0,-4 6 0</inkml:trace>
  <inkml:trace contextRef="#ctx0" brushRef="#br0">8389 14855 8049,'5'-21'260,"-1"1"0,-1 1 1,-2 3 294,-1 2 0,4 14 0,1 10 0,-2 13-96,-2 10 1,-1 6-413,0 4 0,1-2 0,2 5 0,2 0 0,-1-1 0,0-1-646,1-2 0,3-4 0,-2-2 1,0-3 598,-1-1 0,5-2 0,-2-4 0</inkml:trace>
  <inkml:trace contextRef="#ctx0" brushRef="#br0">10338 14920 8014,'0'-9'215,"0"1"1,0 1 354,0 4 0,2 10 1,0 16-1,3 5-446,-2 7 1,2 8 0,0 4 0,-1 2 0,0 0 0,2-3-275,1-2 0,-4-2-99,1-8 1,2-4 248,-2-8 0,6 2 0,-2-4 0</inkml:trace>
  <inkml:trace contextRef="#ctx0" brushRef="#br0">12339 14946 7966,'-8'1'332,"4"3"1,3 7 0,1 4 0,0 10-17,0 8 1,0 13-431,0 14 0,0 3 0,1 0 1,2-3-1,1-5 114,-1-7 0,4-3 0,1-6 0</inkml:trace>
  <inkml:trace contextRef="#ctx0" brushRef="#br0">14146 14907 7978,'7'-13'43,"-2"0"0,-3 2 0,2 2 318,5 5 1,-2 4-190,2 4 0,-7 9 1,3 9-1,-2 2 0,-1 2 1,3 1-1,-2 2 0,-2 2-287,-1 2 0,0-4 0,0 1 0,0-1 115,0 1 0,0-3 0,0 5 0</inkml:trace>
  <inkml:trace contextRef="#ctx0" brushRef="#br0">15901 14946 9375,'0'26'129,"1"7"0,2 7 0,1 10 1,-1 9-1,-1 2 0,-1 1 1,2-3-336,1-2 206,6-1 0,-2-10 0,4-2 0</inkml:trace>
  <inkml:trace contextRef="#ctx0" brushRef="#br0">17630 14920 8001,'0'14'277,"0"3"1,0 8 0,2 8 0,1 10 0,2 7-43,2 6 1,1-3-1,2 3 1,-2-3-1684,2-1 1448,-4-6 0,0-2 0,-6-5 0</inkml:trace>
  <inkml:trace contextRef="#ctx0" brushRef="#br2">21554 8209 8074,'-2'7'-1005,"-2"-2"1070,-4 1 0,-3-3 559,3 6 1,-4-5-1,4 3 1,-2 0-1,0 0 1242,1 4 1,5-1 475,-5-2-1708,6 4 0,-2-10-66,5 7 990,0-6-542,0 3 0,4-5-536,0 3 1,11-2-238,-3 2 0,6-2 0,-1-2 0,6 0 0,6 0 1,5 0 305,3 0 0,3 0-174,3 0 0,-1 0-176,5 0 1,-5 0 0,1 0-1,-3 0 1,-1 0 0,-1 0 491,1 0 1,4 0-692,0 0 0,0-2 0,-4-2 0,0 2 0,-1-3 0,1 0 0,-2 1 0,-1 1 0,-1 2 0,-7-1 0,3-2 0,0 3 0,-1-4 0,0 4 0,-4 1 0,1 0 0,3 0 0,5 0 0,2 0 0,2 0 0,0 0 0,-1 0 0,1 0 0,-5 0 0,-1 0 0,-1 0 0,-2 0 0,0 0 0,0 0 0,5 0 0,-5 0 0,4-4 0,-4-1 0,6 1 0,-1 4 0,1 0 0,-2 0 0,-3 1 0,1 4 0,-5-2 0,3 5 0,-2-1 0,-3 2 0,-3 1 0,-1-4 0,2-1 0,0 1 0,0-3 0,-1-1 0,4-2 0,4 0 0,1-2 0,-1-2 0,3 1 0,5-6 0,-2 1 0,-3-1 0,0 2 0,-1 1 0,-4-2 0,-2 3 0,-2 1 0,-7 4 0,0 0 0,-4 0 0,0 0 0,-6 6-2815,-2 2 0,-4-1 36,-1 2 0,0 0 2779,0 4 0,-6 0 0,-1-1 0</inkml:trace>
  <inkml:trace contextRef="#ctx0" brushRef="#br3">21877 9486 7982,'-13'-13'856,"0"0"0,0 2 0,0 2 0,0 5 565,0 3 0,6 2 0,4 2-613,6 1 1,4 5 0,6-5-1,0 0 403,0 2 1,1-4 0,2 2 0,3-3 154,1-1 0,0 0-823,1 0 1,4 0-361,-4 0 1,9 0 0,5 0-1,3 0 1,5 0 0,5 0-184,2 0 0,6 0 0,0 0 0,0 0 0,-5 0 0,1 0 0,1 0 0,3-1 0,3-2 0,0-1 0,-4 1 0,-1 1 0,-3 2 0,1 0 0,-1 0 0,-9 0 0,-5 0 0,-2 2 0,-2 1 0,3 1 0,1-1 0,2 3 0,-1-2 0,5 0 0,0-4 0,5 0 0,-5 0 0,-3 0 0,-3 0 0,-4 0 0,-1 0 0,2 0 0,-4 0 0,2 0 0,-2 0 0,-2-1 0,7-2 0,-1-3 0,1 1 0,-2-1 0,-2 3 0,-1-3 0,-4 2 0,-4 0 0,-1 4 0,-5-5 0,1 1 0,-2 1 0,-3 2 0,1 1 0,0 0 0,0 0 0,0 0 0,0 0 0,0 0-5525,0 0 5525,-6 0 0,10 5 0,-2 3 0</inkml:trace>
  <inkml:trace contextRef="#ctx0" brushRef="#br4">21773 11964 7906,'-13'-13'565,"0"1"1,1 0-1,-1 3 1,0 5-1,0 3 1,1 2-1,4 3 424,3 5 1,0-2-1,0 2 1,3 1 285,0 1-831,8 2 0,1 0 0,7 0 0,2-1 0,3-2 0,-1-3 0,3 0 0,-1-1 1629,3-1 1,1 1-1314,2-2 1,0-2-369,-1 2 0,1-2 1,0-2-1,1 0 0,3 0 1,6-2-393,6-2 0,4 1 0,5-6 0,1 1 0,0 1 0,-1-1 0,1 4 0,-2 3 0,-3-4 0,-2 0 0,-7 0 0,3 2 0,2 2 0,3 1 0,-1 0 0,4 0 0,-6 0 0,0 0 0,-4 0 0,4 0 0,0-1 0,-3-2 0,-3-2 0,-4 1 0,-1-2 0,7 1 0,-3-4 0,-1 5 0,3 2 0,-1-2 0,2 0 0,-2-1 0,-3 5 0,-2 0 0,-6 0 0,0 0 0,-1 0 0,0 0 0,-4 0 0,-1 0 0,-2 0 0,-3 0 0,7 0 0,-2 0 0,3 0 0,-2 0 0,2 0 0,3 0 0,4 0 0,-1 0 0,5 0 0,-5 0 0,1 0 0,-3-4 0,-1 0 0,-1 1 0,-4 2 0,-2-1 0,-1-2 0,-3 2 0,2-2 0,-3 1 0,-1-1 0,0 2 0,0-2 0,-2 1 0,-1 0 0,-1-1-2427,-6 0 0,3 2-893,-6-2 3320,0 3 0,-6-5 0,-1 6 0</inkml:trace>
  <inkml:trace contextRef="#ctx0" brushRef="#br2">3304 11951 7981,'-9'0'948,"1"0"1852,-2 0-2275,4 0 1,0-1 0,5-2 0,-2-3 0,-3 1 3116,-1-1-2182,4 2 0,-4 4 38,3 0 0,2 5-986,-2 4 1,3-2-302,1 2 0,0-1 1,0 5-1,1 0 1,2 0-1,3 0 298,1 0 0,1 0-354,5 0 0,0-5-71,0 1 0,0-6 0,0 1 1,0-3 66,0-1 0,-2-1-88,-2-3-113,-3-3 1,-8-6 0,-2 0 0,-5 0-62,-2 0 0,-4 4 32,-2 1 1,3 3-1,-5-2 1,2 2 0,0 2-1,1 1 206,2 2 1,1 2 368,0 2 1,1 3-485,4 6 0,-2 1 1,5 4-1,3 2 0,2 1 1,4 1-13,5 1 0,3-3 0,6 1 0,-3-5 0,7 1 0,-5-4 0,5-4 0,-1-5 0,1-3 0,-2-1 0,-2 0 0,0 0 0,-5 0 0,-2-5 0,-2-4 0,-4-4 0,-5-3 0,0-2 0,0-1 0,-1 1 0,-3 2 0,-5-3 0,-8 2 0,1 0 0,-6 4 0,5 1 0,-3 4 0,0 2 0,0 0 0,3 5 0,-5-4 0,7 8 0,-3 5 0,5 2 0,3 4 0,3 2 0,1 2 0,2 1 0,4 2 0,2 2 0,2-5 0,3 3 0,6-4 0,0-2 0,1-4 0,2-4 0,1-1 0,5-2 0,-5-4 0,4-1 0,-3-3 0,-1-4 0,-4-4 0,-2-3 0,-2-2 0,-5-3 0,-2 0 0,-2-5 0,0 4 0,-6 1 0,-3-2 0,-4 7 0,-2-1 0,-4 4 0,-1 5 0,-3 1 0,-1 4 0,-1 0 0,4 2 0,-2 0 0,5 0 0,1 6 0,4 2 0,2 5 0,2 5 0,5 3 0,3 3 0,2 2 0,3 0 0,5-4 0,8-1 0,-1-5 0,5 1 0,2-3 0,2-2 0,-1-3 0,-2-5 0,1-4 0,-6-4 0,4-5 0,-4-8 0,-1 1 0,-7-6 0,-5-1 0,-2-1 0,-2 0 0,0 2 0,-6-1 0,-3 6 0,-4 0 0,-4 4 0,1 1 0,-4 4 0,0 4 0,0 2 0,-1 2 0,1 0 0,-1 6 0,4 2 0,3 4-917,-3 1 0,8 4 0,5 0 917,2-1 0,-3 4 0,-3 0 0</inkml:trace>
  <inkml:trace contextRef="#ctx0" brushRef="#br2">14236 15114 13235,'-9'-5'7640,"1"1"-7159,-1 0 1,0 4 0,2 1 0,0 2 739,0 1-1057,4 6 1,-3 2 0,5 5-1,-2 0 1,-1 0 0,1 1 0,1-3 370,2 0 0,2 0-325,2-2 1,-1 2 0,6-11-119,1-1 1,0-3-86,-2-4 1,-2-4 33,-6-5 1,0-1 0,0-2-1,0-1 1,0 1 0,-1 2 125,-4 1 0,-2 0 0,-6 2 17,0 2 0,0-1 0,1 6 0,-1 2-131,0 5 0,4 4-53,1 6 0,5 6 0,-2 2 0,4 4 0,1 1 0,0-1 0,1 1 0,5 0 0,7 0 0,0-7 0,4-7 0,2 0 0,-2-8 0,6 1 0,-3-7 0,1-2 0,0-6 0,-3-6 0,-2-6 0,-2-2 0,-2-2 0,-4 0 0,-3 1 0,-4-1 0,-1 0 0,-1 0 0,-4 0 0,-2 6 0,-7 3 0,-2 3 0,-1 1 0,-6 1 0,3 4 0,-2 4 0,1 2 0,5 4 0,-1 2 0,1 4 0,-1 4 0,7 7 0,-3 2 0,3 3 0,3 2 0,1 1 0,6 4 0,0-4 0,0 3 0,6-3 0,2-2 0,4-2 0,1-5 0,1-2 0,3-5 0,-2-6 0,2-1 0,1-4 0,0-4 0,0-1 0,-3-6 0,-1-5 0,-3-2 0,1-5 0,-1-2 0,-3-1 0,-4 1 0,-3 0 0,-1 4 0,0-2 0,0 6 0,-1-4 0,-3 9 0,-4-4 0,-4 9 0,-1-1 0,0 4 0,0 3 0,0 1 0,0 0 0,0 0 0,0 5 0,5 3 0,0 5 0,3 1 0,2 2 0,1 2 0,2 2 0,5-4 0,0 1 0,3-2 0,2-2 0,1-1 0,2 0 0,0-3 0,0-5 0,0-3 0,0-1 0,0-1 0,-1-3 0,-3-4 0,0-5 0,-7-1 0,3-3 0,-4 3 0,-2-5 0,-4 2 0,-3 0 0,-4 2 0,0 5 0,-1-1-3094,0 2 0,0 3 3094,0 2 0,-6 3 0,-1 1 0</inkml:trace>
  <inkml:trace contextRef="#ctx0" brushRef="#br2">14158 15991 7950,'-1'-14'592,"-2"-2"0,-3-1 0,1 1 0,-3 2 2706,1 1-3070,4 6 1,-2 2 0,3 10-1,-1 5 1,-1 7 0,1 7-1,2 8 1,1 5 676,0 8 1,0 5 0,0 6 0,0 4-266,0 3 0,0 0 0,0-1 1,1-5-421,4-4 1,2 0 0,6-11 0,0-5-155,-1-5 0,3-12-13,2-7 1,-3-6-200,4-7 0,-3-3 0,1-4 0,1-8 0,-1-5 0,-2-5-859,-1-4 1,0-6 704,0 5 0,-4 0 215,-1 4 1,-5 1 0,2-1 0,-5 1 0,-5 4 0,-3 4 245,-4 2 0,-1 8 1,-1 3-1,-2 2 320,-1 2 1,0 10-745,4 3 1,-4 9-1527,-1-1 0,5 4 0,6 1 1789,2-1 0,-5 7 0,2 1 0</inkml:trace>
  <inkml:trace contextRef="#ctx0" brushRef="#br2">1846 11964 7932,'-13'-4'272,"1"-2"1,2 1 0,3-3-1,1 1 1,5-1 337,4 0 1,4 1-1,7 4 1,2-2-326,1-3 0,5 6 1,-4-3-1,2 2 1,2 1-1,-1-4 255,1-1 0,-6 4 0,2-1-96,1 2 0,-5 2 1,4 0 75,-4 0 1,-7 7-237,-3 6 1,-2 1-60,-2 8 1,0 4-1,0 5 1,-2 2-1,0 2 1,-4 1 427,-1 2 0,-2 0-387,-4 9 0,0-5-112,0 1 1,5-3 0,-1-2 0,1 1 0,0-2 0,4-2 286,3-5 1,1-4-306,0-5 1,5 1-41,4-9 1,7-3 0,2-10 0,4-2 0,4-2-1,4-7-534,3-10 1,1-7 0,5-15-1,0-5-1174,-1-2 0,1 0 1612,0 3 0,0 2 0,-1 7 0</inkml:trace>
  <inkml:trace contextRef="#ctx0" brushRef="#br2">3291 12042 8029,'7'-9'3054,"-2"1"-1276,-4 5-989,-1-3 1,1 6-442,4 0 0,-2 1 27,5 4-169,-5-4 1,7 6 0,-4-4 489,1 1-519,2 1 1,-1-1-11,1 0 1,-5 1 0,5-5-1,1 0 186,1 0 0,-2 1-404,0 3 1,-1-2 0,5 2 0,-4-2 0,-1-2 1,2 0-42,2 0 0,1 4-70,0 0 1,-1 0 0,3-2 0,2 2 29,5 5 106,-4-3 114,7 5 0,-11-8 0,3 4 0,-3-1 0,-1-2 0,0 0 40,0 1 1,-4 0-96,-1 0 1,1-4-34,4 3 1,0 2 0,0 0 0,0 0 0,0-1 78,-1-2 0,1 3 109,0-2 1,0 1-119,0-5 1,0 4 0,0 0 0,0 1 0,1-1 0,2 0 48,1-1 1,2 3-176,-2-2 0,-1 2 55,5-2 1,-4-2-1,4 3 1,-3 0 0,-1 0-1,1 1 103,-1 0 0,1 0-10,0-2 0,-4-1-63,3 5 0,-2-5 1,-1 3-1,2 0 1,1 1-1,-1 1-61,-2 1 1,-1-5 84,0 5 1,4-5-76,0 5 1,5-5-1,-5 3 1,0 0 0,2-1-1,2 1 14,4 1 0,-4-4 7,1 4 1,-1-3 71,5 3 0,4-3 1,0 2-1,-1 0 1,-3 0-1,-3 2 50,-2-2 0,1 4-138,4-2 1,-5-2 33,1 2 1,-5-5 0,4 5 0,1-1 0,-2 1 0,-2-2-29,1-1 0,1 4 74,6-2 0,-4 0-37,-1 0 0,1-3 0,3 2 0,1 0 0,0 0 0,0 2 99,0-2 1,-1 3-79,1-6 0,0 6-60,0-1 0,-5-2 0,1 2 1,-1-1-1,-1 1 0,-1-1-38,0 2 1,-1-2 59,4 0 1,1-1 10,-6 2 1,6 1 0,-1-4 0,2-1 0,2 3 0,0-3 9,-1 1 1,3 3-39,2-5 1,-3 5 8,3-5 0,-3 5 0,-1-4 0,0 2 0,0 4 0,-2-1 26,-2-2 0,1 4 91,-6-4 1,4 4-93,-3 1 0,3 0 0,-2-1 0,1 0 0,3-2 0,1-1 89,2 1 0,1 1-57,3 2 0,-3 0-36,4 0 0,2-5 0,0 1 0,0 1 1,-3 0-1,-3 0-5,-1-1 0,-5-1 16,1 5 1,-2-4-57,1-1 1,2-3 0,-4 2 0,1 0-14,3 0 0,0-2-2,-2 3 0,8-4 0,-3 4 0,1-3 0,2 0 1,-1-1-74,3 0 1,-1 5 99,-4-5 0,4 6 2,0-1 1,0-2 0,-6 2 0,-1-1-18,-1-1 0,-5 3 24,4-5 1,-5 3-1,1-3 1,-1-1-1,0 0 1,3 2-14,1 1 1,-3-3 0,4 4 0,2-3 61,2-2 1,1 3-57,-1-2 0,1 5 28,0-5 1,0 6 0,0-3 0,-2 2-38,-2 0 1,2-5 14,-3 4 1,-1-3-1,1 3 1,-1 1-1,-2 0 1,1-2-2,-3-2 0,-1 4-16,3-5 1,-4 5-14,3-5 1,2 5-1,0-3 1,1-1 0,1 1-1,1-2-145,-1 2 1,1-3 136,3 6 1,1-5 6,0 5 0,0-5 0,0 3 0,0-1 0,-1-2 0,0 2 56,-4 2 0,6-2-62,-5-2 1,1 2 72,-6-2 0,-1 5 0,4-3 0,-1 0 0,-2 1 0,0-2 5,0 1 1,6 3-29,-1-5 1,2 5-49,2-5 0,0 5 0,0-4 0,1 1 1,1 0-1,3-2-52,-3 2 1,-1-3 128,-1 5 0,0-5-40,0 1 0,-5 2 0,0-1 0,-3-1 0,-1 0 1,1 0 4,-1-1 1,4 3 18,-4-2 0,6 2-39,-1-2 0,-1-1 1,4 4-1,2-1 1,0-2-1,1 1-115,-3-1 0,7 2 109,2-2 0,-2-1 10,-2 6 0,2-5 0,-2 3 0,-2-1 0,0-2 0,-3 0 0,1 1 0,-1 3 32,-4-3 1,4 3 2,-4-4 0,3 2 0,2-3 1,0 1-1,1 1 0,3-1-17,5 0 0,-4 2 0,1-3 0,-2 1-5,0-1 0,5 0 1,-5 1 1,0-2 18,-4 2 0,-1-1 0,1 0 0,-1 1 0,-2-1 0,-2 0-19,2 1 1,1-3-16,2 4 1,0 1 16,0-2 1,4 4 0,0-2-1,0 0 1,0 1 0,0-1 14,-1 0 1,0-1 113,1 0 0,-4 0-123,0 4 0,2 2 1,-5-3-1,-1 0 1,-1 1-1,-1-1 36,3 0 1,2 3-11,0-2 0,1-2-46,0 1 0,0-3 0,1 2 1,3 0-1,3-1 0,2 1 49,-1 0 0,-5-4-35,1 1 0,1 2 29,-1-2 1,1 5-1,-6-5 1,0 1-1,-1-1 1,-1 2 8,0 1 1,4-4-46,-5 1 0,4 2-14,4-2 1,1 5 0,5-5 0,-1 0 0,-1 0-1,0 1-9,1-2 0,-2 2-35,1 0 0,-2 0 53,-6 0 1,-1-2-1,1 4 1,0-2-1,0 0 1,0-1 95,-1 0 0,1 5-81,0-5 1,4 5 1,0-5 0,5 5 0,-4-5 0,2 0 0,2 1 0,-1 0-8,0 3 0,-5-4 11,1 5 1,-1-5 6,1 4 0,-4-3 1,1 2-1,-4 0 0,1 0 1,5 2 189,6-2 1,-4 3-134,-1-6 0,3 5-49,2-5 1,3 6 0,2-3 0,1 2 0,-6 0 0,-2-1 37,-4-1 0,0 5-31,1-3 1,-4 1-19,0-2 1,-1 4 0,-3-5 0,2 1 0,4 1 0,0 0 122,2-2 1,2 3-181,-2-6 0,3 6 57,6-1 0,-6-2 0,-2 0 0,-1 0 0,0 0 0,-1 4-73,-2 0 1,-5-2 38,-1-1 1,-1-4 0,2 5 0,2 0 0,-2 2 0,2-1 0,2-1 0,1 1 316,3 1 1,3 2-217,6 0 1,0-1 34,0-4 1,-2 4 0,-1-4 0,-3 4 0,-2-1-1,-4-1-46,-4-1 0,0-5-123,-5 5 0,-1-6 54,-4 1 1,0 2 0,0-2 0,-1 0 0,1 1 0,0-1 97,0-1 0,0 0 37,0 1 0,1-3-63,4 4 1,-3 0-1,7 1 1,-1 0-1,1 1 1,-2-1 263,-1 0 1,2 2-221,-4-4 1,0 2-9,-4-2 1,0-2 0,0 4-210,0-1 15,-6-3-1024,-1 4 0,-7-8 0,-4-1 1,-5-4 1105,-6-4 0,-9-5 0,-8-10 0</inkml:trace>
  <inkml:trace contextRef="#ctx0" brushRef="#br2">27542 6376 8201,'0'-26'527,"0"2"0,0 1 0,0 3 0,-1 2 381,-3 7 0,-2 11 0,-4 13 1,1 8-583,-1 8 0,-1 5 0,-2 9 1,-1 5-1,-2 2 0,-1 3 237,1 3 0,-4 0 0,0 7 0,-2 3-111,1 0-710,5 0 1,-3-3 0,6-3-1,0-7 1,2-8 0,2-12-1,5-9-3628,3-7 400,1-2 2758,0-8 1,1-3 0,2-8 727,1-5 0,6-8 0,-3-3 0</inkml:trace>
  <inkml:trace contextRef="#ctx0" brushRef="#br2">27142 7034 8201,'-13'-7'0,"2"0"-26,2 2 1,-2 4 531,2-3 0,2 2 0,-1 4 326,-2 2 0,4 5-205,1 8 1,4 3-340,1 6 1,0 1 0,0 2-1,1 2 1,4 1 0,3-1 308,4-2 0,2-3-398,3-5 1,2-4-172,3-8 0,0-3 0,-3-6 0,1-3 0,3-4 0,0-8-1104,-1-3 1,-2-5 595,-3-7 1,2 1-1257,2-5 1736,-2-1 0,-1-4 0,2 1 0</inkml:trace>
  <inkml:trace contextRef="#ctx0" brushRef="#br3">3420 8802 8101,'-7'-8'-34,"1"0"0,2 1 1,-2 2-1,1-3 1633,-1 1-1332,-4-1 1,7-1-1,-6 0 1,-1-1-1,-1 0 1,-1 0-1,2 3 371,2 1 0,0 1 0,-2 2 0,2-2 297,-2 3 1,-2 0 0,-1 4-35,1 2 1,0 3 0,2 7 0,3 2 344,1 1 1,-2 5-657,3-5 1,-1 6-250,2-1 0,3 1 0,-4-2 1,4-2-1,1-2 0,0 0 932,0-1 1,1-3-1274,4-5 0,-2 2 0,5-5 0,1 0 0,4-2 0,0 2 0,0-3 0,-1-2 0,1-4 0,0-3 0,-1-7 0,-2-2 0,-3-3 0,-1-1 0,-3-3 0,-2-3 0,-1-4 0,-1 3 0,-4-3 0,-3 3 0,-8 1 0,-3 0 0,-1 0 0,3 6 0,-5 3 0,5 8 0,-4 5 0,-1 4 0,2 4 0,3 6 0,3 6 0,1 4 0,0 6 0,6 4 0,2 0 0,5 5 0,5-5 0,3-1 0,4-2 0,2-3 0,3-2 0,-1-4 0,5-6 0,2-4 0,2-3 0,-1-4 0,-2-1 0,1-7 0,-6-6 0,4-6 0,-3-6 0,-6-3 0,-4 0 0,-3-2 0,-2-1 0,-3 1 0,-4 0 0,-3 0 0,-8 6 0,-2 2 0,-4 5 0,1 4 0,-2 4 0,2-1 0,-1 6 0,0 1 0,6 8 0,-3 5 0,4 7 0,3 7 0,2 5 0,6 7 0,-1-2 0,4 3 0,4 2 0,-1-4 0,6-4 0,2-2 0,5-5 0,0-7 0,5 1 0,-1-10 0,3-5 0,-1-7 0,-1-9 0,-1-7 0,-2-5 0,-4-6 0,-1-4 0,-6 0 0,-3 0 0,-2 4 0,-4 6 0,-2 2 0,-5 5 0,-4 3 0,-4 8 0,-1 4 0,-5 3 0,1 0 0,-1 0 0,3 6 0,-1 3 0,5 2-2894,-1 2 2894,8-6 0,3 5 0,6-5 0</inkml:trace>
  <inkml:trace contextRef="#ctx0" brushRef="#br3">6750 15088 10084,'-7'-2'1391,"1"-1"0,0-1-118,-2 1 1,-4 2 0,-1 1-738,1 0 1,-1 0-1,0 0 1,0 0 0,-1 0-1,-2 0 381,-1 0 1,-2 6-402,2 2 1,2 4-181,-2 1 0,7 1 0,3 3 0,1 3 0,3 2 0,2-1 830,1 2 0,1 4-927,4-1 0,6 1-171,6-9 1,5 2 0,-4-6-1,3-4 287,1-3 0,-1-2-389,0-5 0,-5-2 0,1-2 0,-3-6 1,-2-6-1,-2-7-221,-2-6 1,-5 2 51,2-3 0,-5-2 243,-5 2 1,1 5 0,-7 4 0,-4 3 0,1 2 0,-5 2 6,2 1 0,-4 6 0,2 2 0,0 4 0,-1 2 1,2 4 290,-1 3 1,3 9-339,8 5 0,-3 2 0,7 2 0,0 0 0,4 0 0,0 0 0,0-1 0,6 0 0,2-4 0,4 1 0,2-8 0,2-4 0,2-3 0,3-4 0,1-1 0,-3-4 0,-2-2 0,2-3 0,-2-6 0,0-6 0,-5-2 0,-4-4 0,-3 1 0,-4 1 0,-1 1 0,0 1 0,-1-3 0,-4 2 0,-3 5 0,-8 4 0,-1 4 0,-6-2 0,1 2 0,2 4 0,0 0 0,0 5 0,2 5 0,-1 5 0,3 5 0,3 1 0,5 6 0,2-1 0,6 5 0,0-5 0,0 1 0,1-1 0,4 0 0,3-6 0,4-5 0,5 0 0,0-5 0,2-1 0,-2-4 0,-3-6 0,2-2 0,-4-4 0,-5-2 0,-2-2 0,-2-1 0,-1-6 0,-2 1 0,0 4-5888,0 1 5888,0 2 0,5 8 0,3 1 0</inkml:trace>
  <inkml:trace contextRef="#ctx0" brushRef="#br3">27091 9525 7833,'-13'-4'778,"0"-1"1,1 4-1,4 4 1,4 5 791,2 4 1,2 11 0,0 4 0,0 6-781,0 7 0,0 0-517,0 8 1,4-5-1,1 3 1,-1 0-1,0-2 1,1-1 42,-2-6 0,2-4-758,0-7 1,-1 0-167,-4 0 1,0-6-1,0-3 1,0-3 0,0-1-4899,0 0 5506,0-6 0,-6-1 0,-1-6 0</inkml:trace>
  <inkml:trace contextRef="#ctx0" brushRef="#br3">27078 9435 7816,'-17'0'-38,"-1"0"1,3 0 0,0 1 0,2 3 0,1 5 0,-1 2 540,0 2 0,1 2 0,2 2 0,2 4-221,-2 4 1,-1 1-1,3-1 1,2 0-1,2-4 1,0-3 994,1-4-375,-4-1-669,5 0 0,-4-8 0,8-6 0,1-9 0,2-7 0,1-5 270,0-5 1,4 1-348,-2-4 0,4-1 24,1 0 1,1 1-1,2 4 1,1 1-1,-1-1 1,0 3 450,1 6 1,-3-1-350,4 10 0,-3 2-197,2 2 0,-1 4 0,4 4 1,-1 6-1,-2 5 0,0 2-813,1-1 0,-1-2 390,-4-1 1,2 0-1371,-2 0 1,7-5 0,-7-1 1707,2-1 0,-1 4 0,-1-3 0</inkml:trace>
  <inkml:trace contextRef="#ctx0" brushRef="#br3">3394 8893 7456,'-5'-8'531,"3"3"-260,-3 5 1,5-2 0,-2-1 0,-1-2 1073,-1-3 0,-2 6 738,2-3-1327,2-2-299,-3 6 1,5-4-1,0 10 170,0 3 1,0-1-1,0 2-177,0 1 1,1 0-171,3-1 0,-1 2-109,6-2 1,-5 2-1,3 2 1,1 2 0,-1 0-1,1 3 383,-1-3 1,5 4-292,-3-2 1,2 2-102,2-2 1,-4-3 0,-1 5-1,2-2 1,2 2 0,1-1 306,-1 1 0,1 0-145,0-2 0,0-1-145,0 5 1,-4-1-1,-1 3 1,2-1 0,2 1-1,-1 0 308,-2-2 1,2 4-376,-2-4 1,-2 3-3,2 2 1,-1-4 0,5 1-1,-1 1 1,-2 2 0,-2-2 217,2 1 1,-2-1-131,0 2 1,1 3-178,4-4 1,0 4 0,0-7 0,-1 2 0,1 2 0,0-2-22,0-2 0,0 1 0,0-6 0,0 6 0,0-2 0,4-1 0,0 2 0,-1-1 0,-2 1 0,-1-1 0,0 2 0,0 2 0,0 1 0,0-2 0,0-3 0,0 4 0,0-4 0,1 2 0,2 0 0,1-3 0,-1-1 0,-2-2 0,-1-4 0,0 4 0,0 0 0,0 2 0,0-3 0,-1 1 0,1 0 0,0 2 0,0 2 0,0-2 0,0-2 0,-4 2 0,-1-2 0,2 6 0,5-1 0,-1 1 0,-1-1 0,1 1 0,2 5 0,1-7 0,-4 5 0,1-3 0,4 3 0,-3 1 0,7 2 0,-1 1 0,1-2 0,-2 0 0,-1-2 0,4 1 0,-2 3 0,-1-7 0,2 3 0,-7-3 0,4 2 0,-2 1 0,0 0 0,-1 0 0,-1 0 0,-2-1 0,-1 1 0,3 2 0,2 2 0,-7-7 0,3 2 0,-2 0 0,1-2 0,2 0 0,3-2 0,-2-1 0,2 2 0,-3 2 0,-1-2 0,4 2 0,1 2 0,-1 0 0,0-1 0,2 1 0,1 0 0,-3 1 0,4 3 0,0-2 0,0 2 0,2-1 0,-6-1 0,0 4 0,1-1 0,-1-1 0,-1-5 0,-2 1 0,-1-5 0,-5 3 0,1 2 0,0-1 0,2-2 0,-1-2 0,-3 1 0,1-1 0,-1 1 0,0-2 0,1 1 0,3 4 0,-7-4 0,6 4 0,-3 0 0,2 3 0,-1 0 0,2 2 0,2-1 0,2 3 0,3-2 0,-2 4 0,2-4 0,-1 0 0,-1-4 0,4 0 0,0 0 0,-1 0 0,-2-1 0,3 0 0,-2-4 0,2 7 0,-2-7 0,-3 6 0,3-4 0,-2 5 0,-2 3 0,-1 1 0,1-1 0,0 1 0,0-2 0,0-3 0,0 3 0,0-3 0,0-1 0,0 0 0,-2 1 0,1 2 0,1 1 0,-3 5 0,7-5 0,-3 6 0,-1-2 0,0 3 0,1 3 0,2 1 0,1-3 0,2 2 0,-2-9 0,-2-1 0,3-3 0,-1 2 0,1 1 0,-1-2 0,1 0 0,-3-3 0,2 1 0,2 1 0,-2 4 0,4-3 0,-2 7 0,0 1 0,1 1 0,0 2 0,3-1 0,-5-3 0,0-1 0,0-5 0,-1 1 0,5 1 0,-5 0 0,-1-3 0,-2-2 0,-1-2 0,0 2 0,0-7 0,0 7 0,0-2 0,0 6 0,0-3 0,0 5 0,-1-2 0,1 0 0,0-1 0,0-2 0,0-1 0,0 0 0,-2-5 0,-2 1 0,2-2 0,-2 3 0,3-2 0,0 1 0,0-2 0,-3-3 0,2 2 0,-2-2 0,2 6 0,2-2 0,-4-2 0,-2 0 0,-1-2 0,-4 0 0,4-4 0,-2-4 0,1-8 0,-7-4 0,-3-15 0,-8-20 0,-6-23 0,-1 17 0,-3-3 0,-1-5 0,1 0 0</inkml:trace>
  <inkml:trace contextRef="#ctx0" brushRef="#br4">2543 12080 8337,'0'-12'142,"0"-1"0,0 0 1,0 0-1,1 1 85,3 4 0,-1 2 1,6 6-1,-1 1-100,0 4 1,3-2-1,-2 4 1,2 0 0,2-1-1,0 1 85,0 0 0,4-4 1,2 1-1,1-2-276,3-2 0,3 0 0,2 0 1,2 0-243,-1 0 1,3 4-1,-1 2 1,1-1-648,-1 1 1,-1 4 952,-4-1 0,0 2 0,0 2 0</inkml:trace>
  <inkml:trace contextRef="#ctx0" brushRef="#br4">3523 12080 8332,'2'-12'-558,"2"-1"971,5 0-321,-3 6 0,5-1 1,-2 6-1,2-3 1,2 2-1,0 1 128,0-3-269,0 4 1,0-5 59,0 6 1,-1-4 0,1-1-1,0 3-235,0 0 67,-6 8 1,3-3-58,-5 5 0,5-3 0,-2 2 0,4-1 0,1-4-353,0 0 1,0-2 566,-1 0 0,7 0 0,1 0 0</inkml:trace>
  <inkml:trace contextRef="#ctx0" brushRef="#br4">4182 12016 8332,'1'-13'268,"3"0"1,-1 6 169,6 3 1,-5 2-139,5 2 1,-1 5-97,5-1 0,-4 4-277,0-3 1,-1 3-1,5-3 1,0-2 0,0-1-1,0 1-1168,0 2 0,0-1 1241,-1-4 0,7 0 0,1 0 0</inkml:trace>
  <inkml:trace contextRef="#ctx0" brushRef="#br4">4814 11964 8332,'13'-5'115,"-4"-3"1,-1-3 440,2 2 0,2 4 1,1 5-299,0 0 0,-3 4-260,3 0 0,-3 2-92,7-2 0,-1-1 1,1 4-1,3-1 0,1-3 1,1-2-891,1-1 1,5 0 455,3 0 528,4 0 0,-7-5 0,3-3 0</inkml:trace>
  <inkml:trace contextRef="#ctx0" brushRef="#br4">5601 11913 8332,'21'0'0,"-4"-2"0,-3-1 254,-1-1 1,0-2 0,1 3 0,2-1 17,1 1 0,2 2-71,-2 1 0,-1 0-460,5 0 0,-3 0 0,3 0 0,1 0 0,-1 0 0,-1 0 259,-1 0 0,9-6 0,0-1 0</inkml:trace>
  <inkml:trace contextRef="#ctx0" brushRef="#br4">6440 11887 8332,'18'0'0,"-1"0"0,0 0 84,2 0 1,-4 0 0,5 0 0,1 0-397,-1 0 0,-3 0-222,4 0 1,-1-2 533,2-2 0,8 3 0,-3-5 0</inkml:trace>
  <inkml:trace contextRef="#ctx0" brushRef="#br4">7292 11809 8332,'22'-1'-72,"-2"-2"0,-2-1-35,-2 1 1,-1 2-1,-3 1 1,1 0-340,0 0 0,0 1 170,0 3 0,-4-2 276,-1 2 0,1 3 0,4 0 0</inkml:trace>
  <inkml:trace contextRef="#ctx0" brushRef="#br4">8067 11835 8332,'12'0'-122,"-3"-1"1,0-2 0,1-1-997,1 1 609,2 1 509,-6 2 0,10 0 0,-2 0 0</inkml:trace>
  <inkml:trace contextRef="#ctx0" brushRef="#br4">9099 11900 8332,'9'-2'-308,"-1"-1"1,2-1 0,2 1 307,1 2 0,5-5 0,2-1 0</inkml:trace>
  <inkml:trace contextRef="#ctx0" brushRef="#br4">9809 11977 8332,'13'-4'-35,"0"-2"0,0 0 0,0-1 0,-1 2-242,1-1 0,2 2 1,0 4-1,3 0 277,-3 0 0,6 0 0,-1 0 0</inkml:trace>
  <inkml:trace contextRef="#ctx0" brushRef="#br4">10790 11951 8282,'13'0'0,"0"0"0,5-5 0,2-2 0</inkml:trace>
  <inkml:trace contextRef="#ctx0" brushRef="#br4">12003 12016 8282,'22'0'-148,"-1"0"0,3 0 0,4 0 0,2 0 0,-2-1 0,0-2-79,-2-2 1,1 1-1,1 4 1,3 0 425,-3 0 0,0 1-128,-3 4 1,3-2 0,-1 4 0,0 0-1,-3-1 1,2 1-113,3 0 1,-2-3 0,5 4 0,-1-3 40,4-2 0,2 4 0,2 0 0</inkml:trace>
  <inkml:trace contextRef="#ctx0" brushRef="#br4">13823 12003 8282,'20'0'-24,"3"0"0,-4 0 0,1 0-142,3 0 1,-5 0 0,1 0 0,-2 0 165,0 0 0,6-6 0,-3-1 0</inkml:trace>
  <inkml:trace contextRef="#ctx0" brushRef="#br4">14701 11939 8282,'25'0'-230,"0"0"0,-2 0 0,-2 0 1,2 0-290,1 0 0,7-2 421,-1-2 0,6 2 98,-2-2 0,9-3 0,3 0 0</inkml:trace>
  <inkml:trace contextRef="#ctx0" brushRef="#br4">15759 11951 8282,'18'-18'236,"-3"3"1,3-2 956,1 3-1606,-5 7 1,5-3 0,-5 5 0,2 3 0,1 0 412,-1 2 0,4 0 0,0 0 0</inkml:trace>
  <inkml:trace contextRef="#ctx0" brushRef="#br4">16908 11951 8282,'33'-8'-28,"-5"1"1,-3-1-27,-4 1 0,2 3 182,7-5 0,-4 5 0,1-3 0,-4 1 0,0 2 1,1 0 391,2-1 1,-4 1-643,-1 4 1,-1-4 0,3-1 121,-1 3 0,5 6 0,6 3 0</inkml:trace>
  <inkml:trace contextRef="#ctx0" brushRef="#br4">3678 8905 7328,'-8'0'580,"1"2"1,-1 1 1332,1 1-1469,4 0 1,-1-2 0,8 1-46,5 1 0,-2 6 1,2-1-1,1 4 30,1 4 0,4 4 0,2 9 0,4 6 92,4 6 0,2 4 0,2 5 0,2 1-112,2 0 0,-4-7 0,2-1 0,-2-7-176,-3-7 0,-3-6-18,-10-11-269,-6-6 1,-1-2 0,-8-10 0,-1-5 0,-4-4-377,-4-3 1,1-6 117,-8 1 0,0-2 42,1-2 1,-6-4 0,3-2-1,-2 1 1,1-2 0,-2 0-56,-2-3 1,4-3 0,-1-4 0,-1-3 86,-1 1 1,4-4 286,3 6 0,-2 0-63,2 4 1,1 8-1,6 5 1,3 7 316,1 5 1,2 8 38,4 6 0,0 7-137,0 10 1,5 3 0,4 8 0,3 2 288,0 4 1,3 5-243,2 4 0,-1 4 0,5 8 0,2 2 0,2 2 1,0 3 773,1 1 0,1 1-634,4 1 1,-3-1-350,7 1 1,-7-6 0,2-5-1,-2-5 1,-5-8 0,-5-5 14,-5-6 1,-4-12-197,-1-5-1,-2-9 0,-7-4 0,-4-9 0,-3-5 0,-4-8 0,-2-8-675,-3-6 1,-3-8 92,-6-3 0,-4-4 459,0 0 0,-2-2 0,3 0 0,-1 0 1,2 2-1,0 3-48,3 2 1,-1-4 0,0 4 0,2 1 424,2 7 1,5 5 0,7 7-1,3 1 630,1 4 1,2 2-421,4 6 0,0 8 0,1 5-151,3 7 1,4 10 0,4 7 0,3 8 137,2 7 0,3 12 1,6 2-1,1 5 6,3 3 1,-14-27 0,1 0-1,2 1 1,1 0 0,0 1-1,0 0-108,2 1 0,-1 0 0,-1 1 0,0 0 0,2 1 0,1 0 1,-2-1-1,-1 0-71,0-1 0,-1-1 0,17 27 1,-10-11-1,-2-8-115,-2-4 1,-5-7-1,-7-4-1392,-2-6 859,-5-5 0,3-12 0,-7-6 0,-4-8 73,-3-8 0,-4-10 0,-1-10 1,-1-4 100,-3-3 1,-3-10-1,-6 0 1,0-3 57,0-1 1,-4-5 0,-1 2 0,-1-2 148,1 2 0,-4-2 0,5 9 0,3 7 119,4 10 0,6 13 302,8 6 0,3 20 0,9 10 0,4 10 275,6 7 1,10 6-1,3 11 1,7 10-117,-15-24 1,1 0 0,3 4 0,1 1-1,0 3 1,1 1 0,1 2 0,0 0-79,1-1 1,0 1-1,-2 2 1,-1 1-1,1 3 1,-1-1-1,2 2 1,-1 0-232,1 1 0,0-1 1,-2-7-1,0-3 1,-1-4-1,-1-1 1,19 24-102,-1-7 0,-6-7 0,-4-4 0,-6-8-215,-6-8 0,-4-6-550,-4-7 0,-4-4 223,-5-1 0,-1-8 0,-5-4 0,-7-13 0,-7-12-768,-4-10 1,-9-9 797,-6-8 1,20 23 0,-1 0 302,-1 1 0,-1-1 0,-1-2 0,0 0 1,1 0-1,0 0 0,0-2 0,1-1 1,1 2-1,1-1 0,0 0 0,1 1-35,-1 0 0,1 0 0,0 2 0,1-1 1,1 1-1,-1-1 0,-14-26 189,2 11 1,7 14 0,5 10 219,3 7 0,7 12 0,4 9 236,6 9 1,10 15 0,8 13-1,5 8 80,4 7 1,-14-21-1,1 0 1,3 5 0,0 2-1,1 2 1,0 2-182,0 2 1,1 1 0,2-1 0,1 0 0,-2 2 0,1 0 0,1 0 0,2 0-124,0 2 1,1-1 0,2 0-1,-1-1 1,2 1 0,0-1-1,-3-3 1,0 0-90,-4-4 0,-1-2 1,-4-5-1,-2-2 0,13 20 1,-4-9-185,-5-7 0,-3-6 0,-8-7-869,-2-2 556,1-5 0,-2-5 1,-4-11 1,-6-7 1,-4-16-1,-7-7 1,-4-7-72,-3-6 1,-3-7 0,-2-8 0,-2 0-342,-2-4 1,2-1 458,-7-2 1,1 1 317,15 31 0,-1 1 0,-17-27 0,1 5 0,3 5 0,1 6 0,7 6-81,6 7 549,2 11 1,15 15-185,-2 8 1,10 5 0,7 9 0,7 8 0,7 10-1,6 8 172,6 8 0,-15-18 0,2 1 0,-2 0 0,1 0 0,-1 2 0,0-1-135,2 2 0,-1 0 1,-2 1-1,-1 0 1,2 1-1,-2 0 1,1 0-1,-1 0-280,-1-1 1,-1-2-1,-2-2 1,-1-2-1,14 26 1,-1-2-42,1-3 0,-1-3 0,-4-8 0,-6-6 0,-3-11 0,-3-5 0,-1-1 0,0-2-1106,0-7 686,-6-4 0,-3-7 140,-8 0 0,-5-11 0,-8-6 1,-4-8-1,-5-6 0,-3-8-209,-1-7 0,-6-10 1,3-4-1,-3-3 184,17 31 0,0-1 0,-11-31 0,-6 1 0,4 1 151,2 2 1,4 7-1,8 4 1,3 13 382,8 13 1,4 14 0,5 11 156,2 9 1,9 14 123,8 9 0,4 11-29,1 6 1,5 7-1,2 6 1,2 1-1,-1-1 1,-16-31-1,1-1-15,2 0 1,0 0 0,-1 3 0,1-1-467,3 1 0,0-1 0,-3-1 0,-1 0 0,23 23 0,-4-6 0,-6-13 0,-6-2 0,-7-7 0,-4-5 0,-4-5 0,-8-10 0,0-2-408,-8-6 0,-3-6 34,-6-2 1,-1-11 0,-4-5 0,-3-7 0,-4-2 0,-2-4-698,-3-4 1,1-2 725,-5-9 0,1 7 192,-1-6 1,-2 2-1,7-1 1,3 4-1,5 9 1,3 9 849,7 10 0,5 12 0,12 12 1,7 15 1013,7 15 1,12 10-1418,6 10 1,1 3-295,-18-27 0,1 0 0,0 0 0,0-1 0,0 0 0,-1-1 0,21 24 0,-3-5 0,-5-7 0,-4-7 0,-2 3 0,-8-17 0,-7-4 0,-11-17 0,-4-8 0,-7-8-2473,-3-6 1,-6-9 2472,-4-8 0,-2-5 0,-2-8 0</inkml:trace>
  <inkml:trace contextRef="#ctx0" brushRef="#br4">5343 11874 8222,'-8'0'935,"-1"0"1,-1 0-1,-1 0 1,-2 1-1,0 2 2386,0 2 0,0-1-2918,0-4 1,0 6-1,0 2 1,0 2 0,0 0-1,2-1 1,2 1 3594,5 1-3669,-3 8 1,5-3-1,-2 4 1,4 0-1,3-1 1,3-1 0,2-2-330,7-2 0,-1-1 0,8 0 0,-5-6 0,4-2 0,-5-7 0,3-5 0,-2-7 0,0-5 0,-1-4 0,-2-1 0,-2-6 0,-4 0 0,-2-6 0,-6 1 0,0 2 0,0 0 0,-1 3 0,-5 6 0,-6 5 0,-3 5 0,-7 2 0,5 4 0,-5 3 0,5 10 0,-4 6 0,3 9 0,3 3 0,0 6 0,2 1 0,1 2 0,4 3 0,4 0 0,3-4 0,1 0 0,5-9 0,5-1 0,5-3 0,3-2 0,1-3 0,0-5 0,2-2 0,-4-6 0,5-6 0,-5-2 0,3-5 0,-5-4 0,-4-5 0,-1-4 0,-3-2 0,-3-2 0,-2-5 0,-2 5 0,0 0 0,0 4 0,-6 2 0,-4 2 0,-4 5 0,-5 3 0,-1 2 0,-3 4 0,-1 2 0,-2 6 0,4 11 0,1 7 0,1 6 0,-2 6 0,5 6 0,3 6 0,7-2 0,2 3 0,5-3 0,5-3 0,5-2 0,5-7 0,7-5 0,2-6 0,1-8 0,-4-5 0,6-5 0,-5-8 0,1-2 0,-7-14 0,-1-3 0,-2-2 0,-4-3 0,-3 0 0,-2 4 0,-4-1 0,0 3 0,0 1 0,-4 1 0,-2 4 0,-1 5 0,-3 6 0,0 4 0,1 1 0,-2 5 0,2 0 0,2 11-930,-2 11 1,6 8 929,-1 4 0,3 9 0,1 3 0</inkml:trace>
  <inkml:trace contextRef="#ctx0" brushRef="#br4">17901 16159 7908,'-8'-4'4672,"-1"-1"-2476,-1 2 1,3 2-1,-2 1-1576,-1 0 1,-1 0-1,-4 0 1,0 0-1,-4 0 1,-1 0 404,-3 0 1,-6 0-1,-2 0 1,-2 0-188,-3 0 1,3-4-839,-1-1 0,1 1 0,-2 4 0,4 6 0,5 4 0,1 4 0,2 6 0,3 3 0,2 5 0,6 4 0,8-1 0,4 4 0,4 0 0,6 1 0,10-2 0,8-2 0,3-2 0,5 0 0,1-1 0,6-2 0,0-1 0,0-1 0,-4 1 0,-4 0 0,-1 1 0,-1 2 0,-4 1 0,-8-1 0,-5-2 0,-9-1 0,-3 0 0,-5-2 0,-8-2 0,-6 1 0,-16-6 0,-3-3 0,-3-2 0,-1-5 0,4-2 0,2 0 0,7-5 0,0 0 0,4 0 0,-1-6 0,9-3 0,6-2 0,4-3 0,3-4 0,0-3 0,2-5 0,2-4 0,5-4 0,8-9 0,3-2 0,4-4 0,-1 2 0,-1 0 0,1-1 0,1 1 0,-2 4-822,-1-4 0,-5 11-648,1 1 0,-3 8 1470,-1 6 0,0-4 0,0 5 0</inkml:trace>
  <inkml:trace contextRef="#ctx0" brushRef="#br4">17759 15075 7929,'-13'6'233,"1"-5"0,-1 5 0,0-2 0,0 2 0,1 1-51,4 3 1,2 1-580,6 2 1,0-4-1,0 0 1,0 1-1,1 0-183,4-2 894,2-2 1,2-6-150,-1 0 1,-4 0 200,5 0 260,-6-6 136,3-1 1,-8-6-1,-2 2 1,-5 1 1842,-2 1 1,-2 6-1836,0-1 1,0 2 19,0 2 0,0 0 0,0 0 0,0 0 1,1 0-1,-1 2 1055,0 2 0,0 3-1050,0 6 0,1 0-795,4 0 0,-2 4 0,6 0 0,1 1 0,1-1 0,2 0 0,0-1 0,10-2 0,3-1 0,4-1 0,1-4 0,2-2 0,5-8 0,0-2 0,-2-6 0,-2-4 0,2-3 0,-4-6 0,-2 1 0,-4-2 0,-4-2 0,-4 0 0,-6 0 0,-3 2 0,-5 2 0,-4-1 0,-4 6 0,-3 4 0,-6 6 0,0 1 0,2 4 0,1 0 0,1 2 0,7 10 0,-3 3 0,5 10 0,5 3 0,-2 4 0,6 6 0,1-2 0,1 1 0,2-2 0,0-3 0,7-4 0,6-5 0,2-4 0,6-8 0,-4-3 0,5-6 0,-1-3 0,1-4 0,-2-8 0,-1-3 0,-2-4 0,-4-4 0,-2-5 0,-2-4 0,-3 2 0,-6 0 0,-2 2 0,-2 4 0,-6 2 0,-6 4 0,0 5 0,-5-1 0,1 7 0,-2 1 0,2 6 0,4 0 0,-1 6 0,1 6 0,3 4 0,5 4 0,-2 3 0,5 6 0,1 4 0,4 0 0,0-1 0,0-8 0,2-4 0,0-2 0,4-2 0,1 0 0,3-6 0,8-3 0,2 3 0,5 0 0</inkml:trace>
  <inkml:trace contextRef="#ctx0" brushRef="#br3">6608 16340 8181,'-17'-19'540,"1"-3"0,5 0 1,5 0-1,7 5 1,7 2 1281,4 3 1,11-1 0,3 0 0,7 0-1336,4 0 1,2 0 0,0 2 0,0 2 0,-2 5 0,-3 4 368,-4 4 0,-5 5-477,-8 8 1,-1 3 153,-12 6 0,0 5 0,-5 5 0,-5 4 1,-7 5-1,-7-1 417,-4 1 0,-3-2-950,-3-5 0,2 1 0,-2 0 0,3-6 0,3-3 0,3-3 0,7-1 0,6-2 0,2-2 0,4-4 0,11-5 0,5-4 0,12 0 0,6-5 0,2 3 0,2 0 0,0-1 0,-2 1 0,2 0 0,1 2 0,3 4 0,4 0 0,1 0 0,7 0 0</inkml:trace>
  <inkml:trace contextRef="#ctx0" brushRef="#br3">1949 8492 8188,'-13'0'731,"0"0"1,0 2 0,2 4 0,1 7 0,2 8 0,3 6 844,2 3 1,-3 6 0,2-1 0,2 1-1186,5-2 1,4-2 0,6-7 0,2 0 0,2-5-1,4-6-564,4-4 0,1-7 0,-1 1 1,1-4-628,0-4 1,0-3 0,0-6 0,-2-1-473,-2-4 0,1 0-401,-6-4 1,0-2 1211,-4 2 0,-5-1 1,0 0-1,-3 3 0,-2 0 980,-1 0 932,-2 4 1,-6 4-830,-3 7 1,-2 15 0,-2 8 0,1 7 0,2 8 0,3 7 2414,2 5 0,-1 8-1839,1 7 1,4 9-1085,-1-33 0,0 1 0,1 1 0,0 0 0,1 0 0,0 0 1,2 34-1,1-8 0,2-6-2310,3-5 0,-4-7 1,3-3 2195,-1-3 0,4 4 0,-3 2 0</inkml:trace>
  <inkml:trace contextRef="#ctx0" brushRef="#br4">5640 11719 8191,'-8'2'-225,"0"2"0,3 4 0,2 4 0,3 2 0,3 2-374,1 1 596,6 0 0,-4-4 0,4 0 0,-3 0 1,0 0-1,-1 0 119,0 0 1,-2-5-74,-4 1 1,-2-6-1,-2 1 1,-3-1 0,-2 0-1,1 3-43,-2 1 0,-2-4 0,-1 3 0</inkml:trace>
  <inkml:trace contextRef="#ctx0" brushRef="#br4">5498 11977 8273,'-8'9'-602,"-1"-1"0,5-5 581,-5 2 1,5-4-1,-3-2 1,-1-4-56,1-3 111,4-4 0,-7-1 0,5 0 0,-1 1 0,-1-1 89,0 0 0,4 0 414,-2 0 0,0 0 0,-1 2 1544,-1 2-1565,4 3 1,-3 8-71,6 2 0,0-1 0,2 5 0,0 2 1,4 2 200,1 1 1,-2-2-340,3-2 0,-3 1-126,3-6 0,-4 6 0,5-1 1,0 2 47,-2 2 0,4-4-198,-2-1 0,-2-3 14,2 3 0,-5-3 0,5 3 1,-1 2-1,1 0 115,-1-1 1,-3 1-61,3-6 0,-3 5 68,3-5 1,-5 2 0,3-3 0,0 3 333,2 1 0,-1-4-44,2 1-148,-6-3 1,8-1-266,-2 0 1,-2 0-24,2 0 1,-5 0 16,5 0 1,-5 0 0,4 0-1,1-1 1,0-2 221,-1-1 0,1-1 49,4 5 1,-5 0-135,1 0 1,0 0-1,5 0 1,2 0 0,1 2-1,-1 1 225,-2 1 1,-1 0-259,0-4 1,0 5-187,0-1 1,0 0 0,-2-2-1,-1 1 1,-1 1 0,1-1 241,1-2 0,-2-1-65,-1 0 0,1 4-14,4 1 0,-4-1 1,-1-3-1,2 2 1,2 2-1,1-1 222,-1 2 1,1-3-206,0 5 1,4-4-116,1 5 0,5-5 0,-2 4 0,3-1 0,4 0 1,0 1 46,3 0 0,-1 3-62,-5-2 1,1-2 41,0 1 0,0 0 0,-2 2 1,-1-2-1,-3 1 0,-1 0 133,-3-1 0,2-1-124,0 2 1,-1 1-38,-4-6 0,4 6 0,2-3 0,-1 2 0,2-2 0,0 0 79,3 1 1,3 0-47,4 5 0,-3-4-8,4-1 0,-3 1 1,1 4-1,1 0 0,-3 0 1,-2-2-49,-4-2 0,-4 2 0,5-2 0,-6 1 0,1-2 0,-1 2 0,-1-4 0,4 1 0,0 2 0,1 0 0,0-1 0,1-1 0,5 2 0,0 2 0,0-2 0,0-2 0,-2 0 0,-1 1 0,-2-3 0,2 1 0,2-3 0,-4 3 0,1-2 0,-5 4 0,5-3 0,-2 1 0,3-4 0,-3 4 0,0 0 0,-2 1 0,1 0 0,3-2 0,-5 3 0,4-4 0,-4 5 0,6-5 0,-1 3 0,1-1 0,-2-1 0,-2-1 0,0 0 0,-1 5 0,4-5 0,2 5 0,-2-5 0,-2 2 0,1-3 0,2 2 0,2 1 0,0 0 0,1-3 0,-4 2 0,-1 0 0,1 3 0,4-3 0,-5 0 0,1 0 0,1 2 0,-1 1 0,1 1 0,-1 1 0,-1 2 0,5 0 0,0-3 0,0 0 0,0-1 0,0 4 0,-1-2 0,0-3 0,-2 0 0,-2 0 0,1-2 0,3 3 0,-3-5 0,0 1 0,-2 2 0,3-2 0,-3 1 0,0-1 0,-2 2 0,1 1 0,2-4 0,-3 1 0,0 2 0,0-2 0,-3 5 0,5-5 0,0 0 0,1 2 0,1 1 0,3 0 0,1 1 0,-1-4 0,1-3 0,0 4 0,0 0 0,0 0 0,-2-3 0,-1 1 0,-1 0 0,1 2 0,-3-1 0,1-4 0,-5 1 0,1 4 0,-3-4 0,-1 3 0,2-1 0,0 0 0,3 1 0,-3-1 0,1 3 0,1-2 0,-1 5 0,6-5 0,-1 5 0,5-4 0,0 1 0,0 1 0,1-1 0,3 0 0,-3 2 0,3-3 0,-2-1 0,-3-4 0,1 0 0,0 2 0,-2 0 0,-2 3 0,-3-2 0,-1-2 0,-2 0 0,6 4 0,-5-4 0,4 3 0,-4 4 0,5-1 0,1 1 0,1 0 0,4-1 0,2 0 0,-3 0 0,3 2 0,3 2 0,1-2 0,-2 2 0,-2 1 0,-3-2 0,-1-2 0,0 1 0,0-2 0,-2 5 0,-2-4 0,1-1 0,-6 2 0,4-2 0,-3 3 0,-1-3 0,0-1 0,0-2 0,-1 2 0,4-3 0,2 6 0,2-7-1,2 3 1,0 1-1,-1-1 1,1 1 0,0 0-1,0-2-62,0 2 0,-2-3-6,-3 5 0,7-3 113,-7 3 1,6 1-1,-5 2 1,1-1-1,0-1 1,-2 1-45,2 1 0,-3-2 0,2 0 0,-5-2 0,5 1 0,-2 0 0,3-6 0,-2 3 0,1-2 0,-1-1 0,1 3 0,-1-4 0,5 3 0,-4-2 0,-1-2 0,1 4 0,3 1 0,1-3 0,0 1 0,-2 0 0,-2 1 0,2 2 0,-2-2 0,1-1 0,-2 6 0,4-5 0,-4 3 0,2-1 0,1-2 0,1 2 0,2 3 0,2-2 0,-3 2 0,-1-5 0,1 4 0,4-3 0,0 3 0,-1 1 0,-2-2 0,-1-1 0,0 0 0,-2-5 0,-2 3 0,1 2 0,-6-2 0,2 2 0,-4-3 0,3 1 0,-1-1 0,0 0-11,0 1 0,6-1-42,-1 6 1,2-5 44,2 5 0,4-1 1,2 4-1,1-2 1,1-2-1,0 2-40,1 2 1,-6 1 62,1 0 1,1-5-44,-1 1 1,0 0-1,-4 3 1,-1 0 0,-2-2-1,-2-3-165,2-1 0,-3 2 180,2-3 0,-2 3-8,1-3 0,5 3 0,-2-3 1,5-1-1,0 0 0,-1 1 107,3-3 0,-3 4-45,7-2 0,-7 5 5,2-5 0,2 2 0,-2-3 0,-1 3 0,-2 1 1,0 3 19,3 1 0,-1-2-23,5 0 1,-3-5-113,3 4 0,-4-3 1,3 2-1,-1-1 1,-2-2-1,0 0-202,0 1 1,-1-1 196,-8-4 0,2 1 74,-6 4 0,5-4 0,-4 3 0,1-1 0,0 0 0,-2 1-48,2-1 1,1 4 173,6 2 0,-1-2-101,1 2 1,1-5 0,4 5-1,1-1 1,3 1 0,-1 0-19,2 1 0,0 0-39,-2-2 1,7 4 23,-7-4 0,0-1 1,-8 2-1,0 0 0,0-1 1,0 1-14,0 1 0,4-3 6,0 2 1,6-1 86,-2 5 1,6 0 0,0-1 0,-4-2 0,-1-2 0,-4 1 58,1-2 1,-3 4-101</inkml:trace>
  <inkml:trace contextRef="#ctx0" brushRef="#br4">15026 14661 28671,'22'7'0,"13"0"0,0 1 0,-1-1 0,-1 1 0,-3-1 0,-2-4-69,-3 1 0,-5-1-1,-2 1 1,0-2-1,1 2 1,0-3 0,1-1-1,0 0-155,3 0 1,5 5 240,3-1 0,4 2 0,0-2 1,2-3 0,2 5 0,-1-2 0,0 2 0,-4 0-15,-4 0 1,-1-1-10,1 0 0,-7 0 83,3 4 1,-5-2 0,2-3-1,-1 4 1,1 0 0,3-1 133,4-1 0,-2 4-210,7-1 0,-1-2 0,5 2 0,1-1 0,2 5 0,1-1 0,-2-2 0,-1-2 0,-1 2 0,-4 2 0,-1 1 0,0-5 0,5 1 0,1-1 0,2 5 0,2-1 0,1-4 0,-1-2 0,-2 0 0,-2-3 0,-1 5 0,-5-5 0,1 2 0,-7 0 0,2 1 0,-1 0 0,0 1 0,2-1 0,2-1 0,2 4 0,3-5 0,-2 5 0,3-5 0,-8 6 0,7-3 0,-5 2 0,-5 0 0,0 1 0,-2 1 0,-2-2 0,-3-1 0,-2 0 0,-6 0 0,0 4 0,0-4 0,0 4 0,0-1 0,-2-1 0,-2-1 0,2-5 0,-2 5-335,-4-6 1,3 7-2778,-4-6 894,-3 0 0,5-5 1114,-6-4 1,-13-13 1103,-8-12 0,-21-18 0,16 22 0,-1-1 0</inkml:trace>
  <inkml:trace contextRef="#ctx0" brushRef="#br4">25258 14404 8016,'-19'-33'572,"4"3"0,-8 9 0,-3 9 0,-6 9 0,-5 11 1533,-7 14 0,-7 14-1723,23-14 0,0 3 1,0 4-1,1 2 0,-2 2 1,2 2-1,2 0 0,4 3 1,1 1-1,4 1 0,2-1 1,3 1-1,3-2 0,2 0 1,5 30 1298,12-7 0,8-18-1528,20-9 0,5-7 1,15-7-1,5-7 1,2-10-1,-1-9 52,-5-7 0,-1-14 0,-6-4 0,-1-9-75,-7-8 1,-4-8-207,-7-4 0,-10-9 262,-16 33 0,-3-1 0,-1 0 0,-3 1 0,-11-34 0,-13 7 38,-13 4 0,-10 3-357,18 29 1,0 2 0,-25-19 0,-5 6 0,1 11 0,-3 10 0,-3 10-3933,-2 11 1,8 18 2463,5 21 0,14 10 1601,24-20 0,2 3 0,-2 0 0,2 2 0,1 5 0,0 0 0,-1 3 0,0 0 0</inkml:trace>
  <inkml:trace contextRef="#ctx0" brushRef="#br4">25193 15036 7958,'8'-20'9755,"-1"3"-8295,-3 8 1,5 3 481,8 6 1,-1 8-1674,5 5 1,1-1-1,5 7 1,2 0-1,1 2 1,-2 4-1970,0 0 0,2 6 1087,0-1 1,-6 1-563,-6-1 0,-4-2 0,-1 2 1175,0-3 0,-6-1 0,-1 0 0</inkml:trace>
  <inkml:trace contextRef="#ctx0" brushRef="#br4">25568 15449 7863,'-10'0'532,"-2"3"0,-1 4 0,3 7 0,5 5 0,3 5 72,2 5 1,0-2-1,2 5 1,2-2-1,5 0 1,1-1-685,-2-2 1,2-2 0,-4-4 763,1-4-50,-4-8 0,3-5 0,-6-8 796,0-5 1,-5-2-1155,1-2 0,-5-4 0,5-2 0,1 0 0,2-1 0,1 0 33,0-3 1,1-3-1,4-2 1,3-2-77,4 1 0,1-3 0,0 2 0,-2 2 156,-2 0 0,2 4-266,-2 2 1,2 1 14,2 8 1,0 3 0,0 13 0,-2 4 0,-1 7 28,-1 5 1,-2 7-69,2 4 1,-2 0-155,-3-4 0,-2 0 0,3-2 0,0-2 0,-1-5 0,-1-3 656,-2-1-392,-1-6 0,2-8-95,2-12 0,-3-6-93,4-7 0,0-4 1,1-1-1,0-4 1,1-3-1,-1-3 22,0 4 1,2 4 90,-3 7 0,3 2 28,-4 3 0,2 8 0,-2 10 309,5 6 1,-2 10-405,2 8 0,-5 5 1,3 3-1,0 2 0,-1 1 1,1 1-109,1 0 1,-1-5-837,1 2 0,4-7-847,-4-1 0,2-6 1,2 1-1,-1-3 1724,4-1 0,6-6 0,-1-1 0</inkml:trace>
  <inkml:trace contextRef="#ctx0" brushRef="#br4">26278 14907 7855,'-13'-52'4915,"0"18"0,16 10-4072,5 19 0,8 4 1,1 1-1,5 0-3203,2 0 1,3 6-2807,4 2 5166,-4 4 0,4 1 0,-5-1 0</inkml:trace>
  <inkml:trace contextRef="#ctx0" brushRef="#br4">26355 15152 7922,'-6'-8'1785,"-2"0"1,-2 1 5343,1 0-5850,-2 4 1,11-2-1679,0 5 0,7 0 0,11-2 0,7-1 399,4-1 0,6-12 0,-2 2 0</inkml:trace>
  <inkml:trace contextRef="#ctx0" brushRef="#br4">26781 14442 7938,'-7'-25'789,"-3"4"0,5 4 0,3 3 0,3 1 0,6 0 0,8 2 0,3 1 535,5 1 0,-3 2 0,2-3 1,1 3-785,1 1 0,2 2-351,0 4 0,0 1 1,-2 3-1,-3 5 1,-3 2-1,-5 2 895,-5 0-560,4 6 1,-12 1 0,0 6 0,-9 1 0,-7 3 0,-5 6 0,-4 6 944,0 5 1,3-1-1470,0 1 0,2-4 0,-1 4 0,2-5 0,6 1 0,2-4 0,2-5 0,5-4 0,3-2 0,2-7 0,3 1 0,5-8-507,8-1 0,-1-5 0,4-5 0,0 2 1,0-3-1,2 0-9029,-2-2 9536,4 0 0,-4 0 0,6 0 0</inkml:trace>
  <inkml:trace contextRef="#ctx0" brushRef="#br4">27336 14739 7862,'-13'-4'564,"0"-2"1,0 0 7582,0 1-7438,6 0 1,3 5 0,10 0 0,5 0-1126,5 0 1,5 0-351,-3 0 0,5-4 518,-2 0 1,-1 0 247,2 4 0,-7-6 0,4-1 0</inkml:trace>
  <inkml:trace contextRef="#ctx0" brushRef="#br4">27633 14984 7913,'0'-8'3274,"0"-1"0,0-1 1171,0-1 0,0 5-5591,0 6 219,0 6 1,1 2 0,2 1-1,3 1 927,1 1 0,-4-3 0,3-3 0</inkml:trace>
  <inkml:trace contextRef="#ctx0" brushRef="#br4">27943 14404 7874,'-13'-8'976,"0"-2"0,-2 8 0,0 3 0,-3 8 0,1 8 2191,-1 9 1,2 7-2663,-6 10 0,5 8 0,-2 8 0,4 0 0,5-3 1,2-5-1,7-5 0,4-7 181,6-7 1,8-12-582,4-7 1,4-6-1,0-7 1,0-2-1,-2-2 1,-3-6 340,-2-6 1,0-4-249,-5-6 0,4-4-191,0 0 1,-4-4 0,-6 1 0,-1-3 0,-3-4-1,-2 0-551,-1-1 1,0 4 0,0 1 0,-1 3-522,-4 2 1,-3-2 530,-9 7 1,2 3-1120,-2 10 1,3 6 0,1 5 1652,0 10 0,-6 6 0,-1 12 0</inkml:trace>
  <inkml:trace contextRef="#ctx0" brushRef="#br4">28033 14920 7827,'-13'1'6130,"0"4"-5001,0 2 0,6 6 1,3 0-1665,2 0 0,2-1 1,2 1-1969,2 0 0,-1-6 2503,6-2 0,-1 2 0,5 0 0</inkml:trace>
  <inkml:trace contextRef="#ctx0" brushRef="#br4">28123 14765 7827,'0'-19'1336,"0"5"1,0-3 81,0 3 0,6 6 0,3 4 0,2 4-199,2 4 0,1 5 1,2 7-1,3 2-213,1 2 1,-4 2 49,1 4 0,-3 0-731,-1-1 0,-4 0 0,-1-2 0,1-2 0,-2 1 0,-3-1-532,-2 1 1,-2-6-801,0 1 0,-6-4-394,-3-5 0,-2 2 0,-2-5 1,-1-3-1,-2 0 1401,-1-2 0,-6-12 0,3-2 0</inkml:trace>
  <inkml:trace contextRef="#ctx0" brushRef="#br4">28110 14752 7827,'0'-17'0,"0"0"0,2 1 1971,2 2 0,0-1 0,8-2 1,5-4 181,6-4 0,7-1-1493,13 1 1,3-6-1080,6 1 1,-6 2 0,-3 6 0,-6 5-934,-7 3 0,-1 2 1352,-12 3 0,-13 7 0</inkml:trace>
  <inkml:trace contextRef="#ctx0" brushRef="#br4">28717 14584 13332,'-9'15'3955,"1"11"0,3 6-3248,-3 16 0,5 5 0,-3 9 0,2 4 0,0 1 1,1-4-96,1-6 1,2-11-2534,0-7 0,5-6 0,0-10 1921,3-6 0,0-11 0,5-13 0</inkml:trace>
  <inkml:trace contextRef="#ctx0" brushRef="#br4">28678 14584 7938,'0'-38'1406,"0"5"1,0 4 505,0 6 0,7 4 1,6 6-1,9 1-504,7-1 0,-1 5-542,7 4 0,-1 3-459,5 1 0,-1 1 0,0 3 0,-4 5 1,-5 4-1,-5 3 853,-2 1 1,-8 6-882,-1-2 1,-6 4-380,-7 1 0,0-1 0,-1 3 0,-5 0 0,-7 4 0,-7-1 0,-4 1 0,1-6 0,-3-5 0,3-1 0,-7 2 0,7-8 0,3-7 0,0-1 0,1-2-7477,0 2 7477,8-4 0,5-2 0,6-8 0</inkml:trace>
  <inkml:trace contextRef="#ctx0" brushRef="#br4">30124 14662 7813,'-5'-36'1939,"0"6"1,-2 13 0,-2 14 0,0 16 0,1 10 517,-2 7 1,0 7-1,0 6 1,1-1-2278,-1-2 0,3 3-1011,-2 0 0,6-6 0,-1-7 1,3-3-1,1-2 0,0-4 831,0-3 0,5-10 0,3-2 0</inkml:trace>
  <inkml:trace contextRef="#ctx0" brushRef="#br4">29995 14391 7813,'-13'-20'558,"4"-2"-779,1 9 1,5 5-1,1 12 221,9 5 0,8 2 0,11 2 0</inkml:trace>
  <inkml:trace contextRef="#ctx0" brushRef="#br4">30498 14365 7813,'12'-26'614,"-4"2"0,-2 1 689,0 1 1,-5 5 297,3-4 1,-2 5-644,-2-1 0,-7 8 0,-5 5 0,-5 4 0,-2 4 542,1 5 1,-5 12-760,1 5 0,-2 14-581,-2 3 1,4 7 0,4 8-1,2 5 1,6 4 0,3 1-1467,4-2 1,3-6-119,4 0 1,5-7 10,8-1 0,-1-12 1,4-12-1,0-5 1,-1-5 1412,-1-4 0,-6-7 0,-6-1 0</inkml:trace>
  <inkml:trace contextRef="#ctx0" brushRef="#br4">30382 14830 7813,'0'-13'3531,"0"0"-2737,0 0 0,0 4 471,0 1 0,0 3 0,1-2 0,4 3-2309,3 5 1044,9 5 0,4 7 0,4 0 0</inkml:trace>
  <inkml:trace contextRef="#ctx0" brushRef="#br4">31389 14533 7852,'-13'0'1075,"4"3"1,1 5-1,-3 9 2872,0 6 1,4 10-2974,3 6 0,2 1 0,2 6 0,0-1 0,0-4 0,0-2-1252,0-5-16,0-2 1,0-12 0,0-3 0,-1-4-72,-4-4 1,0-7 373,-4-10 0,-2-2 0,2-12 0,-1-2 0,0-5 0,3-7 703,1-5 0,2-5-358,4-6 0,0-5-201,0-3 1,7-8 0,6-2 0,7 1 0,4 3 0,3 9 739,4 7 0,0 11-324,4 9 1,0 10-570,-5 7 0,5 11 0,-5 12 0,-1 5 0,-3 3 0,-5 4 0,-4 5 0,-8-1 0,-5 4 0,-4-1 0,-4 1 0,-3-4 0,-8 1 0,0-4 0,-4-2 0,-1 1 0,-3-1 0,3-5-37,-2 1 0,5-2-3671,-4-2 1,5 0 3707,-1 0 0,8-1 0,3 1 0</inkml:trace>
  <inkml:trace contextRef="#ctx0" brushRef="#br4">31853 14494 7822,'0'-20'2812,"6"6"1,3 6-1185,2 3 1,6 0 0,2 5 0,1 0-271,3 0 1,6 0-683,1 0 1,4 0-304,-4 0 0,0 5 0,-5-1 0,-2 0 0,-3 1 0,-2 0 443,-2 2 1,-3-2-274,-4 3-506,-4 1 1,-5 4-1,0 1 1,-1 2-1,-5 1 1,-5-1-38,-5-2 0,-3 4 0,2-1 0,1 1 0,-5 0 0,1-4 0,-3 3 0,3-1 0,1-2 0,3 1 0,2-4 0,3-1-2423,2 3 1,-3 0-2360,4 0 1,2-5 4781,2 1 0,2 0 0,2 4 0</inkml:trace>
  <inkml:trace contextRef="#ctx0" brushRef="#br4">31853 14997 7785,'6'-17'870,"1"0"1,2 3 7986,-1 4-7975,7-2 1,0 6 0,7-2 0,1 2 0,1 2 0,2-1-1,1 3-477,3 0 1,-1 2-3326,6 0 1,-5 4 791,4 1 2128,-5-1 0,2 2 0,-5 1 0</inkml:trace>
  <inkml:trace contextRef="#ctx0" brushRef="#br4">32537 14455 7834,'-13'0'1066,"0"0"0,1 0 1,-1 0 3871,0 0-3733,6 0 0,2-1 0,10-2 0,3-3 1,5-1-1,4-2 1112,5 2 1,7-4-1901,1 2 0,5 2-417,0-2 0,1 5 0,0-3 0,-3 1 0,0 3 0,-2 2 0,1 1 0,-4 7 0,-6 6 0,-5 6 0,-8 6 0,1 7 0,-7 2 0,-5 5 0,-6 3 0,-10 2 0,-7 2 0,-1-4 0,-4 1 0,-2 0 0,2-5 0,1-6 0,8-12 0,5-1 0,6-4 0,6 0 0,5-4 0,8-2 0,5-3 0,12-6 0,5-2 0,2-2 0,2-3 0,1-2 0,2 1 0,4-3 0,12 0 0,-1-2 0</inkml:trace>
  <inkml:trace contextRef="#ctx0" brushRef="#br4">31802 16069 7787,'-13'0'1743,"0"0"1,0 0 0,0 0 0,0 1 664,0 3 0,2 8 1,2 5-1,5 0-1710,2 2 1,2 1-1643,0 6 0,0 0 1,2-1-1,2 3 0,5-1 944,2-1 0,2 2 0,0-8 0</inkml:trace>
  <inkml:trace contextRef="#ctx0" brushRef="#br4">31531 15772 7790,'-13'-39'3103,"0"7"-4693,0 7 1590,6 16 0,-5 10 0,5 12 0</inkml:trace>
  <inkml:trace contextRef="#ctx0" brushRef="#br4">31673 15643 7858,'12'0'1154,"1"0"0,0 0 1,0 3-1,0 7 1,1 11 3760,4 11 0,-4 6-4264,3 5 0,-2 3 1,-3 6-1,1 0 0,-1-2 1,-4-3-1,-2-5 1,-2-5-978,1-3 0,-1-11-639,-4-1 1,0-6 0,-1-5-1494,-4-2 0,0-9 1,-4-10-1,3-6-96,1-6 1,2-2 1401,-6-2 1,5-1 914,-5-3 1,5-9 0,-3-7 0,-1-1 0,3 0 0,-1-2 282,3-1 0,2-2-30,1 0 0,0 2 1640,0 3 1,0 8 0,1 9-1,3 4 1328,5 5 1,4 8-2361,4 8 0,-1 4 0,5 2 0,4 4 0,2 3 0,5 5 857,1 4 1,-3-1-672,4 6 0,-5-5-521,1 4 0,-4-3 0,-6 2 1,-6 0-290,-4 0 0,-8 1 0,-2 5 0,-8-1 0,-9-2 0,-6-2 0,-4 1 0,-4-1 0,-2 1 0,0-7 0,-2 3 0,4-4-468,5-1 0,0-3 0,2 0 1,2 1-1,5-1 0,4 2 468,4-1 0,-2 2 0,4 0 0</inkml:trace>
  <inkml:trace contextRef="#ctx0" brushRef="#br4">32524 15823 7792,'0'-20'9830,"0"3"-8115,0 8 1,0 11 0,0 9 0,-1 7-956,-3 2 0,1 0 0,-6 3 0,-1-2-1008,-1 2 1,-4 0-126,-2-1 0,3 2 589,-3-3 1,2-2 0,2-2 0,0-2 0,1-1 1086,-1 3-1303,5-2 0,3 3 0,10-6 0,4-4 0,4-3 0,3-4 0,2-1-1258,2 0 0,2 1-1013,4 4 0,1-4 2271,3 4 0,3-4 0,6-1 0</inkml:trace>
  <inkml:trace contextRef="#ctx0" brushRef="#br4">32899 15772 7775,'5'-26'853,"3"7"0,4 5 0,1 4 4278,0 0-4418,6 4 1,-3 0-1,5 6 1,2 0-1,0 0 1,0 2-1,-3 2 470,-1 5 0,-3 4 1,-8 4-1,-4 4-543,-2 4 1,-5 2-1,-4 2 1,-7 2-412,-5 2 0,-3 2 0,-3 2 1,0-1-230,4-2 0,-2-4 0,6 5 0,-1-7 0,5 3 0,6-4 0,3-1 0,4-2 0,6-1 0,7-4 0,7-5 0,11 0 0,8-9 0,7-1-1376,10-4 0,3-6 0,4-3 1376,-3-2 0,3-8 0,-4-1 0</inkml:trace>
  <inkml:trace contextRef="#ctx0" brushRef="#br4">25994 16340 7894,'0'-19'1925,"-5"0"0,1-2 1,4 5-1,7 6 0,10 6-1642,6 2 0,9 2 1,2 0-284,4 0 0,6 6 0,2 1 0</inkml:trace>
  <inkml:trace contextRef="#ctx0" brushRef="#br4">26071 16546 7819,'-14'-33'4915,"-3"3"0,11 14-3345,6 8 0,8 3 1,17 2-1,4-1-3434,2 1 1,3-2-1,5 0 1864,0 2 0,0-4 0,-1 0 0</inkml:trace>
  <inkml:trace contextRef="#ctx0" brushRef="#br4">27052 15849 7884,'9'-1'690,"-2"-4"1018,-1-3-1298,4 2 0,-9-5 0,3 2 0,-2-2 894,-2-2 0,1 0-752,3 0 1,-2 4 0,2 1 367,-2-2 1,-2-2-497,0-1 1,-2 2-1,-1 1 1,-2 3 0,-1-1-1,-1 1-19,0-3 0,-2 4 0,-4 2 0,0 3-339,0 1 1,0 0-13,0 0 1,-4 0-104,0 0 1,-6 5-1,2 4 1,-2 4 32,1 4 1,-2-1-6,2 5 0,-2 1 0,-2 2 0,2-2 0,2-4 0,5 0 419,3-1 0,1 4 148,0-3 0,6-1-178,2-4 1,5 1-1,5 2 1,5 2 514,5 3 1,10 0-642,5 5 1,1 1-1,0 3 1,3 5-1,2 3 1,-2 4-243,-4 1 0,-2 1 0,-3-1 0,1-1 0,0 5 0,-10-6 0,-5-1 0,-4-4 0,-4-1 0,-13-2 0,-7 2 0,-6-7 0,-3 3 0,1-6 0,-1-3 0,-2-3-163,-2-1 1,7-8 185,-2 3 0,7-9 46,1 1 1,3-10 0,1-3 0,1-5-70,4-4 0,2-3 0,6-6 0,6-7 0,2-4 0,5-6 0,5-5 0,2-5 0,0-6 0,6-7 0,-14 30 0,1-1 0,1 1 0,0-1-138,3-4 1,0 0 0,-2 2 0,0 1 0,1 1-1,1 1 1,0 1 0,-1 1 0,14-28 0,-1 11-4481,-5 12 1539,-7 15 2315,2 11 1,-12 18 763,-2 13 0,-15 10 0,-5 5 0</inkml:trace>
  <inkml:trace contextRef="#ctx0" brushRef="#br4">27388 16236 7839,'-13'-21'4191,"3"1"1,5 5-2990,10 8 1,9 6-1,5 1 1,-1 1-1567,1 4 1,4-3 0,-2 7 0,4 0 363,1-2 0,-1 4 0,1-4 0</inkml:trace>
  <inkml:trace contextRef="#ctx0" brushRef="#br4">27904 15991 7841,'-13'0'1027,"0"-1"1,0-2 0,0-3 250,0-1 0,6 3 1,4-4-1,6 1-831,6 0 1,2 4-1,2-2 1,1-1 423,4-3 0,-4-1-430,3 2 1,2-4 0,-2 3 0,0-1 570,2 2 1,-5-2-663,3 5 0,-2 1 0,-2 4 0,0 2 0,-2 2 0,-2 6 377,-5 6 1,-3 8-572,-1 6 1,-1 6-92,-3-2 0,-5 5 0,-7 1 0,-1 1 0,1-6 0,2-2-68,1-4 0,-3-3-63,3-5 1,-1-2-13,10-6 1,1-6 0,7-3 0,6-4 826,6-4 0,3 3-749,2-4 0,4 4 0,-4 1 0,2 1 0,-1 4 0,-5 3 0,-4 5 0,-3 4 0,-2 5 0,-5 2 0,1 2 0,-12 0 0,-5 0 0,-9 1 0,2 2 0,-1-1 0,-1-2 0,-1-4 0,-1-4 0,3 1-2000,-1-2 0,6-7-1148,-1 3 3148,3-3 0,1-3 0,0-1 0</inkml:trace>
  <inkml:trace contextRef="#ctx0" brushRef="#br4">28446 16636 7807,'-20'-5'1215,"-3"-1"0,6-3 1,1 5 506,2 3 0,6 2 1,4 3-1,3 5-1722,1 2 0,5 2 0,3 0 0</inkml:trace>
  <inkml:trace contextRef="#ctx0" brushRef="#br4">28614 16172 7903,'-13'-6'2476,"0"5"0,0-4 1718,0 4 0,6 2-3389,3 4 0,2 3 0,2 8 1,3 1-1,4-1 0,8-2 493,3-1 1,4-1-1299,4-4 0,5 4 0,3-5 0,2 2 0,-1-1 0,1 1 0,-6 4 0,-2 1 0,-6 2 0,-5 2 0,-4 3 0,-4 3 0,-5 5 0,-10-1 0,-7 7 0,-7-7 0,-10 3 0,-3-4 0,-6-3 0,1-2 0,0-5 0,4-3-3808,4-1 3808,3-6 0,-5-1 0,-1-6 0</inkml:trace>
  <inkml:trace contextRef="#ctx0" brushRef="#br4">28614 16094 7853,'13'-38'0,"0"5"4100,-1 3 1,7 2-3405,3 3 1,3 4 0,4 4 0,1 4 0,-1 5 0,-2 3-1944,-1 4 0,4 8 1247,0 6 0,0 6 0,-4 7 0</inkml:trace>
  <inkml:trace contextRef="#ctx0" brushRef="#br4">29117 16133 7796,'-4'20'3505,"-1"7"0,3 11-1735,0 8 1,2 14-1,2 3 1,2 0-1236,5-1 0,3-12 1,4 0-1,1-5-734,-1-8 1,-3-10 228,-4-10 1,-2-8 158,-3-5 0,-4-4 0,0-4 0,-7-6 0,-4-6 425,-2-5 0,0-10-466,0-3 0,0-5-29,0-4 1,2-8 0,2-12 0,5-8 0,3 33 0,0-1 0,1-1 0,0 1-25,0 0 1,0-1-1,2 1 1,2 1-1,0-1 1,2 0-1,1 2 1,2 0 297,12-32 0,4 17-393,0 18 0,3 17 0,2 8 0,1 8 0,4 8 0,-5 9 0,-3 8 0,-3 5 0,-2 2 0,0 1 0,-10 2 0,-2 2 0,-10-6 0,-1 2 0,-3-4 0,-6 2 0,-6-1 0,-6-3 0,-2-5 0,-2-2-517,0-6 0,1-2-1753,-1-2 1,1-3 2269,4-6 0,2 0 0,6 0 0</inkml:trace>
  <inkml:trace contextRef="#ctx0" brushRef="#br4">30111 16275 7778,'-13'-43'2457,"1"9"1,2 12-1,2 12 1,-1 12-1,2 9 1,0 3-1,4 9 1,-1 3-1842,1 3 1,3 1-1848,4-4 1,-2 0 0,3-2 0,1-3 0,1-3 0,2-5-8601,-1-5 9422,1 4 0,10-17 1,1 4-1</inkml:trace>
  <inkml:trace contextRef="#ctx0" brushRef="#br4">30137 16056 7778,'-2'-63'277,"-2"2"0,1 0 409,-6 5 0,5 4 573,-4 5 1,5 12-796,-2 5 0,3 10 0,-1 14 0,-2 12-464,2 14 0,2 16 0,1 10 0</inkml:trace>
  <inkml:trace contextRef="#ctx0" brushRef="#br4">30692 15643 7783,'0'-42'549,"0"5"0,0 7 1372,0 5 1,-6 14 0,-4-1 0,-4 5-1231,-4 4 0,-5 5 0,2 6 0,-3 10-606,-2 5 1,-3 8-1,2 3 1,4 4 293,3 0 0,3 7 1,5 1-1,3 0 880,5-3 0,3 1-301,1-1 0,0 2-1192,0-2 1,7-7 0,4 1 0,5-3 0,1-2 0,2 1-584,3 0 1,-4-6-4363,-1-1 5179,-8 0 0,2-6 0,-3 6 0</inkml:trace>
  <inkml:trace contextRef="#ctx0" brushRef="#br4">30395 16172 7783,'-7'-33'0,"1"1"0,6 7 0,0 3 1638,0 0 0,7 7 1,6-3-1,7 4 0,6 3 1,4 2-2767,4 5 1,-2 2 1127,-2 2 0,3 6 0,0 1 0</inkml:trace>
  <inkml:trace contextRef="#ctx0" brushRef="#br4">28136 8247 7755,'0'-13'490,"-4"0"0,0 1 0,1-1 0,3 0 1,5 1-1,7 2 0,5 2 75,3-2 0,3 4 0,6 2 0,1 2-565,-1 2 0,4 0 0,0 0 0</inkml:trace>
  <inkml:trace contextRef="#ctx0" brushRef="#br4">28149 8286 7843,'-6'0'1650,"6"0"-1256,8 0 0,9-4 1,6-1-1,4 1-3233,3-2 2839,6 5 0,3-11 0,6 5 0</inkml:trace>
  <inkml:trace contextRef="#ctx0" brushRef="#br4">28162 9512 7792,'-9'-13'1605,"4"2"1,5 2 0,11 5-2071,12 2 0,19 2 72,9 0 0,11 0 1,2 0-1,5 0 1,0 0 392,-4 0 0,-9-11 0,1-3 0</inkml:trace>
  <inkml:trace contextRef="#ctx0" brushRef="#br4">28472 9770 7770,'-5'-14'8038,"3"0"-7588,3 1 0,10 1-628,11 8 0,10 1 0,8-4 0,10 0 0,12-1 0,9-2 178,-30 5 0,0-1 0,3-5 0,-1-2 0,3-1 0,-1 0 0</inkml:trace>
  <inkml:trace contextRef="#ctx0" brushRef="#br4">5756 11319 8247,'-20'0'1047,"6"-7"1,14-6-1,14-9 1,12-8-1,10-10-439,5-10 0,-17 21 0,1-2 0,5-6 1,0-2-1,6-6 0,0-2 0,5-7 1,1-1-1,-11 15 0,1-1 0,0 0-175,1-2 1,1 0-1,-1 1 1,12-14 0,-1 1-1,-4 4 1,-1 1 0,-5 6-1,0 2-672,-3 5 1,1 1-1,-2 4 1,0 1 179,2 0 1,0 2 0,-4 4-1,0 1 1,2 0 0,-1 2-1,20-15 1,-12 7 0,-8 4-1561,-6 4 1,-12 5-1905,2 8 1718,-9 4 0,1 8 0,-10 5 1805,-3 9 0,-15 12 0,-4 4 0</inkml:trace>
  <inkml:trace contextRef="#ctx0" brushRef="#br4">5640 10996 8315,'-13'-11'0,"2"5"1174,2 10 0,3 9 1,6 15-1,0 2 1,0 4-1,0 3 249,0 2 0,-4 4 1,-2 0-1,1 0-133,-1 2 0,-3-11-336,5 0 1,0-5-704,4-3 0,0-10 1,3-5-1,5-4 1,9-4-600,6-1 0,5-4-1688,2-2 1,3-2 527,5-2 0,7-4 0,1 4 1508,0-4 0,10-7 0,-3-1 0</inkml:trace>
  <inkml:trace contextRef="#ctx0" brushRef="#br4">7176 9344 8458,'-11'-13'1034,"3"2"0,8 5 0,9 10 1,7 12-1,5 7 1106,4 3 1,0 1 0,1 2 0,0 3-1569,0 0 1,-5-1-1260,1 3 1,-1-5 0,4 1 0,-4-4 0,-3-5 0,-4-5-3599,-1-6 203,0-4 4082,0-6 0,-1-6 0,1-1 0</inkml:trace>
  <inkml:trace contextRef="#ctx0" brushRef="#br4">7550 9344 8966,'-7'0'3238,"1"2"-2768,6 2 0,0-1 1439,0 6-1542,0-1 0,0 5 1,0 0-1,0 0 0,0 0 1,-1 0 564,-3 0 1,2-1-469,-2 1 1,2 0-113,2 0 0,2 0 1,1 0-1,3-2 328,1-2 0,1-3-372,5-6 1,0 0-697,0 0 0,0-2 0,0-2 1,0-6-1,1-4 0,2-4-1423,1 3 1,2-4 1316,-2 2 494,-3 0 0,11-2 0,-5-1 0</inkml:trace>
  <inkml:trace contextRef="#ctx0" brushRef="#br4">7989 9228 8225,'-6'-7'2360,"5"1"1,-3 6-1285,8 0 1,-1 6-416,5 3 1,0-2-700,0 1 1,4-5-1,-5 3 1,1-2-1,1 1-1642,1-3-1489,2 0 3169,0-2 0,-4-6 0,-3-1 0</inkml:trace>
  <inkml:trace contextRef="#ctx0" brushRef="#br4">8067 9047 8162,'5'12'-404,"4"-2"1,1-1 403,-1 1 0,2 0 0,-2-2 0,4-2 0,4-6 0,-1-1 0,4-4 0,-2-2 0,-2 0-497,-7-5 2654,2 11-838,-9-10 1,-1 8-745,-5-6 0,-2 0-141,2-3 0,2-1 1,-2-2-1,2 0 0,2-3 1,0 3 814,0 0 0,0 2-794,0 0 1,6 2-302,3 2 1,2 2 0,2 4-1,0-1 85,0 1 1,4 2-650,0 1 1,5 0 0,-3 0 0,-1-2-1,2-1 1,-1-2-2210,0-3 1,-2 0-827,-4-5 3445,0 0 0,-6-6 0,-2-1 0</inkml:trace>
  <inkml:trace contextRef="#ctx0" brushRef="#br4">8351 8467 8162,'0'13'2880,"10"1"-2063,2 3 1,10 8-108,-1 5 1,10 4 0,2-4 0,1-1-1,-1-5 1,-3-5-774,-6-6 1,1-10-113,-8-3 0,0-6-970,-4-7 0,0-7 1,0-6-1,-2-7 1145,-2-4 0,8-13 0,-2-3 0</inkml:trace>
  <inkml:trace contextRef="#ctx0" brushRef="#br4">8802 8338 8162,'-1'18'1473,"-3"4"0,1 2-650,-6 2 1,5 5 24,-5 4 1,6 1-518,-1-2 1,-2-4 0,2-8 0,1-5 0,3-4-706,4-4 1,4-7-1168,4-10 1,1-1 952,0-8 1,4 3 0,1 1 587,-3 0 0,0-6 0,-2-1 0</inkml:trace>
  <inkml:trace contextRef="#ctx0" brushRef="#br4">7757 8738 8183,'-37'-5'1042,"5"3"0,10 4-77,12 10 0,9 7 1,5 6-1,5 0 0,4-4 1,5-5-873,8-6 1,6-4-982,7-6 0,1-2-2143,3-2 3031,-3-9 0,10-7 0,-4-6 0</inkml:trace>
  <inkml:trace contextRef="#ctx0" brushRef="#br4">8815 8725 8168,'-11'-20'1195,"4"5"0,7 10 0,8 8 584,8 2 0,-2 7 0,5-5 0,-2 1-1413,0 1 0,6-6 0,-3 1 0,2-2 0,-1-2 0,2 0-801,2 0 0,-1-6 1,-1-3-1,-2-2 435,2-2 0,2-6 0,1-1 0</inkml:trace>
  <inkml:trace contextRef="#ctx0" brushRef="#br4">8867 8802 8109,'-20'0'61,"4"2"1,6 2 0,7 6-1,4 4 1,5 4 0,0-1-62,0 1 0,9-3 0,0 3 0</inkml:trace>
  <inkml:trace contextRef="#ctx0" brushRef="#br4">3549 8802 8053,'-17'-4'789,"0"0"1,1-1 0,2 1 0,2-2 6287,4-1-6447,2 4 0,12-2 0,2 6 0,5 3 0,3 5 0,1 4 667,-1 4 1,4-1-256,2 5 0,-2 1-722,1 4 1,-5-1-1,3 1 1,-2 0-1,0 0 1,-1-2-321,-2-2 0,-5-4 0,-1-5 0,-5 0 0,1 0 0,-4-7 0,-4-8 0,-4-9 0,-5-11 0,-5-6 0,-3-5 0,-9-6 0,3 0 0,-4 1 0,-2-4 0,0 2 0,0 4 0,3 3 0,5 6 0,3 4 0,3 4 0,14 13 0,5 6 0,11 13 0,12 13 0,7 10 0,7 8 0,5 11 0,-21-25 0,0 2 0,1-1 0,0 1 0,0 4 0,-1 1 0,0-1 0,0 1 0,-1-1 0,0 0 0,-3-2 0,0-1 0,18 23 0,-7-7 0,3-15 0,-14-9 0,-6-14 0,-4-10 0,-4-8 0,-8-10 0,-8-4 0,-3-10 0,-10-3 0,2-9 0,-9-4 0,1-3 0,3-2 0,1 0 0,-2 1 0,1-1 0,-4 2 0,1 3 0,2 3 0,0 4 0,0 2 0,1 9 0,8 3 0,2 15 0,13 2 0,8 18 0,11 9 0,11 11 0,9 10 0,9 11 0,-20-20 0,0 2 0,1 2 0,0 2 0,2 4 0,-1 2 0,-1-3 0,0 2 0,0 3 0,1 1 0,0-2 0,1 0-197,0-1 1,0 0 0,0-2 0,0-1 196,-1 1 0,0-2 0,-3-5 0,1-2 0,12 21 0,-5-13 0,-11-15 0,-6-11 0,-5-12 0,-8-12 0,-8-11 0,-10-14 0,-7-7 0,-7-11 0,13 24 0,-3-2 0,0-2 0,-1-1 0,-1-3 0,0-1 0,-1-2 0,0-1 0,0-3 0,1 0 0,-1-1 0,0 1 0,1 0 0,0 0 0,1 0 0,1 1 0,1 1 0,1 1 0,1 4 0,2 2 0,-12-26 0,3 22 0,14 18 0,3 20 0,10 10 0,11 17 0,7 13 0,7 10 0,8 13 0,-13-25 0,1 1 0,0 4 0,1 2 0,1 1 0,-1 2 0,1 1 0,0 1 0,3 0 0,1 1-336,3 2 0,1 1 0,4 5 0,1 0 336,1 1 0,0 0 0,1-4 0,0-1 0,-6-3 0,0-2 0,-3-4 0,-1-1 0,-2-4 0,-3-2 0,-3-4 0,-3-1 0,11 21 0,-7-13 336,-4-10 0,-7-8-336,3-5 0,-10-7 0,-4-10 0,-11-13 0,-8-21 0,-10-14 0,-4-11 0,13 24 0,-1-3 0,-3-1 0,-2-2 0,-3-6 0,-2-2 0,0-1 0,-2 0 0,0-1 0,0 0 0,0 2 0,0 0-265,1 2 0,0 1 0,3 2 0,1 1 265,1 1 0,1 2 0,3 0 0,3 2 0,-13-22 0,9 17 0,18 26 640,7 14 1,6 15-641,7 22 0,7 9 0,6 17 0,-11-27 0,3 0 0,3 7 0,2 0 0,2 3 0,2 1 0,2 2 0,2 2 0,3 4 0,1 1-432,3 5 1,1 0 0,0-1 0,0 1 431,-12-16 0,0 2 0,0-1 0,0-2 0,-2 1 0,1 0 0,11 20 0,-1 0 0,0-3 0,0-2 0,-3-4 0,0-2 0,-2-5 0,1-2 0,-5-6 0,0-3 0,-4-5 0,-1-1 0,14 20 0,-6-6 0,-9-9 0,-7-5 0,-5-12 0,-7-5 0,-2-15 0,-9-7 0,-10-15 0,-11-15 0,-10-14 0,13 18 0,-2-2 0,-3-1 0,0-2 24,-5-5 1,0-2 0,0-1 0,0-1 0,0-4 0,1 0 0,0-2 0,1 0-25,0-1 0,0-1 0,0 0 0,-2-1 0,-1-2 0,-1 1 0,3 5 0,2 0 0,1 2 0,3 3 0,4 7 0,1 3 0,-10-21 0,13 20 0,11 13 0,5 16 0,6 12 0,7 7 0,6 10 0,8 10 0,12 15 0,10 15 0,-17-20 0,0 2 0,5 7 0,1 1 0,2 5 0,1 1 0,1 3 0,1 1-32,-11-16 0,0 1 0,0 0 0,0 1 0,0 1 0,0 0 32,2 2 0,-1 2 0,0 0 0,1-1 0,1 1 0,0 0 0,2 0 0,0 0 0,0-1 0,1 1 0,-1 0 0,0 0 0,-2-3 0,0 0 0,-1 0 0,10 17 0,-2-3 0,-4-6 0,-2-4 0,-5-5 0,0-3-113,-1-4 0,-1-1 0,-1-2 0,0-1 113,1 2 0,1-1 0,12 25 0,-2-9 0,-7-10 365,-5-8 1,-8-11-366,-5-3 0,-9-10 0,-3-5 0,-11-9 0,-9-11 0,-9-11 0,-9-11 0,-7-8 0,22 18 0,1-3 0,-4-5 0,2-3 0,0-3 0,2 0 0,-2-2 0,1-1 0,2 4 0,1 1 0,0 3 0,1 0 0,2 4 0,0 1 0,-16-29 0,2 3-95,8 12 110,3 17 1,17 21 0,8 18 0,9 10 0,11 9 0,5 11-16,3 7 0,6 4 0,-2 2 0,-13-22 0,0 0 0,0 0 0,1 0 0,0 4 0,0 0 0,0-2 0,-1 0 0,3 4 0,1 0 0,2 2 0,1 1 0,1 0 0,0 0 0,1-2 0,-1-1 0,-1 0 0,0-2 912,19 18 0,-8-9-912,-9-13 0,-5-4 0,-7-6 0,-6-9-1607,-5-9 1,-4-15 1606,-7-13 0,-2-4 0,-3-5 0,3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3165BB"/>
    </inkml:brush>
    <inkml:brush xml:id="br2">
      <inkml:brushProperty name="width" value="0.09071" units="cm"/>
      <inkml:brushProperty name="height" value="0.09071" units="cm"/>
      <inkml:brushProperty name="color" value="#57D200"/>
    </inkml:brush>
    <inkml:brush xml:id="br3">
      <inkml:brushProperty name="width" value="0.09071" units="cm"/>
      <inkml:brushProperty name="height" value="0.09071" units="cm"/>
      <inkml:brushProperty name="color" value="#FF8000"/>
    </inkml:brush>
    <inkml:brush xml:id="br4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4401 14946 8355,'-6'21'439,"-1"1"0,-1 1 0,0 3 0,3 5 0,2 6 0,1 6 1095,2 3 0,5-4-1674,-1 1 0,5-4 1,-5-4-1,0-2 1,1-1-1,-1-5 1,0-2-1,0-5 140,1-2 0,5 5 0,-3-3 0</inkml:trace>
  <inkml:trace contextRef="#ctx0" brushRef="#br0">5589 14972 8263,'-8'-10'573,"4"5"1,3 11-50,1 8 1,0 8 0,0 8 0,0 4 0,0 4 0,0 0-557,0 1 1,0 0-1,1-2 1,2-1-2024,1-2 1144,1-5 911,0 3 0,2-12 0,6-2 0</inkml:trace>
  <inkml:trace contextRef="#ctx0" brushRef="#br0">6686 14946 8260,'5'-13'55,"2"0"1,2 1 970,0 4 1,-6 4-504,1 8 0,-3 3 1,-1 7-1,-1 4 0,-2 5 1,-1 4-497,1 3 0,1 6 0,2-3 0,2 1-743,2 1 0,-1-1 0,6 5 716,1-1 0,7-5 0,3-1 0</inkml:trace>
  <inkml:trace contextRef="#ctx0" brushRef="#br0">7976 14907 8089,'-4'-9'330,"0"1"0,1 1 237,1 4 1,2 10 0,2 14 0,1 5 0,2 3 0,1 4-497,0 4 0,2-1 0,-2 7 0,0-3-574,0-1 1,2-2-1,-2-2 503,1-5 0,2-3 0,4-1 0</inkml:trace>
  <inkml:trace contextRef="#ctx0" brushRef="#br0">9331 14881 8149,'-1'-20'2126,"-2"7"-1503,-1 12 1,1 9-1,6 20 1,3 2-647,1 4 1,-3-1 0,3 0 0,0 0-1,1 0 1,2 3-945,1 1 1,-2-4 966,-1-3 0,1 3 0,4 0 0</inkml:trace>
  <inkml:trace contextRef="#ctx0" brushRef="#br0">10583 14972 7812,'0'-13'1671,"0"0"1,0 13-1365,0 8 0,5 10 0,0 9 0,3 3-131,2 4 0,1 4 0,1 0 0,-2 1 0,-2-2 1,2-2-626,2-5 1,-1 1 0,-1-2 0,-1-3 448,1-3 0,1-2 0,2 5 0</inkml:trace>
  <inkml:trace contextRef="#ctx0" brushRef="#br0">12003 14920 8009,'-1'-12'506,"-2"5"1,-2 9 0,3 9 0,0 11-36,2 6 0,0 5 0,2 6 0,0 0 0,3 1 0,-1 2-625,2 1 0,-3-5 1,4-5-1,0-1-1244,0-4 1398,2 0 0,4-8 0,0-2 0</inkml:trace>
  <inkml:trace contextRef="#ctx0" brushRef="#br0">13216 14907 8088,'0'-13'388,"-1"0"1,-1 3 317,2 6 0,3 14 0,10 13-508,0 0 0,-4 4-224,-1 3 1,-1 5 0,3-4-1,-2 1 1,-3 1 0,0-2-227,0 1 1,-3 2 0,2-4 0,-2-1-1358,-2-2 1609,0-1 0,0 0 0,0 0 0</inkml:trace>
  <inkml:trace contextRef="#ctx0" brushRef="#br0">14429 14933 8061,'0'-13'808,"0"4"0,0 1 33,0-2 1,0 7-773,0 7 1,0 5-1,2 12 1,2 2-1,5 2 1,2 2 0,1 1-1,-2 3-246,-2-3 1,1 1-603,4 1 1,0-3-1,-2 5 779,-2-1 0,8-3 0,-3 3 0</inkml:trace>
  <inkml:trace contextRef="#ctx0" brushRef="#br0">15539 15048 11535,'3'15'-16,"3"15"-12,4 3 1,-3 5-1,2-2 0,-2-3 1,0-2-324,0-2 1,-2-2 0,2-1 0,0-2 350,0-2 0,2-4 0,4-5 0</inkml:trace>
  <inkml:trace contextRef="#ctx0" brushRef="#br0">16778 15074 12804,'3'12'-214,"3"16"-287,3-3 172,-5 1 0,5 3 1,-5-2-1,0-3 329,2 1 0,1-7 0,6 1 0</inkml:trace>
  <inkml:trace contextRef="#ctx0" brushRef="#br0">17940 14868 8051,'-13'-5'404,"5"2"0,-1-4 0,0 4 0,2 7 0,3 10 0,2 8 373,2 5 1,0 7 0,0 2 0,0 4-740,0 3 0,6 6-480,3-1 0,1-4 0,0-2 0,-2-5 0,2-4 442,2-2 0,1 0 0,0-6 0</inkml:trace>
  <inkml:trace contextRef="#ctx0" brushRef="#br0">19102 14946 8042,'0'-13'4056,"0"11"-3783,0 7 1,0 10 0,1 8-1,2 6-370,1 6 0,5 2 0,-5 2 1,0-1-1,1 2 0,-1 1-1785,-1-3 1,-2 2 822,-1-9 1059,0-1 0,6 1 0,1 2 0</inkml:trace>
  <inkml:trace contextRef="#ctx0" brushRef="#br0">20070 14881 8061,'-5'-20'942,"1"6"0,1 8 1,2 13-220,1 12 1,1 4 0,2 11 0,1 2-758,-1 1 0,3 6-250,-2 0 0,1 5 0,-5-4 1,1 2-1,2 3 0,1 1 284,-1 2 0,-7-1 0,-3 1 0</inkml:trace>
  <inkml:trace contextRef="#ctx0" brushRef="#br0">3136 13862 7893,'0'8'-739,"0"1"1,0 1 832,0 1-228,0 2 0,0 0 1,0 0-1,-1-2-83,-3-2 215,2 3 1,-4-10 0,5 6 0,-2-1 299,-1 0-123,-1-4 1,1 4 89,0-3 0,-2-2 0,2 2 1696,-5-3-1507,-2-6 1,4 2-90,2-6 1,4 5-1,4-3 1,4 0-1,7-1 1,6 0 692,8 1 1,9-5-825,10 4 0,9 0-562,4 0 0,2 1 0,-2-3 0,-4 2 0,-4 3 0,-5 0-1177,-4 0 0,-10 3 1505,-7-2 0,0-3 0,-6 0 0</inkml:trace>
  <inkml:trace contextRef="#ctx0" brushRef="#br0">2994 12868 7830,'-13'6'458,"0"1"1,2 1 0,2 1 0,8 0 0,7-2 843,7-3 0,10-3 0,2-1 0,8 0-730,5 0 0,0 0-781,1 0 1,0-4-1,0-2 1,1-1-1,1-1 1,4-1-1059,1 0 1,-9 2 306,2-1 1,-9-4 959,0 4 0,-9-4 0,-2-1 0</inkml:trace>
  <inkml:trace contextRef="#ctx0" brushRef="#br0">2994 11706 7830,'-1'9'349,"-2"-1"0,-1 2 0,1 2 0,3-1 0,4-2 1153,5-5 0,8 2-1271,4-2 1,4 1 0,2-5-1,3 0 1,5-2 0,2-1 0,3-2-1,2-3 229,1-2 0,0 3-911,-5-1 0,1-1 0,-2-4 0,-2 0 0,-6 2 0,-7 1-3913,-4 1 4364,-10 0 0,4-9 0,-5-2 0</inkml:trace>
  <inkml:trace contextRef="#ctx0" brushRef="#br0">2865 10506 7830,'-5'7'563,"3"0"1,1-4-1,9 1 1,14-1-1,11-1 1,7-2 573,3 0 1,4 0 0,-2 0-1,-1 0-1202,1 0 0,3 0 0,-2 0 0,0 0 0,-4 0 0,-5 0-750,-3 0 1,-5-2-1,0-1 815,-6-1 0,-10-6 0,-8 3 0</inkml:trace>
  <inkml:trace contextRef="#ctx0" brushRef="#br0">2943 9112 7830,'-13'6'352,"0"-5"1,1 5 0,4 0 0,3 2 956,4 4 0,13-4-1072,5 1 1,10 0-1,5 3 1,2 1-1,5 0 1,2-1-1,2-1 1,3-1 404,6 0 0,4 5-561,4-7 0,-1-1-598,-3 2 0,-8-6 0,3 0 1,-7-5-1,-7-3 0,-7-3-1912,-7-2 2429,-4-1 0,-6-2 0,0 0 0</inkml:trace>
  <inkml:trace contextRef="#ctx0" brushRef="#br0">2814 7796 7804,'-25'0'544,"4"0"0,6 0 0,13 0 0,14 0 663,16 0 0,19 0 0,7 0 1,5 1-206,2 3 1,-6-1-940,6 6 0,-1-5 0,3 5 0,-3-1 0,-4-1 1,-3-2-1409,-1-4 1,-6 3 913,-3 1 0,-9-1 431,-4-4 0,-8-6 0,-4-1 0</inkml:trace>
  <inkml:trace contextRef="#ctx0" brushRef="#br1">20883 6892 8054,'-13'-13'528,"0"0"0,0 2 0,2 1 0,0 3 0,4 2 946,2 7 1,6 3-1025,8 8 1,9-1-1,8-2 1,10-2-1,10 3 1,11-1-1,11 0 1,-30-6-1,1-1 806,3 0 0,1-1 0,1 1 1,2-1-960,1-2 1,1 0-1,1 0 1,1 0-1,4 0 1,1 0-1,0 0 1,1 0-1,0 0 1,-1 0-1,-4 0 1,0 0-66,-4 0 0,0 0 0,1 0 1,-1 0-1,1 0 0,0 0 0,0 0 1,-1 0-233,-1 0 0,-1 0 0,-3 2 0,-2 0-169,29 2 1,-31-1-1,0-1 169,0-2 0,1 0 0,6 0 0,-1 0 0,-1-1 0,-1 0 0,-2 0 0,-1-1 0,33-3 0,-6-3-164,-2-2 0,-1-1 164,-3-2 0,-2 2 0,-7 2 0,-6 3 0,-6 6 0,-9 0 0,-6 0 0,-5 2 0,-5 2 0,2-1 0,-8 5 0,-2-3 177,-2 3 1,2-3-178,-1 3 635,-1-5-2235,-4 3 1,-6-2 0,-3 0 1690,-2-1 0,-2-1 1,0-2-1</inkml:trace>
  <inkml:trace contextRef="#ctx0" brushRef="#br1">8144 15527 7977,'13'0'0,"0"0"0</inkml:trace>
  <inkml:trace contextRef="#ctx0" brushRef="#br1">10609 15746 7951,'-13'0'650,"0"1"0,0 5 0,1 7 0,-3 10 0,-1 10 0,-1 11 182,1 9 0,2 16 0,7-29 0,1 1 0,0 2 1,1 1-1,0 3 0,1-1 0,2 0 0,0-1-85,0-4 0,2-1 1,6 28-1,4-14 1,7-6-289,9-10-399,0-10 0,10-16 0,-5-7 0,2-4 1,3-2-1,0-5 0,-2-5 95,-3-5 1,-10-7-563,-4 1 1,-4-3 209,-4-6 1,-3 3-1,-6-5 1,-3 1-1,-4 4 1,-8 2-612,-3 4 0,-5 5 462,-8 8 0,3 4-103,-7 5 0,1 7 1,-5 7-1,1 11 0,0 9 1,4 8 448,4 5 0,2 9 0,3 3 0</inkml:trace>
  <inkml:trace contextRef="#ctx0" brushRef="#br1">10712 15165 7958,'0'-13'462,"0"0"1,0 0 882,0 1-663,0 4 1,-1 3-1,-3 5 1,-5 0 525,-2 0 1,2 4 0,2 2 0,0-1-419,-1 1 0,4 4-373,-4-1 0,5 2-154,-2 2 1,3-1 0,-1-2 0,-2-2 0,2 2 1081,2 2-802,1 1-279,6-6 1,-3-1-1,5-6 1,1-2 250,-2-2 1,-1-3-280,-6-6 1,0 4-95,0 1 0,-6 0 0,-3 0 0,-2 3 0,-3 4 1,-2 1 345,-1 0 1,-2 0-249,2 0 1,2 4-177,-2 1 0,7 5 0,3-2 0,1 4 0,3 1 0,2 0-64,1-1 0,6 1 0,2 0 0,10-4 0,3 0 0,3-7 0,2 3 0,0-4 0,0-2 0,-2-4 0,-2-3 0,1-4 0,-6-1 0,-1 0 0,-8 1 0,-2-1 0,-6 0 0,-1 0 0,-5 0 0,-7 0 0,-7 0 0,0 2 0,-2 2 0,-2 3 0,-2 6 0,-5 2 0,9 2 0,3 5 0,4 4 0,3 4 0,4 4 0,-3 4 0,9-1 0,3-1 0,6-1 0,10-7 0,5 2 0,4-4 0,4-4 0,-3-3 0,2-6 0,-5-2 0,-2-2 0,-1-5 0,-1-2 0,-5-3 0,-7-4 0,-5 3 0,1-7 0,-4 5 0,-4-3 0,-6 1 0,-4 3 0,-3 1 0,1-3 0,-3 6 0,2-1 0,0 1-41,4 8 0,0-5 41,0 5 0,0 11 0,0 7 0</inkml:trace>
  <inkml:trace contextRef="#ctx0" brushRef="#br1">3136 12816 9849,'-8'0'2842,"1"-1"-2185,1-4 1,0 4 0,3-5 948,-1 1-440,-6 3 0,7-8 0,-4 4 0,0 1 862,-1-1 0,4 2-1650,-4 4 0,5 5 0,-2 5 0,4 5 150,1 2 0,0 6-247,0-2 1,0 4-191,0 1 1,4-2 0,2-1-1,1-3 1,2 0 0,-1-3-92,1-2 0,-5-1 0,5-10 0,-5 0 0,5-4 0,-5-5 0,3-4 0,-1-4 0,-3-4 0,-2-3 0,-1 0 0,-1-5 0,-3 4 0,-4 2 0,-5 2 0,5 3 0,-2 1 0,-3 1 0,-3 4 0,0 4 0,2 2 0,1 8 0,0 2 0,0 5 0,0 5 0,6 2 0,3 4 0,2-1 0,2-2 0,8 0 0,5 0 0,1-2 0,7-8 0,1-2 0,-1-5 0,1-3 0,1-1 0,0-2 0,-2-7 0,2-5 0,-5-12 0,-3 1 0,-6 3 0,-5 0 0,-2-1 0,-2 0 0,0 2 0,-3-2 0,-4 7 0,-8 3 0,-3 3 0,0 7 0,-3-1 0,1 2 0,-2 2 0,-1 6 0,6 4 0,1 4 0,2 5 0,3 1 0,2 3 0,3 0 0,6-1 0,2 2 0,2-3 0,3-2 0,6-3 0,0-6 0,0-6 0,1-2 0,3-2 0,-4-2 0,2-4 0,-5-5 0,0-5 0,-5-5 0,0 4 0,0-6 0,0 1 0,-1 2 0,-5 0 0,-2 0 0,-3 1 0,0 1-779,1 2 0,-4 1-1880,5 3 2659,-1 4 0,0-9 0,-3 3 0</inkml:trace>
  <inkml:trace contextRef="#ctx0" brushRef="#br1">1729 12752 7992,'-12'5'456,"-1"1"0,0 4 0,0-3 0,1 0 0,2-1 1379,2 0 1,5-3 0,-1-7-1411,2-5 1,8-7 0,2-1 0,4 1 0,2 0 0,3 1 401,5-3 1,2 1-605,2 4 1,0 0-54,0 0 0,0 2 1,-1 2-1,1 5 1,-1 3-1,-2 1 372,-2 0 1,-4 10-52,5 3 0,-11 12-158,2 1 0,-9 10 0,1 1 1,-4 6-1,-1 3 0,0 3 1208,0 1 1,-1 2-1510,-4-1 0,3-10-32,-7-7 0,6-7 0,0-7 0,6-7 0,9-16 0,6-11 0,1-5 0,0-4 0,5-8 0,0-8 0,6-7-1733,3-4 0,2-6 0,4-1 0,-2-1-2557,-3 1 0,4-3 4080,-4 4 1,-13 23 0,1-1 0,1 1 0,0 0 0</inkml:trace>
  <inkml:trace contextRef="#ctx0" brushRef="#br1">3201 12894 8176,'0'8'-371,"0"1"972,0-6 0,0 4 1953,0-3-1141,0-2-1122,0 3 169,6-5 0,-4 0 1956,7 0-833,0 0-1194,-2 6 0,0-5-186,-3 4 0,-1-4 1,6-1 433,1 0-375,1 0 0,2 0-59,0 0 0,0 5 0,0-1 1,0 0-1,0 0 0,0 1 453,0-2 0,-1 2-279,1 0 0,5 3-190,-1-3 0,4 0 0,-2-2 0,1 3 0,3 0 0,0 1 345,-2 0 1,4-4-325,-4 1 0,-1 2-53,2-2 1,-5 5 0,3-3 0,-1-1-1,-2 1 1,0-2 123,0 2 0,2-5 0,-3 5 0,1-2-279,-1 1 0,4 1 0,1-2 0,4-1 0,1 5 0,4-1 0,0 4 0,0-3 0,0 2 0,0 0 0,-1-1 0,-2 2 0,-1-2 0,-2-2 0,-2 2 0,-2-5 0,-4 3 0,1 0 0,-1-1 0,-2 0 0,-1-3 0,4 4 0,2 0 0,-1 2 0,1-1 0,4-4 0,-2 5 0,5-2 0,4 2 0,-1 2 0,4-3 0,0 0 0,0 1 0,3 1 0,1 1 0,-4-2 0,-3-1 0,-2 1 0,-3 4 0,1-4 0,0-1 0,1 2 0,2 0 0,1 0 0,-1-1 0,4-1 0,1 5 0,3-1 0,2-4 0,-5 4 0,1-3 0,1 1 0,0 0 0,-2-3 0,-4-1 0,-3 2 0,-1-4 0,4 5 0,0-5 0,2 5 0,-2-3 0,5-1 0,2 3 0,2-3 0,-1 1 0,2 3 0,3-5 0,-4 0 0,0-4 0,-2 5 0,-7-1 0,-1-1 0,-2 0 0,-1-1 0,0 3 0,0 3 0,-1-3 0,6 3 0,-1-3 0,7 5 0,0-2 0,6 4 0,2 1 0,-1 0 0,-2-1 0,-4 1 0,-3 0 0,1-1 0,-6-4 0,0 4 0,-4-5 0,0 2 0,-1-2 0,3 0 0,2 0 0,-2 0 0,7 2 0,-1 2 0,5-2 0,0 2 0,-1 2 0,0 0 0,-2 0 0,-3 0 0,-2 0 0,2 0 0,-7 0 0,3-5 0,-8 1 0,8 0 0,2 2 0,2-1 0,3-1 0,1 1 0,2 1 0,1 2 0,3 0 0,-4 0 0,0 0 0,-2 0 0,-7 0 0,-1 0 0,-2-1 0,-3-3 0,-2 0 0,2-5 0,-2 3 0,2 0 0,4-1 0,0 1 0,2 0 0,2-2 0,-2 3 0,3-3 0,6 3 0,-2-1 0,-1 3 0,-3-2 0,-2-1 0,-1 0 0,2 3 0,-5 1 0,3 2 0,3 0 0,2 0 0,5 0 0,4 0 0,5 0 0,0 0 0,0 0 0,-3 0 0,2-1 0,-5 1 0,-5 0 0,-8 0 0,-3-4 0,-1-1 0,0 2 0,-1 2 0,1 1 0,0 0 0,1-5 0,3 1 0,3 1 0,6 7 0,0-2 0,-2 2 0,-1-1 0,-2-1 0,2 2 0,2-1 0,-5-1 0,-3-2 0,-3-1 0,-1 1 0,5 0 0,4 0 0,2 0 0,2 0 0,-1 0 0,1 0 0,-2-2 0,-2-2 0,-2 1 0,-3-6 0,-4 6 0,1-3 0,-4 2 0,0 0 0,0 1 0,-2 1 0,4-2 0,-4-1 0,5 1 0,4 4 0,-1 0 0,5 0 0,4 0 0,3-1 0,4 0 0,-4-3 0,2 2 0,-8-2 0,-2 1 0,1-2 0,-7 4 0,0-4 0,-5 2 0,-3 0 0,-4-1 0,0 1 0,2-3 0,0 2 0,0-1 0,-4 5 0,6-1 0,2-1 0,4-1 0,2 2 0,2-2 0,1 1 0,4 1 0,-4 1 0,5-2 0,-5-2 0,-1 1 0,-8-6 0,-4 0 0,-2 1 0,-2-1 0,-6 0 0,-3-4-220,-8 0 0,-11-4 1,-10-3-1,-11-5 220,-10-6 0,-19-5 0,26 10 0,-1 0 0</inkml:trace>
  <inkml:trace contextRef="#ctx0" brushRef="#br2">20986 8299 8048,'-20'0'1062,"0"-4"0,4-1 0,-1 2 0,1 2 1178,2 1 0,7 6 0,5 1-843,9 0 0,5-1-685,14-6 0,4 4 0,13 0 0,5-1 0,7-1 0,5-2 0,3 0 0,3 0-324,3 0 0,-30 0 1,1 0-389,4-1 0,2 2 0,5 1 0,2 0-59,4 0 0,2 0 0,0 1 0,2-1 0,5-2 0,0 0 0,3 0 0,1 0 0,0 0 0,1 0 0,-1-1 1,-1 0 58,-2-1 0,-1 0 0,0 1 0,0-1-362,1-2 1,0-1 0,-7 1-1,-1 0 362,-1-2 0,0-1 0,-5-1 0,-2-1 0,0 0 0,0 0 0,2 1 0,-1-1 0,-1 1 0,-2-1 0,-2 0 0,-2 1 0,-6 0 0,0 0 0,29-6-124,-3 1 0,-6 6 124,-3 2 0,-9 4 0,-5 1 0,-8 0 0,-7 0 0,-5 1 0,-4 4 0,0-2 0,-6 5 0,-3-4 290,0 5 1,-6-5-291,1 5 0,-4-6 752,-4 1 1,1-2-753,-6-2 0,5 0 0,-5 0-3122,-1 0 1,-1 0-3258,-2 0 6379,0 0 0,0 5 0,0 2 0</inkml:trace>
  <inkml:trace contextRef="#ctx0" brushRef="#br2">5524 16159 15459,'0'7'5149,"-1"3"-4617,-4-6 1,4 2 1027,-3-2-644,2-2-364,2 4-336,0-1 1,0-2 219,0 6-428,0-6 229,0 2 51,0-5 1,0 2 64,0 2 0,2-2-133,2 2 67,-3-3 1,6-1-113,-2 0 1,-4-1-5,3-3-86,-2 2 0,2-5 1,2 3-86,1-5 0,2-2 0,4-2 0,0 0 0,-1 1 0,1 2 0,0 2 0,-4 3 0,-1-3 0,-3 5 0,3-1 0,1-2 0,4 0 0,0 0 0,0 1 0,0 2 0,-5-3 0,1 2 0,-1-2 0,5 2 0,-4 2 0,0-2 0,1 3 0,1 1 0,2 0 0,-4 0 0,-1 0 0,-4 0 0,5 0 0,-5 5 0,4 4 0,-3 2 0,0 2 0,0 0 0,-3 0 0,2 0 0,2 1 0,-2 4 0,0 2 0,-4 5 0,0 1 0,0 2 0,0 0 0,0 2 0,0 6 0,0-1 0,-4-4 0,0-1 0,-5 3 0,3 0 0,1 2 0,-2-2 0,-1 0 0,-2 0 0,-1-5 0,-2 2 0,0 2 0,0-2 0,0 0 0,0-4 0,-1 0 0,-2-2 0,-1-1 0,1-1 0,-2-8 0,0 0 0,3-5 0,0-3 0,2 2 0,0-3 0,1-1 0,0-6 0,3-2 0,5-4 0,3 0 0,1 0 0,1 3 0,3-3 0,4 4 0,5-4 0,1 1 0,2 1 0,2 1 0,2 2 0,0-3 0,2 2 0,2 0 0,-2 4 0,2 0 0,2-2 0,-2-1 0,-1-1 0,-3 1 0,-1 2 0,3 1 0,-5 0 0,4 0 0,-3 0 0,-1 0 0,-4 1 0,0 2 0,-1 1-2038,1-1 0,-4 4 2038,0 2 0,-7 2 0,4 2 0</inkml:trace>
  <inkml:trace contextRef="#ctx0" brushRef="#br2">5614 15255 8135,'0'-8'-102,"2"-1"1,2-1 224,5-1 1,1 2 0,0 2 71,-2 1-137,1 2 0,2 3 0,-1-2 379,-1-2 241,-6 1 125,3 4 0,-6-1-345,0-4 0,-2 4 193,-2-3 0,1 2 1,-6 2-1,-1 0 203,-1 0 0,-2 0 0,0 0-81,0 0 1,0 2 0,0 2 325,1 4 0,-1 4-614,0 1 1,4 4-211,0 0 1,7 0 0,-3-4 0,4 0-1,1 2 257,0 2 0,6-3-210,2 3 1,5-8-185,4-5 1,-2-2 0,2-2 0,-3-2-1,1-2 1,0-5 76,3-2 1,-3-3-380,-6-4 0,1 0 117,-6-4 0,1-2 0,-5 4 0,0 0 0,0 2 0,-2 4-79,-2 1 1,-3 2 221,-6 2 0,-4 3 116,-1 6 0,1 2 0,3 2 0,-1 5 0,1 4 0,3 2-24,-1 3 0,6 5 0,2-3 0,3 0-188,1-3 0,1 2 0,3-2 0,6-1 0,6-2 0,-1-5 0,3-2 0,-1-2 0,1-2 0,0-1 0,-2-4 0,1-2 0,-1-5 0,-3-4 0,-3-2 0,-3-4 0,-1-1 0,-2 3 0,-4-3 0,0 1 0,0 3 0,-6 2 0,-2 1 0,-4 4 0,-1 1 0,-4 4 0,0-4 0,0 3 0,0 2 0,-1 1 0,3 2 0,0 2 0,4 2 0,1 5 0,1 2 0,6-2 0,-1-1 0,3 1 0,1 4 0,0-5 0,1 1 0,3 0 0,5-2 0,2-1 0,2-6 0,0 0 0,0 0 0,-6-6 0,-2-3 0,-4-2 0,0 2 0,4 1 0,-4-1 0,5-4 0,-5 2 0,2 1 0,2 1 0,-1 5-179,-4-5 89,6 6 0,-4-7 0,6 4 0,-1 1 205,0-1 1,-4 0-107,1 2-43,-2 2-23,-2-9 0,0 8 88,0-6 1,-2 7-34,-2-3 1,1 4 97,-6 1 1,5 0 0,-5 0 0,-1 1-97,-1 4 0,-1 2 0,4 6 0,2 0 0,6 0 0,0-1 0,0 1 0,0 0 0,0 0 0,6-6 0,2-2 0,0-4 0,0-1 0,1 0 0,4-1 0,0-4 0,-2-3 0,-2-4 0,-4-5 0,-5 0 0,5 0-900,-1 4 1,0 0 899,-4 0 0,0 6 0,0 1 0</inkml:trace>
  <inkml:trace contextRef="#ctx0" brushRef="#br2">3162 10493 11983,'4'-9'6550,"1"1"-3954,-1 5-1803,-4-9 1,0 10 0,-1-6-1,-4 3 118,-3 2 0,0 3-667,0 4 0,4 2-9,-5 2 1,6 8 0,-1-3 0,2 3 0,2 1-1,0 0 38,0-1 0,0 3-224,0-2 0,6 0-49,3-4 0,2-6 0,2-2 0,0-4 0,0-1 0,0-1 0,0-4 0,-5-2 0,1-6 0,-6-1 0,1-3 0,-2 2 0,-2-2 0,-2 1 0,-2 2 0,-5 0 0,-2 2 0,-2 4 0,0-1 0,0 3 0,0 6 0,0 0 0,0 2 0,2 2 0,2 5 0,5 2 0,2 6 0,2 0 0,6 2 0,3-2 0,2-2 0,2 0 0,2-3 0,2-5 0,3-1 0,0-3 0,3-3 0,-6-5 0,5-2 0,-5-6 0,0-1 0,-6-3 0,-2-3 0,-5-2 0,-2 2 0,-2 1 0,-6-2 0,-4 5 0,-4 3 0,-4 3 0,-3 6 0,4-3 0,0 1 0,-2 3 0,5 3 0,-4 3 0,4 3 0,1 1 0,4 0 0,1 2 0,5 6-781,-1-2 1,2 3 0,4-2 780,2 4 0,3-4 0,6 5 0</inkml:trace>
  <inkml:trace contextRef="#ctx0" brushRef="#br2">1910 10467 8274,'-7'-13'2385,"-3"-4"1604,6 0-3666,-1 5 0,10 8 1,0 8-1,1 5 1,0 2-1,-2 2 1,0 0-1,1 2 959,-2 2 1,0-3-1066,1 3 0,-3-1 0,4 0 1,-3 1-1,1-1 0,2-2-38,-3-1 1,4 0 0,0 0 0,1 0-836,3 0 1,2-5 304,1 1 0,1-6-848,3 1 0,-1-2 0,5-2 0,1-3 0,-1-4 0,-1-6 1199,-1-2 0,10-11 0,-2-1 0</inkml:trace>
  <inkml:trace contextRef="#ctx0" brushRef="#br2">2233 10390 8274,'-13'5'1306,"1"3"-12,4 5 0,1 1 1,4 5-1,-1 6 682,1 8 0,3 6-1107,4 4 1,2-1-672,2 5 1,7 0-1,-4 2 1,1-4 0,2-8-1,-1-4-1526,3-5 0,-1 4 368,-2-2 960,0 0 0,6-4 0,1 0 0</inkml:trace>
  <inkml:trace contextRef="#ctx0" brushRef="#br2">3265 10545 12979,'2'-8'3728,"2"4"-2640,5 3 1,1 2-1,0 2 7,-2 1-457,-5 1 0,9 0 0,-4 4 1628,4 2-2002,1 2 1,-2 0-1,-1-1 1,-1-2 0,-1-2-1,1 2 72,0 2 0,-1 5 1,5 0-1,-1-1-130,-4-2 0,4-1-166,-4 0 0,2 4-40,-1 1 0,2-1 0,-2-4 0,1 0 0,0 1 0,-1 2 0,1 1 0,0 0 0,-2-4 0,2 4 0,-5 1 0,5-1 0,-3-3 0,2 2 0,-1 1 0,2 0 0,2 2 0,-4-3 0,1 5 0,-1 1 0,5 4 0,-1-5 0,-2-1 0,-2 0 0,3 0 0,0 3 0,2 2 0,-2-4 0,-2 1 0,2-5 0,-2 4 0,3-1 0,-1 3 0,-1-3 0,-1 0 0,1-1 0,1 0 0,2 2 0,0-4 0,-2 2 0,-2-2 0,7 1 0,-3 4 0,2 3 0,3-2 0,0 3 0,2 2 0,-2 0 0,3 2 0,-4 1 0,5-1 0,-5 5 0,5-5 0,-1 0 0,-1-1 0,-3-2 0,-2-3 0,-2-1 0,0 3 0,-1-2 0,1-2 0,-4 2 0,0-4 0,1 2 0,1-1 0,2 2 0,0 2 0,0 1 0,0-1 0,0-3 0,-1-1 0,1 5 0,2 4 0,1-1 0,2 0 0,1 1 0,-1 4 0,5 2 0,-1 0 0,1-2 0,-2 2 0,2-3 0,-5 2 0,3-7 0,-4 2 0,2-2 0,-5-3 0,1 1 0,-3 2 0,1 0 0,-1 2 0,4 2 0,-8-2 0,4 2 0,1 2 0,4 8 0,0-5 0,-1 0 0,-2-1 0,-1-2 0,0-1 0,1 5 0,2-4 0,1 2 0,-1-2 0,-2 2 0,1-4 0,0-1 0,3 1 0,-1-1 0,-3-2 0,2 1 0,1-1 0,6 2 0,-1 0 0,-2 3 0,1-4 0,1 6 0,2-3 0,-1 0 0,-3-3 0,-1-3 0,-3-1 0,-2 0 0,-1 0 0,-5-5 0,1 1 0,-5-5 0,4 3 0,-1 1 0,-2 2 0,3 5 0,-1-1 0,1 0 0,5-1 0,-3 1 0,3 3 0,-3-7 0,7 3 0,-2-2 0,-2 1 0,0 1 0,0-1 0,-1 0 0,1-4 0,0 4 0,0-4 0,0-1 0,-1 0 0,-2 0 0,-3-1 0,0 1 0,0 0 0,-3-3 0,5 5 0,-5-6 0,5 1 0,-6-3 0,3-1 0,-1 0 0,4 0 0,-2 0 0,2 0 0,-2 0 0,3 0 0,-2 1 0,2 2 0,2 1 0,1-1 0,0-2 0,0-1 0,0 4 0,-1 0 0,-3-1 0,-2-6 0,0-3 0,-1 1 0,0-1 0,-2-3 0,-4 5 0,0-6 0,0 1 0,-1-8 0,-2-7 0,-3-6 0,-1-9 0,-7-11 0,-6-9 0</inkml:trace>
  <inkml:trace contextRef="#ctx0" brushRef="#br3">21128 9422 8343,'-7'-7'679,"1"-5"0,2-4 0,-1 1 192,3 0 0,0 7 1,4 0-1,2 3 1,4 2 357,4 1 1,2 2 0,3 0-1,5 2 184,2 2 0,8-1-324,2 6 0,5-5-839,4 5 1,10-2 0,13 3 0,-28-6 0,2-1 0,4 0 0,2 0 0,4-2 0,0 1-32,3-2 0,0 1 0,2-1 1,-1 0-1,0 0 0,0 0 0,2-1 1,0 1-457,1-3 0,1 1 1,-5 1-1,0-1 237,-5-2 0,-2 0 0,-3 0 0,-3 1 0,25-6 0,-5-1 0,0 4 0,-1 0 0,-4-1 0,-9 0 0,-9-3 0,-7 3 0,-8-2 0,2 6 0,-10-2 0,2 3 0,-4-1 0,-4-1 0,-4 0 0,5 4 0,-5 0 0,4 1 0,-3 4-2620,-2 3 0,-7 5 2856,-5 4 1,-8 9 0,-3 7-1</inkml:trace>
  <inkml:trace contextRef="#ctx0" brushRef="#br3">8079 15204 8066,'-8'0'795,"-1"0"0,-1-2 0,-1 0 1037,-2-3 0,6 0-1164,2 0 0,3 2 0,-1-5 0,-2-2 0,1-2 0,0-1 1762,-1 0 1,0 2-849,0 2 0,4-2 397,-3 2-1707,2 4 0,2 0-272,0 10 0,0 2 0,0 6 0,5-5 0,-1 1 0,6-6 0,-3 2 0,2 0 0,-1-1 0,-3 0 0,3-4 0,-5-1 0,1-3 0,-2 1 0,-4-4 0,-2 1 0,-3 2 0,-6 4 0,0 0 0,2 5 0,1 4 0,2 2 0,3 2 0,2 0 0,3 0 0,4 0 0,-1-4 0,6-1 0,-1-5 0,5 1 0,0-2 0,1-2 0,1-2 0,-2-2 0,2-3 0,-6-6 0,-3 0 0,-2 0 0,-3 0 0,-1 0 0,-1 0 0,-3 2 0,-5 2 0,-7 2 0,-1 3 0,0 2 0,4-2 0,0 4 0,0 4 0,2 5 0,1 4 0,2 3 0,3 1 0,2 2 0,7-2 0,-1-1 0,6 5 0,-1-5 0,7 0 0,0-6 0,3-6 0,-3-3 0,0-1 0,-2 0 0,-1 0 0,1-10 0,0-3 0,-6-8 0,-2 1 0,-4-2 0,-1 1 0,0-1 0,0 2 0,-6 2 0,-2 5 0,-5 0 0,-4 0 0,2 6 0,-2 2 0,1 4 0,1 1 0,-3 0 0,1 6 0,10 2-684,3 10 1,4 2-1,4 5 1,6 3 683,6 2 0,4 9 0,6 6 0</inkml:trace>
  <inkml:trace contextRef="#ctx0" brushRef="#br3">7899 16107 8089,'-6'-17'1143,"-3"1"1,-1 3 0,0 5-1,2 2 1283,-2 3 1,4 3-1,2 6 1,2 5-852,2 5 1,0 3-1,0-2 1,0 5-1576,0 2 0,0 2 0,0 1 0,0 2 0,0 1 0,0-2 0,0 0 0,-4 2 0,0 0 0,-1 0 0,5-6 0,0-2 0,2-3 0,2-1 0,3-5 0,6 0 0,4-6 0,1-7 0,5 0 0,-2 0 0,5-1 0,3-4 0,1-3-3021,-2-4 0,-2 1 1209,-4 2 1,1-4-1329,-6 1 0,4-1 3140,-3-5 0,4-7 0,-1-3 0</inkml:trace>
  <inkml:trace contextRef="#ctx0" brushRef="#br3">8247 16107 8089,'-13'-7'2428,"5"0"0,-1 4 3404,-1-1-3630,4 0 1,-1 4-1551,3 0 0,2 1 0,-2 3 0,3 6 0,1 6 0,0 7-258,0 6 0,0 9 0,0 10 1,0 3-395,0 5 0,-2 10 0,0-27 0,0 0 0,1-2 0,1 0 0,-3 4 0,1 0 0,1-3 0,1 0 0,0 3 0,0 0 0,0-2 0,0 1 0,0 33 0,0-7 0,0-10 0,0-13 0,0-5 0,0-5 0,0-7 0,0-10 0,0-3-4209,0-9 1,6-5 4208,2-12 0,4-6 0,1-7 0</inkml:trace>
  <inkml:trace contextRef="#ctx0" brushRef="#br3">1833 7434 7978,'-20'13'769,"-2"7"1,8 5 0,4 6-1,3 6 1,4 9 0,3 7 0,5 9 123,8 5 1,-4-28-1,2 0 1,4 3 0,1 0-1,0 0 1,2 0 0,0-3-1,1-1 1,0-3 0,1-3 131,19 26 0,-1-14 0,1-17 0,-2-8-593,-2-10-369,2-6 0,-10-11 0,5-4 0,-3-9 0,-2-3 0,-4-2 0,-5 0 102,-6 1 0,-1-1-143,-6 0 1,-2 6-84,-8 3 1,-3 4 0,-10 4 0,-3 5 0,-3 2 0,-2 2 99,0 0 1,-4 8 9,0 5 1,1 5-921,7 8 0,0-2 0,6-1 1,4-1-1,7-1 0,6-1-6760,8-2 7631,11-10 0,18-8 0,8-7 0</inkml:trace>
  <inkml:trace contextRef="#ctx0" brushRef="#br3">3330 7808 7968,'-9'0'2082,"1"2"2031,-2 2-3152,-2 3 1,1 2 0,1 0 0,1 1 0,0 1 1103,2 2 0,0-6-235,3-3-1288,2-2 0,-3-4-294,5-2 0,0 1 16,0-5 1,-5-1 0,0-4 982,-3 0-1129,6 6-118,-10 1 0,6 8 0,-2 2 0,3 5 0,4 2 0,1 2 0,0 0 0,0 4 0,0 0 0,0 1 0,0-5 0,0-1 0,1 0 0,4-4 0,2-2 0,0-12 0,-3-2 0,2 1 0,-2-2 0,-1-1-4916,-1-1 1,2 2 4401,0 0 1,6 1 0,-2-5 0</inkml:trace>
  <inkml:trace contextRef="#ctx0" brushRef="#br3">3433 7757 8245,'-8'0'1454,"-1"0"-477,6 0-43,-3 0 1,6-2 744,0-2-1063,0 3-9,0-5 1,0 4 0,-1 0 728,-3-3-563,2 1 24,-4 4 11,6 0 340,0 0-510,0 6-392,0 1 1,0 2 0,2-2 0,1 0 226,1 0 1,0-3-246,-4 5 0,5-5-48,-1 5 0,2-2 0,-3 3 0,2-1 1,1 1-1,1 1 349,0 2 1,-2 0-248,3 0 1,-3 0-103,3 0 0,-1 1 0,3 2 0,-1 2 0,0 1 0,-1 1-14,1 0 1,-2-3-167,2 5 0,2-6 0,-2 1 0,1 2 0,0-1 0,-2 1 0,2 1 0,0-1 0,-1-1 0,2 4 0,-2-5 0,3 4 0,0-3 0,0 3 0,-2-2 0,-1 1 0,1 1 0,1 1 0,2-1 0,-4 1 0,-1 4 0,1 0 0,4-1 0,4 3 0,0 0 0,-1 2 0,0 1 0,-1-1 0,3 0 0,-1 0 0,-4-4 0,4 0 0,0-1 0,0 1 0,-4-1 0,2-3 0,0 0 0,3-1 0,-3 0 0,0 3 0,-2-3 0,0 4 0,-1 1 0,1 1 0,0 2 0,0 1 0,0-2 0,0 0 0,0-3 0,1 1 0,3 0 0,-7-4 0,3-1 0,-3-4 0,3 3 0,0 0 0,0-1 0,0 1 0,0 0 0,0 0 0,0 3 0,1-1 0,3 1 0,-2 1 0,2 2 0,2 0 0,-2 0 0,1 1 0,-2 1 0,3 4 0,1 0 0,3-1 0,1-2 0,-2 4 0,-1 1 0,-1-2 0,2-2 0,1-3 0,-5-1 0,2 1 0,2 2 0,-2 1 0,-3-1 0,-2-2 0,-2 3 0,1 2 0,2-1 0,1 1 0,-1-4 0,-2 4 0,-1-2 0,1 2 0,2-4 0,3 2 0,1-1 0,1-2 0,-1-1 0,5-3 0,-4 3 0,4-3 0,0 7 0,-3-3 0,-2-1 0,0 1 0,-1 2 0,-1 1 0,-2-1 0,-2-1 0,-1 2 0,5 2 0,-1 2 0,0-2 0,-4-6 0,0-2 0,0 1 0,0-2 0,-1-1 0,1 4 0,0-9 0,0 5 0,0-5 0,4 6 0,1-1 0,-3 1 0,0 0 0,-1-2 0,3 2 0,-1 6 0,5 1 0,-5 0 0,9 0 0,-4 0 0,4 0 0,-1 0 0,-3 0 0,4 1 0,-4-6 0,2-3 0,0 1 0,-1 1 0,-1 2 0,-1-2 0,-3 1 0,2 4 0,-2 1 0,1 1 0,-6-1 0,6-1 0,-1 5 0,-1 1 0,-2-1 0,-1-1 0,0-1 0,4 2 0,0-4 0,5 0 0,-5-4 0,6 4 0,-3 0 0,1 1 0,-4-8 0</inkml:trace>
  <inkml:trace contextRef="#ctx0" brushRef="#br3">6440 12725 28671,'0'1'0,"13"25"0,0-2 0,0-2 0,0 2 0,0-3 0,1 5 0,3 4 0,-1-7 0,4 3 0,0-2 0,-1 1 0,1 1 0,0-1 0,0 0 0,2-4 0,1 2 0,-6-5 0,6 3 0,-3-2 0,0-1 0,-1 2 0,-2 0 0,0 3 0,2-3 0,-4 2 0,3 1 0,-3 1 0,1 2 0,1 0 0,-2 0 0,2 0 0,-3-1 0,1 1 0,0 0 0,3 0 0,-3 0 0,0-1 0,2 1 0,0 0 0,2-4 0,-2-1 0,-1-4 0,4 3 0,-1 0 0,-2-1 0,0 0 0,0-3 0,5 4 0,-4 0 0,1 0 0,0-3 0,2 2 0,-4-2 0,2 4 0,-2-3 0,-2 3 0,0-4 0,-3 0 0,-4 1 0,2 0 0,2 2 0,-4-2 0,1 3 0,-5-5 0,5 1 0,-5 2 0,5-2 0,-1 0 0,1 0 0,0 1 0,1-3 0,1 4 0,2-2 0,-4 0 0,-1-4 0,1 2 0,4 0 0,0 3 0,0-3 0,0 0 0,-1-2 0,1 0 0,0-1 0,0 1 0,0 0 0,-4-4 0,-2-1 0,0 1 0,-1 0 0,1-1 0,0 2 0,-3-2 0,5 0 0,-5 1 0,5 4 0,-2 0 0,3-1 0,-1 3 0,-1 1 0,1 1 0,0-1 0,-1 2 0,5-1 0,-4 1 0,-1-5 0,1-1 0,4 1 0,0 0 0,1 0 0,2 0 0,1 0 0,0 0 0,-4 0 0,0 0 0,0 0 0,0-1 0,0 1 0,0 0 0,0 0 0,-1 0 0,1 0 0,0 4 0,0 0 0,-1 1 0,-4-5 0,4-2 0,-4-1 0,2-1 0,0-1 0,-2 1 0,-3-1 0,5-5-144,-8 3 0,4-7 1,-6-4-1,-2-6 1,-4-11 143,-7-12 0,-11-15 0,-9-10 0</inkml:trace>
  <inkml:trace contextRef="#ctx0" brushRef="#br4">20779 12068 7977,'-20'-45'1355,"6"16"0,8 5 0,6 11 1,12 10-1,14 5 0,17 3-599,15 3 0,-15-5 0,3 1 0,9 1 0,2 0 0,9-1 1,2 0-1,-19 0 0,1-1 0,1 0 0,3 1 0,2 0 1,-1 0-530,2 0 1,1 1 0,-1-1 0,-1 0-1,-1 0 1,0-1 0,1 1 0,0-1-1,0 0 1,-1 0 0,0 0 0,0 0-878,0 0 0,-1 1 1,-1-1-1,18 1 0,-3-1 650,-5 2 0,-1-1 0,-2-3 0,-1 1 0,-1 0 0,-1 0 0,-4-1 0,-1-1 0,-6 0 0,-1-1 0,-5-1 0,-2 0 0,28-7 0,-3-2 0,-7-2 0,-3 0 474,-4 0 1,-11 4-475,-8 1 0,-8 3 260,-5-3 1,-3 5-261,-1-1 0,-5 4-1425,-4 4 0,-4 4 1425,-4 10 0,-9 2 0,-7 6 0</inkml:trace>
  <inkml:trace contextRef="#ctx0" brushRef="#br4">29866 14855 7834,'-6'-13'848,"3"6"0,-4 4 1,1 6-1,3 7 0,2 8 1,1 7-1,0 8 1084,0 5 0,4 6 0,2 3 0,1 4-1972,3 0 0,0-1-281,-1-2 1,2 1-1,-4-6 1,1-3-1,-3-6 1,0-7-1505,-1-4 1,-1-7 184,-8 1 0,3-4 1640,1-12 0</inkml:trace>
  <inkml:trace contextRef="#ctx0" brushRef="#br4">29917 15517 12568,'-4'4'0,"-10"2"0,-6-6 0</inkml:trace>
  <inkml:trace contextRef="#ctx0" brushRef="#br4">29891 14920 7834,'8'-24'1382,"-4"1"0,-3 1-540,-1-1-436,0 4 1,6-3-1,3 4 1,2 4-1,4 3 1,2 3 0,4 3 472,4 2 1,0 1-1,0 5 1,-2 4-527,-2 6 0,-1 9 748,2-1 1,-3 4-593,-7 0 1,0 1-1,-2 0 1,-3 0-1,-1 0 1,-3-2 936,-2-2 0,-2-2-941,-4-3 0,3-3-418,-7 3 1,-4-2 0,-4-2 0,0-2 0,-2-2-1,-1-3-386,0-1 0,-3-3 0,6 2 0,1-3-6399,2-1 6698,1 0 0,5 0 0,3 0 0</inkml:trace>
  <inkml:trace contextRef="#ctx0" brushRef="#br4">30692 14855 7810,'-9'-8'3323,"0"-1"874,-1-1 1,3 4-2566,-1 2 0,5 4-1469,-2 4 1,5-2-1,3 4 429,2-1-385,5-3 1,-5 5 258,4-3 0,2-1 1,-2 4-1,3 0-50,0 1 1,1-4 0,0 3 0,0 0-205,0 0 1,0-2-1,0 2 1,0 0-213,0 0 0,4 0 0,0 2 0,-1-3 0,-2-1 0,-1-2 0,0 5 0,0-3 0,0-2 0,-5 3 0,0 0 0,-3 1 0,-2-3 0,-7 5 0,-5 1-218,-2 1 1,-3 1 0,-4-1 0,-2 1-714,0 2 1,-3 2 0,5-3 0,-1 0-837,0-1 0,-2 3 0,4 1 1767,1 1 0,1 6 0,3-3 0</inkml:trace>
  <inkml:trace contextRef="#ctx0" brushRef="#br4">30971 15436 21369,'23'-6'0,"10"-1"0</inkml:trace>
  <inkml:trace contextRef="#ctx0" brushRef="#br4">31479 14739 7779,'-1'-28'1355,"-2"2"0,-2 6 0,1 5 603,-2 7 1,5 13-1,-5 13 1,2 5-1273,0 2 0,-5 3 1,5 0-1,1 2 0,1 1 1,2-1 222,0 0 0,0-4-1024,0-5 1,6-5 43,3 1 0,2-3 0,3-2 0,4-3 1,2-5-1,1-4-487,1-4 0,-1-5 0,5-8 1,-1-5-629,-4-2 1,2-2 639,-6 0 0,0-5 515,-4-4 0,0 5 1,-1 3-1,-4 5 1,-2 5 1981,0 6 0,-5 5 378,3 10 1,-2 5-2164,-2 8 0,-2 10 0,0 11 0,-4 5 0,0 1 1,-1 2-167,0 0 0,4 5 0,-1 5 0,2 0-263,2-4 0,0-2 0,0-3 0,0-4 0,0-2 0,0-4 263,0-10 0</inkml:trace>
  <inkml:trace contextRef="#ctx0" brushRef="#br4">31221 15410 7889,'0'-13'3877,"0"1"-3003,0 4 1,0 1 0,-2 4 0,-2-1 0,-6 1 2770,-6 2-3213,2 1 1,-10 4 0,2 0-1,-4 1 1,-2-1 0,-4 0 0,-1 1-1,-3-1 1,-1 0 348,-2-1 0,6 3 0,3-2 0,4 0-1046,5 2 1,-2 0 0,6 4 0,2-2-1163,5 3 0,-1 0 0,4 3 1427,-1 4 0,-3 7 0,4 8 0</inkml:trace>
  <inkml:trace contextRef="#ctx0" brushRef="#br4">31053 16185 7837,'0'-26'1017,"0"2"0,0 2 1,1 6-1,4 6 0,3 7 6143,4 6-6622,-5 10 0,3 9 1,-4 8-1,0 6 0,-1 5 1,-2 7-1,-1 3 1109,-2 5 1,0-7-2069,0 2 1,0-8 0,0 1 0,0-4 0,0-3-1,0-4-794,0-7 0,0-6 1,-2-7-1,-1 0 1215,-1 0 0,-6-1 0,3 1 0</inkml:trace>
  <inkml:trace contextRef="#ctx0" brushRef="#br4">31014 16172 10451,'0'-39'586,"0"2"0,0 2 0,2 7 24,2 5 1,3 4-1,8 6 1,3 0 157,8 0 1,1 6 0,8 3 0,-1 3 18,-1 1 1,4 5 0,-4 5 0,-1 5 499,-6 2 1,0 4-779,-5-3 1,-2 3-74,-2-4 0,-4 5 0,-3-4 0,-3 1 0,-1 0 0,-3-3 356,-2-2 0,-2 0-792,-4 3 0,-2-7 0,-6 3 0,-1-3 0,-2 3 0,-1-1-270,1-4 1,-2 2-452,0-5 1,1 3 0,4-3 0,0-1 0,2 2 0,1 1-7963,1 0 8683,6 10 0,-2-8 0,5 9 0</inkml:trace>
  <inkml:trace contextRef="#ctx0" brushRef="#br4">31879 16275 7803,'4'-17'835,"2"0"1,1 2-1,3 5 947,2 6 0,1-2 0,0 2 1,1 1-232,3 2 1,2 1-1338,2 0 1,4 4 0,-4 0 0,4 1 0,0-1 0,1 0 220,0-1 0,-4 3-222,-1-2 1,-5 5 94,1-5 0,-4 6 1,-3-1-1,-3 2 840,-1 2 0,-8 1-637,-6 4 0,-5-4-263,-4 3 0,-2 2 0,-5-1 1,-1 2-249,-2 3 0,-3 0 0,0-1 0,3 1 0,-4-5 0,4 1 0,1 0 0,1-3 0,-1-2 0,6-1-606,3 0 0,6-6-5661,3-3 6267,5 3 0,3 0 0,7 6 0</inkml:trace>
  <inkml:trace contextRef="#ctx0" brushRef="#br4">32550 16069 7839,'0'-13'1036,"0"0"1,0 0 0,2 1 1869,2 4 0,0-2-2383,9 5 0,-1 1 0,9 4 0,2 0 1,3 0-1,3 2 0,2 0 0,2 4 872,3 1 0,-3 2-1152,1 4 1,-11-2 0,-1 1-1,-6-1 1,-5 4 0,-2 0 425,-5 4 1,-5-3-394,-8 5 0,-5 1-20,-12 4 1,-6 4-1,-4 1 1,-4 1-1,-3-1 1,2-2-236,0-2 1,4 2-22,3-3 0,4-2 0,8-7 0,9-2 0,12 2 0,8-4 0,12-5-56,8-3 1,7-4-2543,9-1 0,7 0 562,6 0 1,-1 0-1,-8 0 2036,-4 0 0,3-6 0,0-1 0</inkml:trace>
  <inkml:trace contextRef="#ctx0" brushRef="#br4">32253 16740 7814,'-25'-6'802,"-3"5"1,-2-4 0,-4 4-1,-4 1 1,0 0 3134,-1 0 1,-1 6-3595,-3 2 1,8 4-1,2 1 1,8-1-1,5 1 1,1 0 0,3 0-1,3 0-343,5 0 0,-4 0 0,5 0 0</inkml:trace>
  <inkml:trace contextRef="#ctx0" brushRef="#br4">30214 16159 7886,'0'-13'3486,"0"-4"1,0 0-894,0 1 1,0 9-2034,0 7 0,10 5 0,5 10 0,3 2 0,7 3 0,3 2 0,7-1 0,2 2 2,2 1 0,-1-2-641,1-1 1,-6-3 159,-3 3 0,-3-5 1,-2 1-1,-5-3 0,-7-1 306,-7 0 0,-6-4-343,-5-1 0,-2 0 274,-6 0 0,-7 4 1,-4-4-1,-6 5 0,-3 3 1,-2 1-319,2-1 0,2 3 0,5-2 0,0 0 0,0-4 0,8 0 0,3 0 0,7 0 0,2 0-3361,3-1 3361,2 1 0,12 6 0,3 1 0</inkml:trace>
  <inkml:trace contextRef="#ctx0" brushRef="#br4">29633 16094 7816,'-7'-5'1813,"0"-2"0,4-6 301,-1 0 1,-5 7-1668,5 6 0,0 7 0,4 9 0,0 3 0,0 1 0,0 3 0,0 1 0,0 3 330,0 3-995,5-8 1,-2 8 0,4-10 0,1 2 0,-1-2 0,3-2 0,1-2-1647,2-2 1,4-1-208,1 0 1,5-4 298,-2-1 1772,3-5 0,2 9 0,0-5 0</inkml:trace>
  <inkml:trace contextRef="#ctx0" brushRef="#br4">30008 16133 7816,'-8'-6'635,"-2"4"79,6-7 1,-6 6 458,1-1 0,2 2 0,-1 2 0,-1 3 1,0 6-1,2 9 1210,2 10 0,-5 9-1404,1 6 0,2 6-676,-2-2 1,5 8-1,-5 0 1,1 0-605,0-2 0,1-7-878,3-3 0,3-4 0,-4-3 1,4-2-1,-1 0 1179,-2-1 0,-3 5 0,-6-5 0</inkml:trace>
  <inkml:trace contextRef="#ctx0" brushRef="#br4">31234 17346 17689,'0'20'666,"0"9"1,0-2 0,1 5-1,2 5 1,1 5 0,-1 4 0,-1 1-297,-2 0 1,0-5 0,0 1 0,0-3-1285,0-1 0,0-2 146,0-3 0,0-6 0,0-8 768,0-2 0,0 5 0,0-3 0</inkml:trace>
  <inkml:trace contextRef="#ctx0" brushRef="#br4">31105 17282 7732,'0'-39'558,"0"0"0,1 2 1,3 4 2685,5 7-2708,8 0 1,-1 12-1,7-2 1,3 6-1,4 6 1,3 3 0,1 2 1242,-1 3 1,3 5-1445,-6 8 1,5-1 0,-5 5 0,-2 1 241,0-2 0,-7 3-195,1-6 0,-8 0 0,-1-2 0,-7 0 1,-5 3-1,-2-3 572,-4 0 1,-3-7-616,-9 1 1,-3 0-694,-6 4 0,-2-5 0,0-1 1,-2 0-717,1 1 0,2-4 86,1 5 1,2-5-1,2 4 984,5 2 0,-3 2 0,0 1 0</inkml:trace>
  <inkml:trace contextRef="#ctx0" brushRef="#br4">31918 17346 7807,'-5'-13'1451,"1"1"0,1-1 570,2 0 1,7 6-1,4 2 1,5 5-1617,7 5 0,4-3 0,4 7 0,4 1 0,5 0 1,3 0 399,1-1 0,0-1-445,-5 5 0,-5 0-198,-3 0 0,1-1 0,-4-2 1,-4-2-1,-3 2 49,-4 2 0,-8-4-35,-3 1 69,-4 0 1,-7 3-1,-2 0 1,-4-2-1,-2-1 1,-3 1 870,-5 1 1,-2-2-1117,-2-1 0,-1 4 0,-3 1 0,1 7 0,-4-7 0,1 1 0,4 0 0,0-1 0,3 0 0,4 0-2811,4 0 1,4-3-17,5 3 2827,2-9 0,12 13 0,1-9 0</inkml:trace>
  <inkml:trace contextRef="#ctx0" brushRef="#br4">32641 17295 7799,'-5'-17'708,"1"-1"1,1 3-1,2 0 1,4 2-1,5 2 1216,9 2 0,8 3 0,5 6 0,6 0-1721,5 0 0,-1 2 0,3 2 0,-2 5 0,-4 2 0,-3 4 36,-4 2 1,-10-3 464,-7 3 0,-1 3-95,-8 2 1,0 2-1,-5 2 1,-5 0-1,-5 1 1,-6 2 826,-3 1 0,-2 4-1436,-4-3 0,2-1 0,2-5 0,-1 1 0,6 0 0,1-2 0,2-1 0,3-2 0,2-3 0,5 4 0,8-5 0,3 0 0,6-4 0,6-6 0,2-3 0,5-2 0,3-2 0,2 0-2711,2 0 0,-3-4 2711,5-1 0,-1-10 0,5 0 0</inkml:trace>
  <inkml:trace contextRef="#ctx0" brushRef="#br4">3446 7731 8095,'-13'0'724,"0"0"0,0 0 1,0 0-133,1 0 0,4-1 1,5-4-2226,6-3 1633,5 2 0,10-11 0,2 2 0</inkml:trace>
  <inkml:trace contextRef="#ctx0" brushRef="#br4">3252 10377 8280,'-8'0'128,"2"0"-335,5 0 184,4 6 23,9-5 0,1-1 0,0-7 0</inkml:trace>
  <inkml:trace contextRef="#ctx0" brushRef="#br4">2543 10558 8953,'5'-8'2532,"2"-3"-2276,6 9 0,0-3 1,0 6-1,0 2 1,0 3-1,0-1-501,0 1 0,-5 4-367,1-1 1,0 2 0,4 1 611,-1-4 0,7 10 0,1-4 0</inkml:trace>
  <inkml:trace contextRef="#ctx0" brushRef="#br4">3188 10622 8254,'7'-11'728,"5"6"0,-4-6 0,4 4-580,1 4 0,-1 1 1,1 2-1,0 2-1282,0 2 1,1-1 1133,4 6 0,-4-7 0,5 4 0</inkml:trace>
  <inkml:trace contextRef="#ctx0" brushRef="#br4">3691 10545 8254,'13'-6'525,"0"3"307,0-6-463,0 7 0,0-4 0,0 6 0,0 0 0,-2 1 0,-1 2-673,-1 1 1,-1 5 60,5-5 0,2 5-1292,2-5 1,-3 1 1534,3-5 0,9 5 0,1 2 0</inkml:trace>
  <inkml:trace contextRef="#ctx0" brushRef="#br4">4324 10493 8233,'25'-6'-5,"6"5"730,-1-3 1,0-2-523,-4 1 1,-1 1-1,3 4 1,0 2-1,3 0 1,-4 3-204,-4-2 0,7 4 0,-3 0 0</inkml:trace>
  <inkml:trace contextRef="#ctx0" brushRef="#br4">5085 10506 8123,'26'-13'1559,"-5"2"1,1 2-1,1 5-1865,1 2 0,1 2 73,-4 0 0,2 4 233,-6 1 0,6 5 0,-3-3 0</inkml:trace>
  <inkml:trace contextRef="#ctx0" brushRef="#br4">6040 10467 8069,'22'-6'-30,"-1"-1"0,2 0-241,2 3 0,0 2 0,3 4 271,2 2 0,3-2 0,5 3 0</inkml:trace>
  <inkml:trace contextRef="#ctx0" brushRef="#br4">6982 10441 8069,'15'-8'507,"1"1"0,1 1-225,-1 3 1,-2 2 0,0 2 0,3 2-2793,5 1 2510,-3 0 0,11 2 0,-3 1 0</inkml:trace>
  <inkml:trace contextRef="#ctx0" brushRef="#br4">7679 10403 8069,'22'0'295,"-1"0"0,2 0-42,2 0 0,1 1 1,-1 2-254,1 1 0,0 6 0,0-3 0</inkml:trace>
  <inkml:trace contextRef="#ctx0" brushRef="#br4">8402 10441 8069,'30'-8'-10,"0"1"0,-1 1-402,-2 3 1,1 3 411,2 4 0,-3-2 0,4 3 0</inkml:trace>
  <inkml:trace contextRef="#ctx0" brushRef="#br4">9357 10441 8069,'33'-5'714,"4"3"0,-4-2 1,2 2-1051,-1 2 0,1 0 0,2 0 0,-3 0-1433,-3 0 1769,2 6 0,0-4 0,5 3 0</inkml:trace>
  <inkml:trace contextRef="#ctx0" brushRef="#br4">10441 10428 8069,'39'0'-130,"-6"0"1,-1 0 0,-2 0-513,0 0 1,6 0 641,-2 0 0,-2 0 0,-1 0 0</inkml:trace>
  <inkml:trace contextRef="#ctx0" brushRef="#br4">10932 10454 8069,'13'-7'0,"4"-3"328,0 6 0,0-1 10,-4 5 0,4 0 1,1 0-1,-3 0-338,0 0 0,9 0 0,3 0 0</inkml:trace>
  <inkml:trace contextRef="#ctx0" brushRef="#br4">12080 10467 8051,'46'-20'1439,"3"7"0,-4 9 0,-1 2-904,1 2 1,-2 2-1016,-5 2 0,1-1 480,0 6 0,-1-1 0,1 5 0</inkml:trace>
  <inkml:trace contextRef="#ctx0" brushRef="#br4">13655 10493 8051,'39'-13'0,"2"6"512,-2 3 0,1 2-441,-10 2 1,6 0 0,-1 2 0,0 0 0,0 4 0,-5 0-941,-3 0 1,-1-1 430,0 0 1,4-4 391,0 3 1,0-2 0,-4-2 0,1 0 0,3 0 0,6 0 34,6 0 0,-1-4-105,7-1 0,-2 1 116,1 4 0,9-11 0,-3-4 0</inkml:trace>
  <inkml:trace contextRef="#ctx0" brushRef="#br4">5021 10403 8048,'-9'0'1113,"0"0"283,-1 0 1,-1 0-76,-2 0 0,0 0-23,0 0 0,5 0 0,-1 0 0,-1-2 485,-2-2 0,0 2 0,-1-2-242,0 3 0,4 1-1089,1 0-452,5 0 0,-7 5 0,5 4 0,2 3 0,2 0 0,1 1 0,0 2 0,0 2 0,6-3 0,2 3 0,5-2 0,3-2 0,1-2 0,0-1 0,1-3 0,-1-1 0,4-2 0,-3-4 0,-1-5 0,-4-4 0,-5-2 0,-1-4 0,-1-1 0,-3-1 0,-1 0 0,-2-2 0,-6 5 0,-3-3 0,-4 7 0,-4 1 0,1 6 0,-4-1 0,0 3 0,2 2 0,-1 3 0,3 5 0,2 7 0,1 1 0,6 6 0,2-2 0,4 4 0,1 1 0,3-1 0,5 1 0,2-6 0,12-2 0,-1-6 0,7-3 0,0-5 0,3-4 0,-3-4 0,-1-5 0,-2-8 0,-4-4 0,-2-5 0,-6-4 0,-6 3 0,-3-4 0,-2 6 0,-4 2 0,-2 3 0,-5 1 0,-3 3 0,-6 8 0,-2 2 0,-6 6 0,1 0 0,-1 1 0,1 4 0,4 3 0,4 5 0,2 4 0,4 3 0,2 6 0,4 0 0,5 0 0,5 0 0,4-1 0,4 0 0,4-4 0,6-5 0,6-6 0,-2-4 0,3-6 0,-3-7 0,-1-6 0,-2-4 0,-2-8 0,-5 1 0,-4-3 0,-4-1 0,-5 1 0,-4 3 0,-4 2 0,-8 4 0,-5 5 0,-7 1 0,-1 4 0,-3 3 0,-1 7 0,2 5 0,1 6 0,4 4 0,1 0 0,5-1 0,-1 5 0,4 0 0,4 0 0,5-2 0,3-2 0,1 0 0,1-1 0,3-7 0,1-4 0,8-5 0,-3-1 0,7-3 0,-4-5 0,-3-3 0,-2 0 0,2-1 0,2-5 0,1 1 0,-5 0 0,1 4 0,-2 4 0,3 1 0,-1-2 0,1 0 0,1 0 0,2 1 0,-4 5 0,-1-5 0,-5 6 0,3-4 0,-7 4 0,-4-1 0,-3 1 0,-5 2 0,-4 1 0,1 4 0,-6 0 0,1 5 0,-4-3 0,4 1 0,2 3 0,2 1 0,0 2 0,4 0 0,4 0 0,6 4 0,-1 0 0,4 2 0,4-3 0,5 1 0,4-1 0,4-2 0,5-1 0,6-1 0,2-4 0,1-2 0,-6-6 0,0-1 0,-4-4 0,-2-5 0,0-6 0,-11-4 0,1-5 0,-6 3 0,-5 0 0,-2 0 0,-5-3 0,-4 1 0,-4 2 0,1 4 0,-5 5 0,-1 4 0,-3 1 0,-1 0 0,1 0 0,4 3 0,4 4 0,2 2-196,2 4 1,6 3-2607,3 10 2802,2-4 0,14 10 0,2-4 0</inkml:trace>
  <inkml:trace contextRef="#ctx0" brushRef="#br4">3640 7886 7644,'0'-9'1050,"0"1"0,-2 0-801,-2 0 1,2 1 159,-2 2 0,3 3 1,-1-6 1483,-2 3-1070,3 0-203,-5 5 1,6 2-1,0 2-47,0 5 1,1 2-328,4 2 1,0 1-104,4 4 1,4 3 0,-2 8 0,6 2 0,2 2 0,1 3 52,0 1 1,2 2-40,4 0 0,-5-2-213,1-2 0,-5-4 1,3-6-1,-3-3-34,-5 0-11,1-12 1,-12 0 0,2-16-1,-6-5-300,-6-5 0,-2-7 256,-2 2 0,-1-4 94,-4-1 0,4 1 0,-3-1 1,3 0-81,1 0 0,-2 0 148,-2 1 1,3-1-1,-3 0 1,4 0-1,3 2 1,1 1 6,-1 1 0,0 2-29,1-1 1,4 6 30,5 7 1,-2 5 0,1-1 0,-1 4 52,4 4 0,6 4 1,1 10-1,4 5 294,4 5 0,3 11 248,6 8 1,5 5-376,4 4 0,6-3 0,4 4 0,-22-28 0,0 0 37,1 1 1,1 0 0,-1 1 0,0 0-233,0-1 0,0 0 0,19 26 0,-10-10 1,-8-8-1,-6-8 0,-6-7-634,-4-5 455,-4-10 0,-5-8 1,0-8 1,-5-5 0,-5-6 0,-6-5 0,-6-8 0,-4-5-305,-4-8 1,-3-2 237,-5 0 0,-3-3-28,-2 2 0,3 2 0,-4-2 0,1-3-237,0 1 0,4-3 385,5 10 1,6 2-1,1 5 1,6 4-1,3 5 933,7 7-532,4 10 0,7 5-172,0 10 1,1 3 0,4 10 0,3 5 0,5 7 0,6 8 251,7 8 0,1 7 0,9 6 1,-17-26-1,2 0 27,1 2 1,2 0 0,4 2 0,2 1-491,0 3 1,1 0 0,3 0 0,1 1 121,-5 1 0,0 0 0,2 1 0,-1-1 0,-4-2 0,-1-1 0,-2-3 0,-1 0 0,-1-4 0,-2-1 0,13 21-63,-5-9 1,-7-9 71,-4-5 1,-3-9-412,-1-3 0,-6-13 0,-4-9 0,-7-12 22,-9-7 1,-6-14-1,-8-6 1,-3-9-179,-5-8 0,-2 0 356,18 26 1,-1-1-1,1 0 1,-2 0 110,0 1 1,-1-1 0,2-2 0,-1-1 0,-3 2 0,0 1 0,0-1 0,0 1 0,-1 2-1,1 2 1,-22-24 3,7 11 1,12 8 1979,10 15-1792,8 8 1,6 18 0,12 13 0,8 6 0,9 8 0,8 8 323,9 10 0,-18-19 0,1 1-77,1 4 0,1 1 0,2 4 0,-1 1-290,4 3 1,-1 1 0,-2 1 0,0 2 0,0 3 0,0 2 0,2 1 0,-1 0 0,2 3 0,0-1 0,2 0 0,1 1 31,0-1 1,-1-1 0,-4-9 0,-1-1-158,-2-2 0,-1-2 0,-3-4 0,-2-3 0,13 26 0,-5-4 0,-9-8 0,-5-8 0,-4-12 0,-4-13 0,-6-12 0,-2-13 0,-12-12-105,-9-18 0,-11-12 13,13 19 0,-1-1 1,-1-2-1,-2-2 0,-3-2 1,-1-2-1,-1 0 1,0-1-1,-2 0 0,0 1 1,-2-2-1,1 0-558,-2-2 1,1 1 0,3 3 0,1 0 497,1-2 0,2 0 1,2 8-1,2 1 110,-14-26 0,5 13 0,11 12 0,11 18 86,11 20 1,8 15 461,6 17 1,9 12-282,9 18 0,-14-28 1,2 2-1,3 5 1,1 1-1,3 1 1,2 1-1,2 1 1,1 0-1,0-1 1,0-1-410,0 2 1,0-1 0,2-2 0,-1 0 183,-1 3 0,-1-1 0,0-3 0,-2-1 0,-3-3 0,-2-2 0,-2-3 0,-1-3 0,10 14 0,-4-9 0,-4-8 0,-4-9 0,-5-6 0,-8-4 167,-4-10 1,-12-2 0,-7-8-1,-11-13 1,-9-13 0,-8-13-267,19 20 1,-1-1 0,-3-4 0,0-2-96,-1-4 1,0-2 0,-3-1 0,0 0 63,1 2 1,0 0 0,-4-2 0,0-1 0,-1 1 0,0 0 0,0 0 0,0 0 0,1 2 0,0 2 0,4 4 0,2 2 42,-21-21 0,20 15 638,12 13-100,8 12 1,11 14 0,4 11 0,6 9 0,10 13-1,8 12-176,9 11 0,-15-23 0,2 1-275,3 2 0,2 1 0,3 2 0,0 0-28,0 1 0,0 1 1,3 3-1,0 1 0,-3 2 1,-1 0-1,-1-2 0,-1 0 1,-2-3-1,-2 0 1,-2-2-1,0-1 28,-1-2 0,-1-2 0,-2-3 0,-1-1 0,18 21 0,-6-9 0,-11-17 0,-2-6 0,-9-5 0,-6-5 0,-12-12 0,-18-16 0,-6-9 0,-6-16 0,-11-6 0,23 20 0,0-2 0,-1-3 0,0-2 0,-2-3 0,0-1 0,0-3 0,0 0 0,0-2 0,-1 1 0,-2 1 0,1 0-217,0 0 0,2 0 0,0 3 1,0 1 217,0-1 1,2 3 0,-9-16 0,12 21 0,13 21 0,12 18 130,10 11 0,14 18-132,9 7 0,11 13 0,-20-24 0,1 1 0,1 2 0,-1 1 0,3 4 0,0 1 0,-2 0 0,0-1 0,-2 0 0,-1-1 0,-1-1 0,0 0-50,-2-1 0,0-1 0,-1-2 0,0 0 50,-1 1 0,0-1 0,14 22 0,-3-5 0,-4-13 0,-4-5 0,-5-9 0,-3-7 0,-8-10 0,-6-7 0,-11-13 139,-11-12 0,-4-7 0,-4-8 0,-4-3 1,-4-6-1,0-5-4471,-1-7 4332,19 30 0,1-1 0,2-1 0,1-1 0,-14-31 0,3 4 0</inkml:trace>
  <inkml:trace contextRef="#ctx0" brushRef="#br4">24819 14701 8103,'-6'-19'865,"4"10"0,-7 2 1,-1 10-1,0 10 1965,1 7 0,-1 6-2450,6 4 1,-2-1 0,3 4 0,-1 0-1,1-2 1,2 1 0,2-5 0,4-3-23,3-2 1,4-8-454,0-1 1,3-6 0,2-7-1,3-3 1,2-5 0,-1-10-446,2-4 0,-3-4 289,2 0 0,-5-6 176,4-2 1,-5-3-1,1-2 1,-2 0 0,-2 2-1,-2 3 834,-2 3 0,1 6 746,-6 3-829,0 3 1,-2 14 0,1 6 0,1 11 0,-1 9 675,-2 8 0,-1 5-850,0 9 1,-5 3-476,-4 6 0,-3-1 0,1 1 0,1 0 0,1-1 1,-2 2-28,-5 3 0,6-7 0,-3 3 0,3-14-542,-3 1 1,5-9 0,0 0 0,3-4 0,2-4 0,1-5-3496,2-3 1,0-1 699,0 0 3337,0 0 0,6 0 0,1 0 0</inkml:trace>
  <inkml:trace contextRef="#ctx0" brushRef="#br4">25323 15101 8030,'5'-25'0,"2"4"0,2 4 4853,0 2-3786,5 8 1,0-3 0,5 4 0,0 0-1,2-1 1,4 2 0,0-1 1562,1 3 1,-1 2-3034,-4 1 1,2 4-329,-6 0 0,-1 6 0,-7-1 0,-4 4 0,0 2 731,-1 3 0,6-1 0,-3-4 0</inkml:trace>
  <inkml:trace contextRef="#ctx0" brushRef="#br4">23118 14971 25299,'3'59'366,"7"-4"253,6-6-561,10-16 1,4-10 0,7-15 0,3-4-1,2-5 1,1-9 0,0-12 652,-1-9 0,-2-14-434,-1-6 0,-6-2-277,-24 35 0</inkml:trace>
  <inkml:trace contextRef="#ctx0" brushRef="#br4">23515 14971 21573,'5'15'474,"5"9"221,3 8 1,3 2-1,2 4-1533,2 0 1,-4 1-1,3 0 1,-1-2-3045,4-3 0,1 2 1403,-2-6 2479,4-5 0,1-1 0,7-4 0</inkml:trace>
  <inkml:trace contextRef="#ctx0" brushRef="#br4">24084 14868 8015,'-13'-26'1082,"1"1"0,2 0 416,2 4 0,5 6 0,0 10 0,6 2 0,5 6-148,4 2 0,5 4-1926,0 4 1,5 0-534,-5 0 1,4 1 0,-2 2 0,1 1 1108,3-1 0,-4 4 0,-1 0 0</inkml:trace>
  <inkml:trace contextRef="#ctx0" brushRef="#br4">24148 15049 8015,'-13'-6'0,"2"3"5109,2-5-3456,-2 5 1,11-1 0,1 6-1311,11 3 1,2 1-977,7-2 1,-3-3-1070,3 4 1702,6 2 0,1 0 0,3 6 0</inkml:trace>
  <inkml:trace contextRef="#ctx0" brushRef="#br4">26226 14429 7999,'-7'-12'355,"1"-1"1,2 0 0,0 0 0,1 0 561,1 0 1,2 4 0,2 2 0,2 0-100,5 0 1,6 0-522,3-2 1,0-2 0,-2 4 0,3-2 0,1 2 0,1 1 1137,-1 3-1277,-1 2 0,-6 1 1,0 0-1,0 0 1,-2 1 295,-2 3 0,1 4-144,-6 5 0,0 4 1,-4 0-1,-1 0 0,-3 0 1,-4 1 516,1-3 1,-4 0-744,2-2 1,3-1 4,2 1 1,-2 0 0,2 0 0,1 0 0,2 0-205,1 0 0,6 0-1045,2 0 1,5-6 365,4-3 1,3 2-1,6-2 1,0-1 0,1-1-1,2-2-2711,1 0 0,0 0 3505,-4 0 0,5 0 0,2 0 0</inkml:trace>
  <inkml:trace contextRef="#ctx0" brushRef="#br4">26329 14842 7999,'-13'0'3194,"0"0"0,6-1-1941,3-3 1,4 2-594,4-2 0,5 3-725,8 1 1,5-5 0,6 1-1,4 0 1,-1-1 0,2 1-2437,0 1 2501,2 2 0,-2-5 0,-2-1 0</inkml:trace>
  <inkml:trace contextRef="#ctx0" brushRef="#br4">26433 14997 8060,'-13'0'760,"0"0"0,-2 0 2161,-2 0-2345,3 0 1,1 2 0,10 1-1,6 2-341,6 3 1,8-6-1,4 3 1,4-4 208,0-1 0,6 0-173,-1 0 1,0 0 43,-4 0 1,-1 0-1,0 0 1,-2 0 0,-3 0-1,-3 2 16,-6 2 0,-3 3-216,-8 6 1,-3 0-69,-6 0 1,-5 4-1,-12 2 1,0-1-1,0 1 1,2-3-118,3-2 0,-2-1 9,5 0 1,1 0 22,4 0 1,2-5-1,2 1 1,8-1-1,6 0 97,8-4 0,10-3 1,2-1-1,5 0 155,3 0 1,-3 0 428,4 0 1,-5 0-196,1 0 1,-4 2-1,-5 1 1,-5 2-1,-6 3 840,-5 2 1,-10 1-806,-3 2 0,-11 4-309,-7 0 1,-1 2 0,-7-3 0,-1 1 0,2-1 0,2-2-1588,-1-1 0,9 0 728,-3 0 1,9-4-5993,0-1 6677,8-5 0,-2 8 0,4-3 0</inkml:trace>
  <inkml:trace contextRef="#ctx0" brushRef="#br4">27233 14868 13552,'0'28'2243,"0"2"0,1 4-1480,3 3 0,-1 8 1,6 2-1,1 3-1168,1 2 1,1-6 50,-3-3 1,1-9-642,-6-4 0,4-11 0,-5-10 319,-4-12 0,-5-13 583,-7-6 0,0-3 45,0-5 1,1-3 0,-1-5-1,0 2 1,0 1 0,0-4 197,0-3 1,4-2 199,1 1 1,1 3-75,-2-3 0,3 2 1,6 1-1,0 0 1,2 1-1,3 5 1488,8 1 1,2 10-1062,6-3 0,5 11-154,4 2 1,6 5 0,-2 8 0,4 3 0,-1 4 0,-1 8 954,-2 3 1,-7 5-1505,-1 8 0,-1-4 0,-8 3 0,-1 1 0,-8 0 0,-5-3 0,-6-1 0,-7-1 0,-6 0 0,-5-2 0,-9-2 0,1-5-136,-5-8 0,-1 1 0,-5-4 1,0-1-1,0 1 136,3-3 0,-5-2 0,-4-1 0</inkml:trace>
  <inkml:trace contextRef="#ctx0" brushRef="#br4">28549 15023 7896,'-13'-13'1797,"5"2"1,-1 5 0,0 9-1,1 11 319,-1 9 1,6 4 0,-1 9 0,3-1-1852,1 1 1,0 1-1316,0 2 0,0-2 0,0-3 0,0-5 0,0-6 1,1-7-5435,3-6 6484,-2-10 0,15-13 0,-3-7 0</inkml:trace>
  <inkml:trace contextRef="#ctx0" brushRef="#br4">28575 14713 7896,'-6'-61'0,"-2"5"0,0 7 1279,0 15 0,4 8 1,-5 10-485,-1 6 0,3 6-3419,-2 8 2624,6 9 0,-8 13 0,4 7 0</inkml:trace>
  <inkml:trace contextRef="#ctx0" brushRef="#br4">29091 14507 7871,'-13'-32'671,"-4"9"0,0-1 0,1 5 1057,2 8 1,-3-1 0,-1 8 0,3 1-647,0 2 0,2 7-983,0 2 0,1 9-201,-1 5 0,4 8 0,2 6 1,0 7-1,1 7 0,0 6-132,3 3 1,2 1-1,1 5 1,0-1-1221,0 1 1,6-5-449,2 0 0,2-10-1872,-1 2 3774,2-9 0,-3 1 0,4-5 0</inkml:trace>
  <inkml:trace contextRef="#ctx0" brushRef="#br4">28717 15243 7871,'-6'-13'0,"3"-5"3603,-5 1 0,5-1-2612,-1 0 0,5 4 0,6-3 0,9 3 1,5 1-1,8 1-445,3 4 1,4-3-640,7 7 1,-3-2 92,3 2 0,3 3 0,0-5 0</inkml:trace>
  <inkml:trace contextRef="#ctx0" brushRef="#br4">3085 12919 8385,'8'-1'57,"1"-2"0,1-1 0,1 1-293,2 2 0,0 1 236,0 0 0,6-6 0,1-1 0</inkml:trace>
  <inkml:trace contextRef="#ctx0" brushRef="#br4">4040 12894 8385,'17'-6'-4,"0"-1"1,-1 0 0,-2 2-54,-1 4 1,0 1-1,0 0 57,0 0 0,6 6 0,1 1 0</inkml:trace>
  <inkml:trace contextRef="#ctx0" brushRef="#br4">4685 12971 8277,'13'-11'35,"4"3"1,0-5-107,-1 8 1,-1 3 0,-3 2-1,1 0-1565,0 0 1636,0 6 0,0-5 0,0 5 0</inkml:trace>
  <inkml:trace contextRef="#ctx0" brushRef="#br4">5382 12984 8277,'20'0'-175,"4"-4"0,-3-1 1,1 2-90,4 2 1,-3 1 0,9 0-1,-1 0-61,4 0 0,2-1 338,2-4 1,-2 4-50,-3-3 1,2 2 0,-6 2 0,-1 0 0,-2 0 0,-2 0 85,-4 0 0,4 0-50,-4 0 0,4 6 0,0 1 0</inkml:trace>
  <inkml:trace contextRef="#ctx0" brushRef="#br4">6389 12997 8277,'14'-4'-21,"2"-1"0,1 2-110,-1 2 0,-2 1 1,-1 0-1,0 0-295,0 0 1,4 0 373,0 0 0,2 0-95,-2 0 0,3 0 0,6 0 0,0 0 147,0 0 0,5-6 0,2-1 0</inkml:trace>
  <inkml:trace contextRef="#ctx0" brushRef="#br4">7021 12971 8274,'22'0'-2,"-1"0"1,-4 0-420,5 0 0,-1 0 309,5 0 1,0 0-42,0 0 1,0 1-1,-1 2 1,1 2-1,2-1 1,-1 0 259,-1 1 0,1-1-36,-10-4 0,5 4 38,-5 0 1,4 1 0,-2-5-1,0 0 1,-10 0-55</inkml:trace>
  <inkml:trace contextRef="#ctx0" brushRef="#br4">17785 12943 8238,'26'-4'0,"13"2"0,-1-7 0,0 6 181,-4-1 0,-2 2 0,-7 2 0,1 0 0,0 0 1,-2 0-655,-2 0 0,7 0-195,-4 0 1,10 0 495,-1 0 1,-1 0-1,2 0 1,1 0 0,1 0-1,0 0 172,-2 0 0,-4-1-28,-5-3 0,0 2 99,0-2 0,-5 3 1,-1 1-1,-1-2 1,-3-1-1,-2-1 472,-1 1 1,0-3-409,0 2 0,-5 0-181,1 4 1,-1 0-1,5 0 1,0 0 0,0-2-1,0-1 46,0-1 0,6-6 0,1 3 0</inkml:trace>
  <inkml:trace contextRef="#ctx0" brushRef="#br4">18030 15101 8016,'-4'-13'494,"0"0"0,-1 1 0,1 2 1,-2 2-1,1-2 1927,-1-2 0,0 4-1452,2-1 1,1 2-1,-6-3 1,-1 3 469,-1 1 0,2 2-733,1 4 0,5 1 1,-1 3 52,2 5 0,2 2 0,0 4-229,0 2 1,0-3-352,0 3 0,0-2-9,0-2 0,4-5 1,2-1-1,1-1-80,3-3-90,2-1 0,1-2 0,-5-6 0,0-3 0,-3-4 0,-2-3 0,-1-1 0,-2 2 0,-5 0 0,1 2 0,-6-3 0,1 4 0,-6-3 0,-3 10 0,1-1 0,-2 0 0,4 7 0,-7 8 0,8 8 0,0 5 0,7-3 0</inkml:trace>
  <inkml:trace contextRef="#ctx0" brushRef="#br4">17828 15048 28671,'0'2'0,"-3"27"0,2 1 0,2 0 0,4-4 0,3 0 0,9 0 0,-1-6 0,6-4 0,-1-6 0,1-6 0,-1-3 0,2-1 0,-3-5 0,2-4 0,-6-10 0,1-6 0,-7-3 0,-3-5 0,-1 2 0,-3 1 0,-2 0 0,-1-1 0,-1 3 0,-4 6 0,-6 4 0,-6 5 0,-2 1 0,2 4 0,-3 3 0,-2 5 0,2 6 0,1 7 0,-2 1 0,4 8 0,1-1 0,7 5 0,4 1 0,5 4 0,1 2 0,5 2 0,7 1 0,7 0 0,10 4 0,3-7 0</inkml:trace>
  <inkml:trace contextRef="#ctx0" brushRef="#br4">17876 15888 7943,'-31'0'0,"1"-2"0,3 0 1638,4-3 0,6 2 1,8 9-1,5 7 0,3 7 1,1 6 780,0 4 0,5 7 1,4 9-1,2 3-2114,2 4 0,0 2 0,0-5 1,0-1-306,0-2 0,-2-6 0,-2 2 0,-2-10 0,-3-7 0,-1-1 0,4-8 0,1-1 0,-3-2 0,3-3-4598,-1-2 0,1 1 1129,5-6 3469,0 1 0,0-11 0,0-1 0</inkml:trace>
  <inkml:trace contextRef="#ctx0" brushRef="#br4">18172 16004 8031,'-20'-13'970,"2"0"0,6 0 555,4 0 1,3 6 0,10 3 0,5 1 292,5-1 1,5-2-1215,6-3 0,4-1-81,0 6 0,6-4 0,-3 3 1,2 2-1,-2 2 0,-2 1 793,-2 0 1,-8 6-678,-3 2 0,-4 5-522,-1 4 0,-7 3 0,-6 8 0,-9 3 0,-7 7 0,-5 5-117,-4 2 0,0-2 0,-1 5 0,6-7 0,2 2 0,6-7 0,3-3 0,5-3 0,4-5 0,5-8 0,8-7 0,12 0 0,9-6 0,5-1-149,4-7 0,-3-8 0,4-6 0,-1-1 0,1-1 0,-3 1 149,-1 1 0,-1-17 0,0 1 0</inkml:trace>
  <inkml:trace contextRef="#ctx0" brushRef="#br4">17863 14946 8100,'0'-13'344,"1"6"0,3 1 0,6 2 0,5-1-560,2 2 0,6 2 1,-2 2-1,4 2 0,1 3 1,1 1-289,3 3 0,-9 6 0,2 1 0,-4-1 504,-2-2 0,-4-1 0,-4 0 0,-1 0 0,0 0 0,-3-4 0,-5-1-34,0-5 0,-5 3 0,-4-8 0,-3-1 0,0-2 1264,-1-2 1,4-6-199,0-5 1,1 1-216,-5 4 1,4 0 0,2 1-1,0 0 1,1 2 0,-1 1 1610,0-1 0,3 5-1043,-5 0-328,0-2 0,-4 6 0,1-2 0,-1 4 0,0 6-199,0 5 1,-1-2-859,-4 7 0,4 3 0,-3 2 0,2 2 0,3 2 0,-1 1 0,1 2 0,2 1 0,1-1 0,7-8 0,-3-4 0,4 4 0,7-9 0,2 1 0,4-7 0,1-5 0,0-2 0,-1-3 0,1-3 0,0-6 0,-4-5 0,-1 1 0,-5-1 0,2 2 0,-4-1 0,-2 1 0,-2 0 0,-2-1 0,-5 7 0,2-3 0,-8 4 0,-1 1 0,-2 2 0,3 6 0,-1 1 0,1 5 0,14-4 0</inkml:trace>
  <inkml:trace contextRef="#ctx0" brushRef="#br4">17795 15074 28671,'-10'15'0,"3"11"0,3 4 0,8-3 0,5 3 0,5 1 0,6-6 0,6-5 0,3-5 0,2-7 0,3-3 0,-2-5 0,-2-5 0,-4-8 0,-5-8 0,-2-9 0,-7-3 0,-4-2 0,-4 2 0,-4 2 0,-4 2 0,-9 2 0,-8 1 0,-4 2 0,0 2 0,-3 5 0,-2 8 0,3 4 0,-3 5 0,4 1 0,5 3 0,14 0 0</inkml:trace>
  <inkml:trace contextRef="#ctx0" brushRef="#br4">17800 15074 28671,'0'1'0,"4"38"0,4-5 0,10 0 0,2-5 0,7-2 0,2-7 0,1-8 0,-2-5 0,0-4 0,-3-9 0,1-7 0,-7-5 0,-6-8 0,-2 0 0,-6 0 0,-3-1 0,-2-2 0,-4 1 0,-4 3 0,-10 1 0,-3 7 0,-4-5 0,0 5 0,-1 4 0,1 6 0,4 1 0,4 3 0,2 2 0,3 1 0</inkml:trace>
  <inkml:trace contextRef="#ctx0" brushRef="#br4">22290 2246 7855,'-39'-20'769,"7"12"0,8 21 0,11 23 0,12 20 0,9 16 0,-1-32 0,2 0 0,2 2 0,1-1 46,2 1 1,1 0 0,0 1 0,3 1 0,1 0 0,0-1 0,0 3 0,0-1-657,-2 0 0,0 0 0,-3-1 0,-1-2 0,-2-5 0,-2-1 0,8 30 0,-4-8 0,-4-12 442,-3-9 0,-2-11-144,-4-9 1,-1-10 0,-4-10-169,-3-13 1,1-11-52,-2-16 1,0-16-298,3 24 0,-1-3 0,3-5 1,0-1-1,0-6 0,1-1 1,-1-1-1,2-2 0,0-2 1,1-1-1,0-2 0,1 0-371,0-1 1,0 0 0,0 0-1,0-1 365,-1 3 0,2 0 1,1 3-1,3 1 239,1 2 1,1 1 0,-1 5 0,2 3 0,12-26 0,0 21 0,-1 20 0,1 17 446,0 11 0,-4 11-199,1 11 0,-3 2-422,-1 2 0,0 6 0,-1 2 0,-4 3 0,-4 2 0,-2 1 0,-2 3 0,-7 2 0,-5 3 0,-5-2 0,-2-1 0,-1-4 0,0-1 0,4-2 751,-1-4 1,3-4-752,1-8-3691,0-9 1,17-13 31,9-9 3659,15-8 0,10-15 0,8-8 0</inkml:trace>
  <inkml:trace contextRef="#ctx0" brushRef="#br4">23090 2233 7859,'-5'-9'4915,"1"1"0,6 5-3184,6-2 0,11 4 1,7 0-1,8-4-2987,8-3 0,-1-4 0,5-1 0,-1 2-1508,-4 2 0,-1 2 2764,-1 3 0,-6 2 0,-1-3 0</inkml:trace>
  <inkml:trace contextRef="#ctx0" brushRef="#br4">23387 2568 7859,'-13'6'0,"6"1"3576,2 6 0,5 0-1804,5 0 0,3-2-2104,9-2 1,8-3 0,6-8 0,1-2 0,2-6 331,4-6 0,-3-10 0,10-7 0</inkml:trace>
  <inkml:trace contextRef="#ctx0" brushRef="#br4">23877 1988 7808,'-11'-13'1429,"2"0"1,6 0 1411,6 0 1,6-1-951,8-4 1,9 3-1300,8-7 1,3 2-1,2-1 1,-2 5-1,-1 4 1,-3 5 823,-1 1 1,-2 8-781,-4 6 1,-6 14-491,-3 4 0,-9 14 0,-3 3 0,-4 7 0,-1 5 1,-1 1-147,-4-2 0,3-5 0,-7-2 0,6-5 0,-1 1 0,2-9 0,5-5 0,6-6 0,8-7 0,7-6 0,7-6 0,7-4 0,10-4 0,3-5-541,5-8 1,-3-3 0,2-8 0,-6 0 0,-6-2 540,-3 1 0,-2-4 0,1 0 0</inkml:trace>
  <inkml:trace contextRef="#ctx0" brushRef="#br4">23954 3549 7799,'-8'-26'1457,"-1"2"0,-1 3 0,0 3 0,0 4 1,2 3-21,-2 2 1,-6 3 0,-3 6 0,-2 2-105,-7 2 1,-3 6-698,-8 12 1,-1 6 0,-2 17 0,-1 8 0,23-23 0,0 3 0,1 2 0,2 2-628,1 0 0,2 2 0,5 4 0,2 1 0,2 2 0,2 1 0,1 2 1,2 1-10,1 3 0,3-1 0,3-5 0,3-1-164,1-4 1,4-2-1,19 20 164,1-17 0,3-10 0,5-13 0,5-7 0,2-9 0,1-8-74,1-9 0,-5-7 74,1-10 0,-17 3 0,-1-3 0,-17 2 0,-4 1 0,-6-2 0,-3-1 0,-3 0 0,-6-1 0,-1 3 0,-11-2 0,3 3 0,-3 1 0,4 6 0,-2 3 0,3 3 0,5 2 0,-1 3 241,7 4 1,9 5-242,9 0 0,10-5 0,1 0 0,6-2 0,3-4 0,3 0 78,1-2 0,4-4-6551,2 0 6473,-3-6 0,10 3 0,-4-6 0</inkml:trace>
  <inkml:trace contextRef="#ctx0" brushRef="#br4">24664 3575 11183,'-7'-13'4915,"3"0"0,5 6-3859,8 3 0,0 1-1682,8-1 1,-2 2 625,3-2 0,2 2 0,6 2 0</inkml:trace>
  <inkml:trace contextRef="#ctx0" brushRef="#br4">24806 3859 7785,'-7'6'4915,"1"-5"0,9 5-1087,6-6 0,7 0-3211,14 0 0,4-6-1309,9-2 0,2-8 0,3-3 0,-2 1 0,-1-3 0,-4 1 692,-1-3 0,-7-1 0,-1-2 0</inkml:trace>
  <inkml:trace contextRef="#ctx0" brushRef="#br4">27826 8105 8003,'9'0'-320,"0"-1"0,1-2-1028,1-1 1348,2-1 0,0 4 0,0-2 0,0-1 0,0 1-30,-6 1 1,-1 4 0,-6 2 0,0 5 216,0 2 1,1-2 0,3-2-1,6 0 308,6 0 1,6-2-314,8 3 1,8-3-214,10 3 1,19-3 0,-29-2 0,2 1 0,2-1 0,2-1 0,1 0 0,0-2 0,0-1 0,0 0 30,1 0 0,-1-2 0,0-4 0,0-2 0,0 2 0,0 0 0</inkml:trace>
  <inkml:trace contextRef="#ctx0" brushRef="#br4">26458 8260 8007,'-4'-13'-476,"0"0"334,1 0 142,7 12 0,3 8 0,6 13 0</inkml:trace>
  <inkml:trace contextRef="#ctx0" brushRef="#br4">25994 2852 8083,'-6'-18'1175,"-3"-2"1,-1 0-1,0 4 1,3 7 185,1 9 1,8 15 0,6 15 0,4 13-1,1 11 1,1 11-686,-5-30 1,-1 1-1,0 2 1,0-1 0,2 0-1,0 1 1,0-3 0,-1 1 1020,7 34-1631,-6-32 0,0-1 0,4 22 0,3-3 0,-2-12 0,-3-8 0,0-7 0,-2-8-2155,-1-8 0,-1-6-3656,5-7 5745,0 0 0,0 0 0,0 0 0</inkml:trace>
  <inkml:trace contextRef="#ctx0" brushRef="#br4">23864 5253 8023,'-11'-9'839,"3"12"1,10 20 0,11 20 53,11 15 1,-11-25-1,1 2 1,3 2 0,1 1-1,0 1 1,0 1 0,0 1-1,0 0 1,-1-2 0,-1 0-105,-3-1 0,-1-1 0,8 22 0,-8-12-304,-3-5 0,-5-21 1,-8-8 270,-5-9 1,-3-14-1,-2-5 1,-2-8-592,-1-9 0,-6-9 0,2-10 1,-4-7-166,12 24 0,0-1 0,3-5 0,0-1 0,1-2 0,1-1 0,1-3 0,0-1 0,0-3 0,1-1 0,2-1 0,1-2-270,-1-1 0,3 1 0,5 4 0,3 1 270,0 6 0,3 2 0,1 6 0,2 2 0,17-16 0,5 12 0,0 16 0,0 14 0,-5 14 0,-4 13 0,-5 11 0,2 7 0,-6 2 0,-5 0 0,-8 4 0,-2-3 0,-2-2 0,-2 1 0,-2 0 0,-3-2 0,-6-2 0,0-4 0,0 1 0,2-9 0,2 2 0,-1-7 180,6-1 0,-1-1 0,7-1 0,2 3 0,6-3 0,6 0-180,5-2 0,10 0 0,3-1 0,5 1 0,4 0 0,-2-4 0,7-2 0,-1-1 0,-1-2 0,-5 0 0,-5 1 0,-4-1 0,-6-4 0,-2 0-895,-2 0 0,-4 0-7994,-5 0 8889,0 0 0,0-6 0,0-1 0</inkml:trace>
  <inkml:trace contextRef="#ctx0" brushRef="#br4">24961 4969 7947,'-1'-33'0,"-2"4"0,0 6 2457,4 6 1,8 7-1,11 3 1,7 0-962,5 0 1,4 4-1,5-3 1,2 2-7468,-1-1 5971,-8 1 0,-2 10 0,-6 1 0</inkml:trace>
  <inkml:trace contextRef="#ctx0" brushRef="#br4">25155 5305 7897,'-9'-12'8309,"1"3"-6270,5 4 1,4 3-280,12-2 0,7 0-2055,10-9 1,6-4 0,13-14-1,11-4 1,-25 14 0,2 0-1,2-2 1,1-1 294,1-1 0,-1 0 0,2-4 0,-2 0 0,-1 0 0,0-1 0</inkml:trace>
  <inkml:trace contextRef="#ctx0" brushRef="#br4">26432 4256 21293,'-1'3'714,"-3"4"714,2 0-661,-2-2 83,3-4 0,1 6 1080,0-2-1201,0-4-674,0 5 0,1-6-55,3 0 0,3-2 0</inkml:trace>
  <inkml:trace contextRef="#ctx0" brushRef="#br4">8660 15036 8006,'13'-13'0</inkml:trace>
  <inkml:trace contextRef="#ctx0" brushRef="#br4">8673 14972 8282,'-13'0'447,"0"0"0,0 0 1392,1 0-1836,4 0 0,1 0 1,4-2-4,-1-2 0,5-9 0,7-7 0</inkml:trace>
  <inkml:trace contextRef="#ctx0" brushRef="#br4">8647 14571 8240,'-8'-4'-196,"-1"-2"0,1-1 847,0-3 1,-2 3-125,6-2 1,-5 1-519,5-5 1,0 0-1,4 0-9,0 0 0,6-5 0,1-3 0</inkml:trace>
  <inkml:trace contextRef="#ctx0" brushRef="#br4">8609 14094 8240,'-8'-13'-301,"-2"0"312,6 0 1,0 0 33,4 0 1,0-4 0,0-1 0,0-3-46,0-2 0,0-1 0,0-2 0</inkml:trace>
  <inkml:trace contextRef="#ctx0" brushRef="#br4">5305 10441 8351,'-8'9'812,"3"-2"828,-1-1-568,4-2 1,-5-4 998,3 0-633,3-6 157,-5 5-1014,6-5 1,0 8 427,0 2-493,0-3-235,6 11 1,-4-6 0,6 4 372,-3-2 1,4-3-332,-5 3 1,1-4-161,-5 5 0,4-5 1,2 4-1,-1-1 1,3 0 212,-1 3 1,-3-3-311,5 2 0,-5-1 63,5 5 1,-2 0 0,3-1-1,-2-2 1,2-2 0,0 2 366,-1 2 1,2-1-187,-2-2-186,3 2 0,0-4 0,1 5 0,0-2 0,0-3 1,0 0 176,0 1 0,0-1-301,0 1 0,4 4 0,0-4 0,2 0 0,-3 0 0,2 2 0,1 0 0,1 0 0,0-1 0,-3-2 0,5 2 0,-5 2 0,5-2 0,-5-2 0,3 1 0,-2 1 0,-2-2 0,4 5 0,2-4 0,-4 4 0,1 1 0,-2 0 0,2 0 0,0-1 0,-1 1 0,4 0 0,-5 0 0,4 0 0,-3 0 0,0 0 0,0-2 0,-12-8 0</inkml:trace>
  <inkml:trace contextRef="#ctx0" brushRef="#br4">17836 14885 28671,'38'11'0,"9"4"0,-5 3 0,-6-3 0,-5 0 0,-5-2 0,3-1 0,-2 1 0,-4-1 0,-1-2 0,-4-3 0,1-1 0,2 0 0,-3-2 0,-1-3 0,-4 5 0,0-6-413,-6 0 1,-3 0-1,-8 1 1,-6 4 412,-6 3 0,-10 10 0,-7 2 0</inkml:trace>
  <inkml:trace contextRef="#ctx0" brushRef="#br4">23813 16327 7836,'0'-46'1966,"4"7"0,3 12 0,4 8 0,8 11 0,5 5 2949,7 3 0,2-5-4769,5 1 1,-3 0 0,-2 4 0,-2 0 0,-2 0 0,-2 0 0,-2 0 0,-3 0-527,0 0 1,-6 4-4015,1 0 1,-8 2 4393,-5-2 0,-3-2 0,-1 4 0</inkml:trace>
  <inkml:trace contextRef="#ctx0" brushRef="#br4">23967 16443 7836,'-25'1'3182,"-1"4"1,0 2-441,0 6 0,7 0 3677,7 0-5778,-1-1 1,14 0 0,3-4 0,12-2-642,7 0 0,9-5 0,2 4 0,3-8 0,2-3 0,0-1 0,-2-3 0,-1 0 0,-2 1 0,1-8 0,4 3 0</inkml:trace>
  <inkml:trace contextRef="#ctx0" brushRef="#br4">24884 15978 6125,'7'-1'537,"-3"-3"-385,-2 2 0,-1-4 100,3 6-441,-2 0-9,4 0 404,-6 0 224,0 0 460,5 0-52,-3 0-414,3 0 291,-5 0 0,2 0 1072,2 0-394,3 0-594,1 0 0,2-1 840,-6-3-1005,6 2 1,-7-5-213,5 3 0,-3 2 28,3-2 476,-5 3-523,3 1 0,-5 0 861,4 0-340,-4 0-440,5 0 343,-6 0 883,0 0-1076,0 5-615,0-3 0,0 5 229,0-3 0,-2-2 156,-2 2-275,3-3-129,-11 5 0,11-4 0,-11 3 0,11-5 0,-11 0 0,11 0 0,-5 0 0,6 0 0,-6 0 0,5 6 0,-5-5 0,1 7 0,-4-4 0,3-3 0,-5 9 0,4-4 0,-2 1 0,0 3 0,-1 2 0,-1 1 0,-1 0 0,4 0 0,-4-1 0,4 1 0,-4 5 0,-1-1 0,2 0 0,2 2 0,-1-5 0,6 3 0,-5 2 0,4-2 0,-1 0 0,-1 0 0,1 1 0,0-3 0,2 0 0,4-2 0,-4 1 0,-1 3 0,1-5 0,4 3 0,0 1 0,0-1 0,-4-1 0,-1-1 0,1 0 0,4 0 0,0 1 0,0 2 0,0 1 0,0-1 0,0-1 0,0 3 0,0-4 0,0 3 0,0-2 0,0-3 0,0 1 0,1 0 0,2 0 0,2 0 0,3 4 0,-3 1 0,3-1 0,-4-4 0,7 0 0,-3 1 0,4 2 0,0 1 0,3-1 0,2-2 0,-3-5 0,4-1 0,0 1 0,-1 4 0,5-2 0,-3-2 0,1-3 0,1-2 0,1 0 0,-1-1 0,-4-2 0,5-1 0,-6 0 0,1 0 0,2 0 0,-2-1 0,-1-2 0,-2-3 0,-1-1 0,0-3 0,-2-1 0,-2-2 0,2 0 0,-2 0 0,-2-1 0,0-2 0,-1-1 0,-2 1 0,1 2 0,-1 1 0,2 0 0,-2 0 0,-3 0 0,4 0 0,-4-4 0,-1 0 0,0 1 0,0 1 0,0 3 0,0-1 0,-1 4 0,-4 0 0,0 1 0,-4-5 0,-3 0 0,4 2 0,-4 1 0,-1 1 0,-1 5 0,-3-5 0,1 6 0,-5-1 0,-2 2 0,-2 4 0,-2 2 0,-3 5 0,3 7 0,-3 1 0,-2 6 0,2-2 0,4 5 0,5 3 0,-1-1 0,3-2 0,5-3 0,4 0 0,7-4 0,-1-2 0,2-3 0,2-1 0,2-4 0,2-2 0,5-1 0,4-3 0,3-3-28,1-5 0,6-2-1334,-2-6 0,8-4 1362,1 0 0,6-6 0,-3 3 0</inkml:trace>
  <inkml:trace contextRef="#ctx0" brushRef="#br4">27788 9357 8184,'30'-7'-419,"3"3"0,3 2 0,4 2 1,3 0 418,6 0 0,9-5 0,14-3 0</inkml:trace>
  <inkml:trace contextRef="#ctx0" brushRef="#br4">25710 16624 7897,'-13'-12'2167,"1"-4"1,4-2 0,5 0 0,6 6 289,5 3 1,10-1-1,2 6 1,3 1-1455,2 1 0,0-2-3665,9 0 0,1-1 2662,3 5 0,7 0 0,1 0 0</inkml:trace>
  <inkml:trace contextRef="#ctx0" brushRef="#br4">26484 15927 7931,'-16'-13'1020,"2"0"1,3 1 0,-1 2 0,2 2 1344,1-2 0,4 2 0,6 1 0,3 2-792,5 2-1425,3 1 1,6-2 0,4 0 0,3-1 0,4 1-1,4-2 1,3 1-21,4-1 1,2-4 0,-4 3-1,0-2-64,-4 0 1,-2 7-102,-6-3 0,-2 4 84,-3 1 0,2 0 0,-7 1 1,-4 5-1,-7 5 0,-3 7 1088,-2 2 1,-2 3-406,-2 7 0,-3-1-730,-6 5 0,-4-1 0,0 3 0,1-2 0,1 1 0,4-2-72,2-3 0,-1-3-173,6-1 1,-5-2-3656,5-2 1,0 1 3899,4-6 0,0 0 0,0-4 0</inkml:trace>
  <inkml:trace contextRef="#ctx0" brushRef="#br4">26678 16082 7880,'-13'-6'2794,"0"0"3706,0-3-4946,6-2 1,3 10-1,9-4 1,8 4-1,7 1-392,5 0 1,5 0-2077,0 0 1,0 0 28,-4 0 1,1 0-1,2 0 1,1 0-1,-3 1 1,-3 2 884,-2 1 0,0 6 0,3-2 0</inkml:trace>
  <inkml:trace contextRef="#ctx0" brushRef="#br4">26484 16688 10340,'6'-7'974,"-2"-5"1,9 5-1,7-1 2449,7-1-3175,12 0 0,8-5 0,9-2 1,5-2-1,0-1 0,-2 0 1,-7 4-663,-8 0 1,-5 8 0,-3 3 0,-3 2 413,-2 2 0,-6 0 0,-7 0 0</inkml:trace>
  <inkml:trace contextRef="#ctx0" brushRef="#br4">26936 16688 7901,'-6'7'307,"-1"5"1,-6-2 0,0 6 1526,0 5 1,0 15 0,0 7 0,1 7 106,-1 6 0,1-1-1194,4 5 0,-2-7-597,5-2 0,2-7 0,8-13 0,3-8 0,5-7 0,4-9-79,5-4 0,2-5-130,2-2 0,0-9-234,0-8 0,0-4 0,-2-2 0,-1-2 1,-3-1-1,-3 2-611,-5 0 0,-1 0 594,-7 2 1,1-1 883,-5 9 0,-10 5 0,-5 6 0,-3 3 0,-5 5 0,-2 8 920,0 7 1,-1 0-974,0 5 1,6 1-2721,3 3-1,4 0 1,4-2 2199,5-2 0,2-5 0,2 3 0</inkml:trace>
  <inkml:trace contextRef="#ctx0" brushRef="#br4">27517 16404 7832,'0'-13'5537,"0"3"1144,0 6-6003,0 11 0,0 19 0,0 8 0,0 4 0,1 2 518,3 3 0,-1 1-1412,6 4 1,-2 0-1,3-5 1,-3-1 0,0-3-1,-1-5-470,0-4 1,-2-8 0,-5-7 1584,-4-4 1,-2-11-465,-6-9 1,0-8-38,1-5 1,3-4-1,0-5 1,1-8-1,1-7 1,2-5 164,4-5 1,1-3-564,0-6 0,10-4 0,3 1 0,-1 32 0,2 0 0,13-29 0,3 9 0,3 11 0,0 12 0,3 8 0,0 14 0,-2 11 0,-2 8 0,-7 14 0,-4 1 0,-4 11 0,-4 2 0,-5 1 0,-3 2 0,-4 0 0,-2-5 0,-4 1 0,-6-2 0,-6 1 0,-6-7 0,1-7 0,-4-2 0,-4-7 0,-1 1-63,-4-8 0,5 0 1,7-4-1,3 0 63,1 0 0,-4-11 0,3-4 0</inkml:trace>
  <inkml:trace contextRef="#ctx0" brushRef="#br4">23787 17953 7908,'0'-14'2908,"1"-1"0,3 4 1,6 6-539,6 7 0,6 7 1,8-4-1,4 1-1092,4 0 1,5-2-1902,0-4 1,4-4 0,-4-2 0,-1-1-1,-2-2 1,-3 2-9185,-3 3 9807,-2 2 0,-6 2 0,0 0 0</inkml:trace>
  <inkml:trace contextRef="#ctx0" brushRef="#br4">23929 18353 7821,'-33'7'1303,"4"-2"1,6-4 6157,6-1-4257,8 0 1,6 0-2477,12 0 1,5-1 0,14-2 0,2-3 0,4-1 0,5-3-729,4-2 0,-3 1-1531,3 2 0,-7-1 433,-2 6 1098,1-6 0,9 3 0,2-6 0</inkml:trace>
  <inkml:trace contextRef="#ctx0" brushRef="#br4">26600 6389 8325,'-31'-6'0,"-2"-1"0</inkml:trace>
  <inkml:trace contextRef="#ctx0" brushRef="#br4">24768 17824 10445,'-13'-13'2813,"0"6"1,0 4-1,1 7-1182,4 9 0,2 7 0,7 10 0,4 6 0,2 4 0,2 5-1631,-1 1 0,1 0 0,4 2 0,0 0 0,-1 0 0,1-7 0,0-4 0,-1-4-251,-4-4 1,0-2-1,-6-1 1,3-2-9581,-2-3 9777,4-2 0,-6-6 0,5 0 0</inkml:trace>
  <inkml:trace contextRef="#ctx0" brushRef="#br4">25090 17966 7924,'-7'-32'835,"1"5"0,6-2 0,0 6 1698,0 6 0,6 4-1474,3 5 0,6 1-689,3 2 1,6 4 0,0-3 0,5 2 0,-2 4 0,-2 2 271,-4 4 1,1 5-1,2 5 1,-2 3 533,-5 3 1,-7 2-14,-2 0 1,-5 1-769,2 3 1,-5-2 0,-5 2 0,-3-2-396,-4 3 0,-1-4 0,0 3 0,1-3 0,0-1 0,2 0 0,3 0 0,1-2 0,3-2 0,2-4 0,1-5 0,6-1 0,2-4 0,11 2 0,7-6 0,7-1 0,5-3 0,5-4 0,5-5 0,6-1-4242,2 2 1,-6-4 4025,-7 4 0,3-9 0,0-4 1</inkml:trace>
  <inkml:trace contextRef="#ctx0" brushRef="#br4">26200 18159 7859,'0'-12'9830,"5"3"-5727,-1 0 1,10 6-2717,-1-1 1,4 3-1388,0 1 0,5-5 0,7 1 0,2 0 0,1 0 0,1-1 0,0 2 0,-5 2-2367,3 1 1,0 0 2366,-1 0 0,0 0 0,-4 0 0</inkml:trace>
  <inkml:trace contextRef="#ctx0" brushRef="#br4">27814 7021 8360,'27'0'-266,"1"0"0,1 0 0,-3 2 0,-5 0 0,-3 4 0,-5 0-207,-3 0 0,-8-1 567,3 0 0,-10-4 1,-3 3-1,-5-2 1,-4-2-1,-6 0 202,-6 0 1,-1 0 0,-7 0 0,-5 1 158,-2 4 0,2-4-164,-1 3 0,-1-2-155,1-2 0,5 0 0,8 1 0,4 2 0,3 1 17,2-1-407,11-1 0,10-2 176,17 0 1,13 0 77,9 0 0,17 5 0,10 3 0</inkml:trace>
  <inkml:trace contextRef="#ctx0" brushRef="#br4">27155 17617 7792,'-7'-5'591,"-4"-1"0,3-4 1,0 3 3394,-1 1-3411,6 2 1,-7 5 0,6 3-1,1 5 1,2 2 0,1 2-1,0 2 1,-2 0 831,-2 3 1,3 3 0,-4-2-1,2 1-459,-1 3 1,3-3-1,-4 0 1,4 0-404,1 0 0,1-3-545,4 5 0,2-2 0,6 1 0,1 0 0,3-7 0,6 2 0,4-3 0,4-2-1281,-3-5 1,4 1-107,-2-3 1,2-1-2397,-2-7 1,-7-3 3782,2-6 0,-2-12 0,3-2 0</inkml:trace>
  <inkml:trace contextRef="#ctx0" brushRef="#br4">27530 17553 7792,'-2'-12'0,"-2"4"3862,2 2 1,-8 7-1078,6 4 1,-2 5-1018,2 11 1,3 7-1,-5 12 1,2 6-1515,-1 10 1,0 4-255,2-24 0,1 1 0,1 36 0,-2-35 0,0 0 0,1 0 0,0-1 0,-3 33 0,1-4 0,-2-7 0,4-11 0,-7-5 0,6-7 0,-1-1 0,2-11 0,2 0 0,0-3-917,0-6-135,0 0 1,2-8 1051,2-3 0,9-20 0,7-5 0</inkml:trace>
  <inkml:trace contextRef="#ctx0" brushRef="#br4">28059 17256 14322,'0'-6'4110,"0"6"1,0 9 849,0 7-4794,0 9 1,0 8 0,0 6 0,0 0 0,0 1 0,0 2 0,0 1-505,0-2 0,0-5 0,0-3 0,0-3-1873,0-5 1,0 0-4765,0-3 6975,0-3 0,5-1 0,3-5 0</inkml:trace>
  <inkml:trace contextRef="#ctx0" brushRef="#br4">27994 17876 7768,'-8'0'0,"0"-2"4746,3-2 1,0 1 27,5-6 1,0 5-4465,0-5 0,8 5 0,4-3 0,9 0 0,4 1 1,5-1-832,5 0 1,2 2-1377,2-3 1,1 5-1609,3-1 0,-4 2 3505,0 2 0,-1 0 0,-5 0 0</inkml:trace>
  <inkml:trace contextRef="#ctx0" brushRef="#br4">28097 18121 7727,'-12'7'1794,"-1"-1"1,-2-5 0,1 3 124,1 5 1,-3 4 0,9 4 0,-1 6-794,-1 6 1,2 8 0,-2 7 0,5 4 431,2 5 0,2-2-1429,0 5 0,6-8-129,3-5 0,7-10 0,2-9 0,2-10 0,3-8 0,2-4 0,0-2 0,1-8 0,-1-3 0,-4-6 0,-4-3 0,-2-2 0,-2-4 0,-6 1 0,-3-1 0,-8 4 0,-5 2 0,-4 2 0,-4 2 0,-5 3 0,-2 4 0,3-1 0,-1 6 0,1 0-499,-5 4 1,6 1 0,2 3 0,4 5-7179,1 2 7677,6 8 0,-4-5 0,3 5 0</inkml:trace>
  <inkml:trace contextRef="#ctx0" brushRef="#br4">28640 17579 7774,'-9'-13'4028,"0"0"1,6 13-2322,-1 8 1,3 15 0,1 15 0,1 8-33,3 10 1,-1 7-1076,6 5 0,-5 3-392,1-35 0,-1 1 0,0 32 1,3-9-1,-1-4 0,-3-7 1,-2-9-209,-1-10 0,0-11 0,0-7 0,-1-7 0,-2-10 0,-3-5 0,1-5 0,-1-7 0,-3-4 0,5-4 0,-6-4 0,1-9 0,2-6 0,0-10 0,1-7 0,3-3 0,2-2 0,1-1 0,1 5 0,4-2 0,3 10 0,9 7 0,-1 12 0,6 11 0,2 8 0,3 8 0,5 9 0,1 7 0,-4 5 0,1 9 0,-3 4 0,-1 4 0,-6 1 0,-4 0 0,-6 0 0,-6 0 0,-3-1 0,-1 1 0,-1-1 0,-3-4 0,-8 2 0,-5-6 0,-6 0 0,2-4 0,-4 0 0,-2-1 0,-2-4-4070,-1-3 4070,0 2 0,4 0 0,0 6 0</inkml:trace>
  <inkml:trace contextRef="#ctx0" brushRef="#br2">9108 13680 10560,'-5'8'-503,"-29"35"503,5-8 0,-2-3 0,8-7 0,6-5 0,5-1 0</inkml:trace>
  <inkml:trace contextRef="#ctx0" brushRef="#br2">9217 13680 15954,'-3'5'-16,"-36"51"16,-4-1 0,18-26 0,-2 0 0,-2 1 0,0-1 0</inkml:trace>
  <inkml:trace contextRef="#ctx0" brushRef="#br2">5292 9499 8324,'-13'-20'321,"1"-3"0,2 6 0,2 1 0,-2 2 0,-3 2 0,-3 2 0,-3 3 714,-1 1 1,-3 2 0,-8 4-1,-7 2-540,-3 2 1,-4 4 0,4 11-1,-2 7 1,0 8 0,0 8-279,0 5 1,4 13 0,21-27 0,2 0 0,-2 2 0,1 1-311,1 1 0,-1 0 1,-1 3-1,0 1 0,3-1 1,0 1-1,1 0 0,1-1-1092,1-1 0,1 1 0,2 0 1,1 0 706,3-1 0,1-1 1,1 1-1,2 0-1417,5 25 0,11-4 1895,10-12 0,4-5 0,10-12 0,5-9 0,5-9 0</inkml:trace>
  <inkml:trace contextRef="#ctx0" brushRef="#br2">5743 10003 8250,'-7'7'668,"3"7"1,4 13 736,4 15 0,3 15-1189,0-21 1,-1 1 0,-1 2 0,-1 0-1,0 1 1,-1 0 0,0 1 0,0 0 0,-1-1-1,-1-1 1,-1-2 0,0 0 1067,-5 32 1,-6-7-1083,-6-2 0,-12-4 0,-1 3 0,-7-2 0,-6-2 1,-5-2-266,-2-2 1,26-22 0,1 0-538,-1 1 0,0 0 0,-13 26 193,-2-5 1,9-5-1,-1-7 1</inkml:trace>
  <inkml:trace contextRef="#ctx0" brushRef="#br4">26342 4414 7959,'-13'0'0,"0"-4"914,0-1 1,5-3-1,-1 4 1,1-1-1,2-1 270,6-2 1,6-2 0,8 0 0,3 1-538,5-1 1,-2-1-407,1-2 0,1 4 0,2 2 0,-1 1 0,-1 3 0,-1 2 1,-1 2-1,-3 5 315,-2 7 1,-2 7 0,-2 10 0,-2 5 5,-5 2 1,-10 7-209,-7 4 0,-1 8-8,-7 4 0,-1 3 0,-4 2 0,0-1 0,1-1 0,0-3 1695,4-4-2041,2-8 0,12-5 0,3-9 0,2-4 0,5-4 0,6-5 0,1-3 0,11-10 0,5-2 0,6-6 0,2-1 0,5-4 0,4-5 0,3-6 0,-5 1 0,2-7 0,0 5-1495,-4-5 0,1 7 1,-10-2-1,-1 2 0,-3 2 1495,-5 0 0,4-5 0,-5-2 0</inkml:trace>
  <inkml:trace contextRef="#ctx0" brushRef="#br4">26975 3885 8014,'-19'-19'1161,"6"5"0,-1-3 1,5 2-1,3 2 1,3 1-334,2-1 1,8 0-1,6-2 1,9 0-1,6-4 1,7 0-573,2 1 1,2 2 0,-2 7 0,-1 4-137,-2-1 1,-5 6 0,0 1 0,-6 9 389,-6 6 0,-9 8 0,-3 2 0,-5 6 221,-5 1 1,-6 4 0,-8-3 0,1 4 588,-1 0 0,2-5-939,4-2 0,1-4-381,4-1 0,2-1 0,6 0 0,0-4 0,3-5 0,6-6 0,8-6 0,7-2-275,6-2 1,-1 0-1152,5 0 1,-5-4-1,3-1 1,-2 1-1,0 0 1,-3-1 1425,-4 3 0,-4 12 0,-6 4 0</inkml:trace>
  <inkml:trace contextRef="#ctx0" brushRef="#br4">27401 4453 7963,'-13'1'3369,"0"3"-1507,6-2-969,1 4 1,7-8-887,4-2 1,3-3 0,9-6 0,6-2-1,5 0 1,3-4-1229,2-1 0,1 4-2144,5-1 3365,0 3 0,0-5 0,-1-1 0</inkml:trace>
  <inkml:trace contextRef="#ctx0" brushRef="#br4">27568 4582 7947,'-13'0'536,"-4"4"1,1 2 2268,5 1-1923,-2-4 1,13 7-578,0-6 0,11-1 0,12-6 0,6-3 0,6-1 0,2-3-130,2-1 0,-2 2-94,-3 1 1,2 5 165,-6-2 1,0 0-1,-5 0 1,-4 3-1,-5 2 883,-6 4 0,-4 4-382,-6 10 0,-10 0-483,-3 4 1,-10 6 0,-1-2 0,-5 2 0,0-1 0,3-3 73,5-2 0,2 1-161,6-6 1,6 0-373,3-4 1,4 0 0,4-2 0,6-1 0,6-2 0,5-3 363,4-2 0,5-1 12,0-2 0,-4 0 275,-5 0 0,-5 1 0,0 3 1,-6 5-1,-6 4 620,-2 4 1,-9-1-514,-6 5 1,-6 1-565,-7 4 0,-1-1 0,-2 1 0,-1-1 0,1-2 0,2-3 0,1-2 0,1 1-197,-1-2 1,6-3-225,2 4 1,6-4 420,3-1 0,-3 0 0,5 0 0</inkml:trace>
  <inkml:trace contextRef="#ctx0" brushRef="#br4">7447 12752 8018,'-9'0'1878,"1"0"1,-2 1 0,0 3-693,1 5 1,3 8-1,6 5 1,0 4-617,0 4 0,6 1 0,3 5 1,2-3-1,2-1 0,0-5 310,0-4 0,0-5-269,0-5-389,0-6 0,-1-1-18</inkml:trace>
  <inkml:trace contextRef="#ctx0" brushRef="#br4">7511 12933 27710,'-12'-8'162,"-3"4"237,-2 2 1,3 2-400,-3 0 0,2 12 0,2 5 0,2 7 0,2 7 0,5 2 0,4 1 0,4-1 0,5-1 0,7-2 0,1-5 0,6-4 0,-2-4 0,-1-9 0,-3-4 0</inkml:trace>
  <inkml:trace contextRef="#ctx0" brushRef="#br4">7511 13039 28671,'-8'2'0,"-12"7"0,3 4 0,4 3 0,4 2 0,3 2 0,2 3 0,4 7 0,2-2 0,2 2 0,4-7 0,10-3 0,2-3 0,1-4 0,-17-11 0</inkml:trace>
  <inkml:trace contextRef="#ctx0" brushRef="#br4">7511 13100 28671,'-8'0'0,"-14"0"0,5 0 0,4 0 0,5 0 0,5 6 0,-1 2 0,4 2 0,4-1 0,3-3 0,6-6 0,1 0 0,4 0 0,-4-2 0,-9 1 0</inkml:trace>
  <inkml:trace contextRef="#ctx0" brushRef="#br4">7511 13014 28671,'-2'4'0,"-4"5"0,2 0-1063,4 3 1,1 0 1062,3-3 0,3-14 0</inkml:trace>
  <inkml:trace contextRef="#ctx0" brushRef="#br4">5421 10596 8261,'-6'-13'754,"-1"0"129,-6 1 1,4 4 639,1 4-1211,5 3 1,-3 2 0,6 3 0,2 4 0,0 0 0,4-1 0,1 0 1335,3 1 0,3 2-1180,4 7 1,1 3 0,6 7-1,5 3 1,2 5 0,7 2 99,3 2 0,5 5 0,4 4 1,-1 2-211,-2 1 0,-5 0-109,1-4 0,-9-7-138,-4-6 1,-8-6 0,-6-3 0,-6-6 0,-4-6 298,-1-4-639,-3-4 1,2-5 154,-8 0 0,-3-5 0,-6-4 0,0-4 0,-2-4 0,0-5-119,-3-2 1,-6-2 164,-2 0 0,0-1 32,-4-3 1,-3-2 0,-1-3 0,-3 0 0,-2-1 0,0 1 106,0 0 0,1-1-85,-1 6 1,7-3 10,7 7 0,0-1 0,9 10 391,5 1 74,4 8-428,7 2 1,1 7 0,4 2-1,3 3 1,5 2 0,4 7 79,5 5 1,9 11 161,8 8 0,7 6-217,-18-20 1,0 1-1,0 2 1,1 2 0,3 0-1,-1 1 1,0 2 0,0 2-1,1 1 1,-1 2 0,0 1-1,0 0-93,1-1 1,-1 1-1,-2 0 1,-1-1-3,0-5 1,0-1 0,-2-2 0,0-1-5,21 14 0,-12-7 0,-11-16 0,-5-6 0,-7-5 0,-2-4 0,-8-2 0,-2-7 0,-7-5 0,-10-8 0,-5-3 0,-8-6 0,-9-7 0,-10-7 0,-4-9 0,25 22 0,-1 0 0,0-1 0,1 0-6,-1-1 1,0 1 0,0-1 0,1-1-117,0-2 0,0-1 0,-5-3 1,-3-1-38,-2 1 0,-1-1 0,-1-2 0,-1 1 0,3 3 1,0 1-1,2 0 0,1 0 0,2 2 0,1 0 0,4 3 1,2 0-291,-19-18 0,14 14 0,13 17 573,4 6 0,4 6 325,6 8 1,7 5 183,14 8 1,6 10-402,11 12 1,8 13 0,-14-21-1,1 2 1,4 3 0,2 1-1,3 3 1,2 1 0,4 2 0,1 0-233,1 1 0,0 1 0,3 3 0,1 1-388,1 2 0,1 1 1,-15-15-1,-1 0 0,2 0 388,2 3 0,1 1 0,-2-2 0,-3-3 0,-1-1 0,-1-1 0,16 17 0,-3-2 0,-5-4 0,-2-2 0,-5-3 0,-1-1 0,-3-3 0,0-1 0,-3 0 0,0-2 0,20 18-137,0-7 0,-8-10 137,-1-8 0,-6-2 0,-9-2 0,-3-5 0,-3-3 0,-10-8 0,-3-6 0,-13-9 0,-9-12 0,-10-8 0,-18-15 0,19 18 0,-1-1 0,-3-4 0,-1-1 0,-3-4 0,0-2 0,0-1 0,1-2 0,0 1 0,1 0 0,2-3 0,0 0 0,-2 1 0,-2 1 28,0-5 1,-1 1 0,0 1 0,-1 1 0,-5-5 0,0 1 0,2 2 0,0 0 0,4 3 0,0 1 0,4 3 0,2 2-555,4 4 1,1 3 742,-6-9-3,11 14 0,15 24 0,10 9 1,7 5-1,8 9 0,9 14-46,9 16 0,-9-17 0,3 3-31,7 9 1,2 3 0,3 1 0,2 1-189,-14-14 1,0 2 0,0-1 0,-1 0 0,1-1 0,-1 1 0,0 0 0,-1 0 0,1 0 0,1 2 0,0 0 0,0-1 0,0 1 0,1-1 0,-1 0 0,0-2 0,-1-1 0,1-1 50,13 14 0,-2-3 0,-6-4 0,-3-2 0,-4-5 0,-2-1 0,-4 1 0,-2-2 0,16 25 0,-5-5 0,-5-18 0,1-2 0,-2-5 0,0-5 0,-3-3 0,-9-8 0,-3-5 54,-9-6 1,1 0-1,-11-12 1,-8-10 0,-12-8-1,-11-10-54,-9-9 0,18 16 0,0-3 0,-3-5 0,2-2 0,-1 0 0,1-1-30,-1 0 0,-1 0 0,2 1 0,-2 0 0,-2-3 0,-1 0 0,-2-1 0,0 2 0,-2-1 0,0 1 0,1 1 0,1 0 30,2 1 0,2 1 0,5 7 0,2 0 448,-13-24 1,6 13-449,11 17 0,9 10 0,12 22 0,7 7 0,8 3 0,6 10 0,5 11 0,17 19 0,-18-22 0,2 2 0,8 7 0,3 0 0,1 2 0,2 0 0,1 2 0,1 0 0,0 0 0,0 2-90,1-1 1,-1 1-1,1 2 1,0 0-1,-2 0 1,0-2-1,-3-4 1,0-2 89,-4-6 0,0-2 0,-3-7 0,-1-3 0,25 13 0,-10-8 0,-9-7 0,-11-4 367,-9-6-367,-8 0 0,-3-3 0,-9-7 0,-6-12 0,-11-15 0,-14-15 0,-15-7 0,21 19 0,0-2 0,-3 0 0,-1-2 0,-2-3 0,0-1 0,0 0 0,0-2 0,0 2 0,2-1 0,1 2 0,1 0 0,4 3 0,1 1 0,-1 1 0,2 0 0,-19-22 0,7 11 0,10 5 0,13 21 0,14 14 0,11 14 0,8 9 0,12 14 0,6 6 0,2 13 0,-16-24 0,0 1 0,-1-1 0,1 0 0,1 3 0,0-1 0,0-1 0,-1-1 0,0-2 0,-1 0 0,1-2 0,0 0 0,22 25 0,-2-9 0,-8-5 0,-6-9 0,-9-7 0,-5-10 124,-9-7 0,-1-8 1,-7-2-1,-4-6 0,-5-6 1,-5-7-3493,-7-5 1,-4-12-2706,-4-12 5846,-9-5 0,17 19 0,-1 0 1,-3-2-1,0 1 0</inkml:trace>
  <inkml:trace contextRef="#ctx0" brushRef="#br4">7589 12829 7954,'-13'4'1017,"0"1"0,0-2 746,0-2 0,5-1-888,-1 0 1,1 0 0,-5-1 0,0-2 0,0-2 4542,0 3-5034,6 0 0,1 4 1,6 2-1,1 6 1,4 6-1,5 5 535,6 4 1,-1 0-740,7 1 1,-1-4-70,5-1 0,-4-5 1,-2 1-1,0-4 1,-1-3-1,-1-3-18,-2-1 0,-6-3-93,-1-7 0,-7-4 0,3-5 0,-5-1 0,-6-3 0,-5-3 0,-7-2 0,-2 2 0,-3 2 0,-1 0 0,-2 6 0,-4-1 0,0 0 0,-2 6 0,4 2 0,-1 4 0,3 2 0,5 4 0,2 3 0,8 9 0,6 5 0,7 2 0,6 2 0,8 4 0,14 0 0,5-1 0,0-3 0,1-5 0,-1-4 0,-5-4 0,4-4 0,-5-3 0,1-6 0,-3-6 0,-2-4 0,-4-6 0,-4-5 0,-2-4 0,-2-1 0,-6 1 0,-3-1 0,-4 0 0,-4 0 0,-8 0 0,-6 2 0,-2 3 0,-3 3 0,-2 4 0,-1 1 0,5 6 0,-1 3 0,1 2 0,1 2 0,-3 6 0,6 3 0,1 8 0,7 4 0,-1 8 0,6 2 0,3 2 0,3 3 0,7 2 0,2 0 0,4-5 0,3-3 0,7-2 0,4-3 0,5-4 0,-2-6 0,-1-5 0,1-5 0,-1-11 0,-2-7 0,0-7 0,-5-4 0,-8-4 0,-9 0 0,-1-4 0,-4-1 0,-2 4 0,-5-1 0,-8 4 0,-7 5 0,-5 2 0,-2 6 0,-3 1 0,-4-1 0,-4 5 0,1 4 0,1 4 0,2 4 0,5 5 0,-1 8 0,3 5 0,1 2 0,6 2 0,3 0 0,4 0 0,4-1 0,3-3 0,6-2 0,0-1 0,0-4 0,6 0 0,3-4 0,2-2 0,2-5 0,0-2 0,0-4 0,0-4-4188,0-7 4188,0-11 0,5-15 0,2-7 0</inkml:trace>
  <inkml:trace contextRef="#ctx0" brushRef="#br4">7641 12958 8073,'0'13'568,"-2"0"1,-1 0 1913,-1 0-1742,0-6 0,4-3 0,0-8 2127,0-5-1842,0-2 0,1-1 1,3 4 107,5 3 0,3 0 0,0 0 76,1 3 0,-4 0-666,0 2 1,-5 0-66,4 0 0,-3 2 0,3 0 0,2 4-478,2 1 0,1-4 0,0 7 0,0-5 0,-5-1 0,1-3 0,1 2 0,1 1 0,2 1 0,0 0 0,0-3 0,1 2 0,2-1 0,1 1 0,2-2 0,-2 4 0,3-2 0,0 0 0,0 0 0,-2-4 0,-3 2 0,7 2 0,-5-2 0,3 2 0,0-3 0,-1-1 0,1 0 0,0 0 0,-3 0 0,5 2 0,-1 1 0,-1 1 0,5 0 0,-4-4 0,4 5 0,1-1 0,-1 2 0,1-4 0,0 3 0,0-2 0,0 0 0,-1 1 0,0-3 0,-2 4 0,-2-4 0,2-1 0,-4 0 0,-2 0 0,-3 0 0,-1 0 0,4 0 0,1 0 0,-1 0 0,-4 0 0,0 4 0,0 1 0,0-3 0,1 0 0,2-2 0,1 0 0,1 0 0,0 0 0,2 4 0,6 1 0,-5-1 0,1-3 0,1 2 0,1 1 0,2 1 0,0 0 0,-5-3 0,1 2 0,-2 2 0,1-2 0,2 1 0,-6-4 0,1 2 0,-1 1 0,0-1 0,-1-2 0,2 4 0,0-1 0,-3-1 0,0-2 0,-2 4 0,-1-1 0,7 2 0,3-2 0,-2-1 0,1 4 0,4-1 0,2-2 0,4 0 0,2 1 0,-4 3 0,1-2 0,-1 1 0,1 3 0,-3-3 0,3 1 0,-4-1 0,-4 0 0,2-3 0,-2 5 0,1-2 0,-2 2 0,3 1 0,-2-5 0,2 1 0,4 1 0,0-1 0,2 0 0,6 2 0,-1-3 0,2 3 0,2-3 0,-1 3 0,0-2 0,-3 0 0,-2 1 0,0 0 0,0 3 0,0-3 0,2 2 0,2-1 0,-2 5 0,8 0 0,4 0 0,3 0 0,2 1 0,-1 2 0,1 1 0,-5 2 0,1-3 0,-1 1 0,-1-1 0,4 2 0,-3 0 0,11-1 0,6-4 0,-5 4 0,1 0 0,-5-1 0,-4-2 0,1-1 0,0 0 0,-1 0 0,1 0 0,1-2 0,3-2 0,-3 2 0,3-3 0,-5 0 0,-3-1 0,-5 1 0,-3-1 0,-1-3 0,-1 5 0,3-5 0,2 5 0,1-5 0,5 3 0,-2 0 0,2 0 0,0 2 0,-2-2 0,-3 3 0,-5-6 0,0 6 0,0-1 0,-1-2 0,4 2 0,4-1 0,7 1 0,3 0 0,1 1 0,-1 1 0,-6 1 0,-4-2 0,-7-2 0,0-1 0,-5 2 0,3 1 0,2-6 0,4 5 0,3-3 0,1 1 0,3 2 0,-2-1 0,-2 1 0,-3-5 0,-5 5 0,1-5 0,0 5 0,0-2 0,1 3 0,3-3 0,4 0 0,3-1 0,2 0 0,1 4 0,3-2 0,-7-1 0,2 2 0,-8-5 0,-1 3 0,-5 1 0,-1-3 0,3 3 0,2-1 0,11-3 0,-3 3 0,-1 0 0,3 1 0,-7-1 0,1 3 0,-4-2 0,-2 2 0,1-2 0,-10 0 0,7-5 0,2 1 0,4 2 0,6 0 0,-2 0 0,1 1 0,-1-2 0,0 1 0,-2 3 0,-2-5 0,0 2 0,-9-2 0,3-1 0,4 4 0,2-1 0,4-2 0,2 0 0,-2 1 0,3 3 0,-3-3 0,-2 0 0,-2 0 0,-3-2 0,-1 4 0,1 0 0,3 0 0,6 2 0,5-2 0,-1 4 0,3-2 0,-3 1 0,-1-1 0,-3 2 0,-5-4 0,-5 2 0,-2-1 0,2 1 0,4 4 0,1-4 0,4-1 0,0-1 0,-5 3 0,0-1 0,-1 0 0,-3-1 0,-6 1 0,-5-1 0,-2 4 0,0-2 0,0-1 0,0-2 0,-1 3 0,3-2 0,2 2 0,4-2 0,9 0 0,-1-4 0,5 5 0,-4-2 0,3 3 0,-1-1 0,-4-1 0,-2 1 0,-5 0 0,-2-5 0,-6 5 0,1-7 0,3 3 0,-7 1 0,1-2 0,-4-1 0,-4 0 0,-1-1 0,-3 3 0,1-1 0,0-4 0,-4 4 0,-1 1 0,-3 3 0,3-2 0,2 0 0,0 1 0,-1 0 0,3-3 0,-4 5 0,-2-5 0,-2 5 0,2-5 0,-5 3-6080,-6-1 6080,-20-7 0,-32-12 0,20 3 0,1 0 0</inkml:trace>
  <inkml:trace contextRef="#ctx0" brushRef="#br4">7860 12881 11014,'-6'-13'58,"5"0"1,2 10-405,12 3 0,2 9 0,6-2 1,2 0 345,1-3 0,8 3 0,1 1 0</inkml:trace>
  <inkml:trace contextRef="#ctx0" brushRef="#br4">8699 12881 8021,'21'-13'361,"0"0"1,-3 1 52,-2 4 1,-2 2-1,1 6 1,0 0-152,3 0 0,-1 0 0,-3 0 0,2 2-863,1 2 1,6-1-412,-1 5 1,-2-3 1010,1 3 0,6-5 0,6 3 0</inkml:trace>
  <inkml:trace contextRef="#ctx0" brushRef="#br4">9460 12881 8021,'26'-13'2034,"-6"6"-1573,-2 2 0,-4 4-217,-1 1 0,4 0 1,0 0-1,0 0 0,2 1 1,1 2-282,0 1 1,5 1-1354,-4-5 0,4 0 100,0 0 1290,-5 0 0,11 0 0,-4 0 0</inkml:trace>
  <inkml:trace contextRef="#ctx0" brushRef="#br4">10248 12868 8021,'18'0'0,"-2"0"498,6 0 0,-7 0 50,3 0 1,-4 0-1,-1 0 1,0 0-1,1 1 1,3 2-598,5 1 0,4 6-71,4-1 1,4-2-1293,9 2 0,3-5 1412,6 5 0,5-6 0,2 2 0</inkml:trace>
  <inkml:trace contextRef="#ctx0" brushRef="#br4">11435 12945 8021,'26'-13'2154,"-2"6"-1669,-2 3 0,-2 2-101,-3 2 1,-1 2 0,5 2 0,2 5 0,2 2 0,2 2-858,3 0 1,7 0-50,6 0 522,6 0 0,-3 5 0,6 2 0</inkml:trace>
  <inkml:trace contextRef="#ctx0" brushRef="#br4">12932 13036 8021,'33'-13'3042,"-1"5"-2358,-6 4 1,-6 3-527,-3 1 0,-3 4 0,1 2 1,2 0-1,4 1 0,4 0-1159,1 3 1,7-3-1,5 0 1001,8-1 0,10 4 0,3-3 0</inkml:trace>
  <inkml:trace contextRef="#ctx0" brushRef="#br4">14584 13048 8021,'46'-12'429,"-7"0"0,-9 3 1,-4 5 49,-5 3 0,4 1 0,-4 0 0,4 1-1115,0 3 1,8-1-1491,6 6 2126,6-6 0,12 8 0,2-4 0</inkml:trace>
  <inkml:trace contextRef="#ctx0" brushRef="#br4">16391 13087 8012,'38'-4'0,"-3"0"0,0-1 138,1 0 1,2 3-1,5-2 1,5 2-779,2 2 0,2 5 178,-1-1 0,2 0 462,3-4 0,-3 0 0,5 0 0</inkml:trace>
  <inkml:trace contextRef="#ctx0" brushRef="#br4">17514 13048 8012,'20'0'554,"-3"0"1,-2-4-251,-2 0 1,0 0 0,-1 4-488,1 0 1,2 1-456,2 3 1,-1-2-254,5 2 1,5 2 890,4-2 0,12 6 0,-2-3 0</inkml:trace>
  <inkml:trace contextRef="#ctx0" brushRef="#br4">13616 10441 7890,'28'-5'-83,"0"-3"0,5 1 0,5 4-474,6 6 0,12 4 557,8 6 0,-26-6 0,0-1 0,5 1 0,-1-1 0</inkml:trace>
  <inkml:trace contextRef="#ctx0" brushRef="#br4">15397 10583 7965,'31'-11'715,"-1"2"0,-3 5 2038,-4 3-3100,1 1 1,-4 4-1,6 0 1,0 0-1,1 1 1,2 0 0,1 1-2305,-1 0 2651,-2-2 0,4 2 0,2 1 0</inkml:trace>
  <inkml:trace contextRef="#ctx0" brushRef="#br4">7524 13345 7980,'-8'-4'1543,"1"1"1,1 5-2493,3 5 0,2 0 949,1 2 0,5-1 0,3 5 0</inkml:trace>
  <inkml:trace contextRef="#ctx0" brushRef="#br4">7615 12984 8050,'-13'-26'609,"1"2"1,2 4 0,3 5 0,0 7 0,1 3 0,-1 7 601,0 5 1,3 5-1,-3 2 1,1 4-661,3 8 0,-3 3 1,2 7-1,1 1 1,3 0-1,3 2 254,1-2 1,6 5-560,-1-8 0,4-6-166,4-3 1,-1-12 0,5-1 0,2-6 0,2-9 0,0-9 277,1-8 1,-4-11-1,-2-10 1,-3-7 339,-6-7 1,-3-1-408,-8 5 0,-3-1 10,-6 0 1,-1 7 0,-11 3 0,-4 8 0,-2 8 0,-3 8 196,1 8 0,-1 5-498,4 5 0,-1 7 0,10 6 0,0 13 0,4 12 0,1 8 0,4 3 0,3 0 0,4-2 0,1-5 0,0 1 0,6-9-166,2-4 0,4-10 0,2-5 0,2-7 0,2-2 166,3-3 0,6-13 0,6-5 0</inkml:trace>
  <inkml:trace contextRef="#ctx0" brushRef="#br4">27684 2543 7938,'-38'0'703,"0"0"0,4 0 0,4 0 0,4 0 0,5 1 963,3 3 1,13-2 0,10 1 0,17-6-1309,14-6 1,14-8 0,12-5 0,5-2 0,-30 11 0,1 0 0,0 0 0,1 0-180,0 0 1,-1 1 0,0-1-1,-1 1 133,28-9 0,-2-1-191,-3 9 1,-4-1 0,-12 10 0,-9 2 0,-14 5 0,-11 7 541,-10 6 0,-8 5-299,-14 10 0,-7 3 107,-14 9 0,3 3 0,-3 5 0,5 1 0,3 0 0,6-1-108,6 1 1,5-5-364,5 1 0,6-1 0,2 5 0,17-7 0,9-1 0,12-4 0,9-3 0,5-3 0,4-4 0,0-4-305,1-4 1,-6-4 111,-3-5 1,-9 0 0,-5-1-1,-6-2 1,-7-2 377,-6 2 878,-5 2-956,-5-5 1,-1-1 0,-3-6-108,-5 0 0,2 0 0,-2 0 0,6 0 0,-2 6 0,5 4 0,1 5 0,3 8 0,6 6 0,6 5 0,0 11 0,5 6 0,7 8 0,-12-24 0,2-1 0,2-1 0,2 0 0,0 2 0,0-1 0,1-1 0,1-2 0,1 1 0,1-2 0,-1 0 0,1 0 0,0 1 0,-2 0 0,18 22-184,-3-1 0,-12-5 184,-10 0 0,-8-7 0,-5-5 0,-2-1 0,-4-1 0,-2-3 0,-5-2 0,-8-1 0,-5 3 0,-8-1 0,-4 5 0,-3-5 0,-2 1 0,0-3 0,2-2 0,3-4 0,6-1 0,7-3 0,-1 3 0</inkml:trace>
  <inkml:trace contextRef="#ctx0" brushRef="#br4">29543 2723 7826,'-13'-11'1234,"0"-5"0,2-4 0,1 0 0,2 1 1023,3 3 1,0 2-1,7 1 1,4 0-127,7 0 0,5-1-1695,8-3 0,0 1 0,0-4 0,1 1 0,2 4 1,-1 0-437,-3 2 0,0 6 0,-9 1 0,3 8 0,-3 4 0,-6 6 0,-3 9 0,-4 6 0,-8 7 0,-3 2 0,-9 11 0,-4 1 0,0-2 0,1-3 0,1-3 0,3-3 0,8-2 0,-2-1 0,6-8 0,-1-3 0,7-12 0,2-2 0,6-5 0,7-3 0,9-1 0,11 0 0,11 0 0,2-4 0,1 0 0,0 0 0,-5 5 0,-8 3 0,-8 6 0,-7 5 0,-5 2 0,-6 10 0,-4-1 0,-8 3 0,-8 2 0,-4-2 0,-6 5 0,-3-4 0,-9 5 0,1-6 0,-4-1 0,0-3 0,0-4 0,-1 1 0,1-2 0,5-6 0,7-5 0,5-5-4784,-1 5 4784,3-7 0,6 4 0,3-6 0</inkml:trace>
  <inkml:trace contextRef="#ctx0" brushRef="#br4">30356 1871 7965,'-13'-18'1702,"2"3"1,2-2-1,3 4 1,2 3 6912,0 2-7955,5 5 0,11-3 0,6 5 0,2-2 0,5-2 0,2 3 0,3-1 1,-1 0-661,-2-1 0,-7-1 0,2 7 0,-8 2 0,-3 5 0,0 4 0,-4 4 0,-2 3 0,-5 6 0,-4 1 0,-2 3 0,1 3 0,-1 0 0,3-3 0,2-3 0,1-5 0,1-2 0,3-1 0,5-4 0,4-6 0,4-5 0,-1-2 0,5-2 0,5-6 0,4-4 0,-1-4 0,-2-4 0,-1 3-1961,0 0 1,-5 2-2397,1 0 1,-6 8 4356,1 5 0,3 5 0,0 8 0</inkml:trace>
  <inkml:trace contextRef="#ctx0" brushRef="#br4">30640 2620 7812,'-1'-13'3440,"-2"0"0,-2 0-2005,3 0 0,0 5 0,4-1 0,3-1 1505,8-1 1,2 2-3104,6 0 1,2 1-597,7-5 1,0-1 0,6-1 0,1 1 0,-1 2 0,2 2 758,-1 3 0,2 2 0,-1 5 0</inkml:trace>
  <inkml:trace contextRef="#ctx0" brushRef="#br4">30756 2788 7812,'-13'0'2392,"0"0"1091,0 0 0,6-2-2221,3-2 1,14-3-1,7-5 1,8 2-674,5 2 0,8-5 0,8-4 0,2 2 125,-1 5 1,-1 0-1,0 5 1,-7-1-406,-8 0 0,-11 5 0,-7 8 1,-7 7-310,-5 5 0,-17 8 0,-8 7 0,-9 4 0,-7 0 0,0 1 0,5 0 0,5-2 0,3-2 0,7-4 0,4-6 0,6-4 0,6-4 0,10-4 0,6-4 0,10-5 0,7-3 0,2-1 0,4 0 0,0 0 0,-4 0 0,3 0 0,-5 2 0,-5 2 0,-5 5 0,-5 4 0,-1 4 0,-6 3 0,-3 6 0,-8 4 0,-5 0 0,-6 4 0,-5-2 0,-3 0 0,-5-1 0,1-2 0,0-2 0,1-7 0,0-3 0,-2 1-2943,2-6 1,1 3 2942,8-11 0,-3 6 0,-6-3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  <inkml:brush xml:id="br2">
      <inkml:brushProperty name="width" value="0.12095" units="cm"/>
      <inkml:brushProperty name="height" value="0.12095" units="cm"/>
      <inkml:brushProperty name="color" value="#3165BB"/>
    </inkml:brush>
  </inkml:definitions>
  <inkml:trace contextRef="#ctx0" brushRef="#br0">3149 11835 8279,'0'20'0,"0"6"0,0 7 833,0 4 1,6 9 0,3 7 0,3 10 0,-4-27 0,0 0 0,1 2 0,1 0 131,0 1 1,0 0 0,-2-3-1,1-1-470,13 34 1,-7-10 0,3-9 0,-4-10-1,-3-10 1,-2-7 335,-5-5 0,-4-10 0,-4-4-617,-5-2 1,-2-8 0,-2-2 0,0-5 7,0-5 0,-4-7-679,0-10 0,-6-14 217,1-6 0,2-9-1,0-4 1,11 31 0,0 0 0,0 0 0,0-2 0,1 0 0,-1-2-180,0-2 0,1 0 0,0 2 0,0 0 172,3-4 1,2 0-1,-1 2 1,2 0 193,1 0 1,2 0 0,-1 4 0,1 0 0,5-25 0,5 11 0,8 16 0,4 12 551,4 12 0,3 6-71,1 7 1,-4 2-102,3 2 1,-3 9-1,0 8 1,1 4-1,-3 2 1,-4 3 606,-6 4 0,-8 4-484,-2 0 0,-4 6-423,-1-1 0,-10 5 1,-4-2-1,-3 0 0,-3-3 1,-1-4-789,-1-5 0,-1-4 0,1-8 1,5-5-4050,3-3 1,6-5 4810,4 0 0,8-7 0,4 4 0</inkml:trace>
  <inkml:trace contextRef="#ctx0" brushRef="#br0">3769 12210 8295,'-18'5'1357,"3"5"1,2 8 1492,3 7 0,7 14-2274,-1 13 1,8 4 0,6 4 0,6-4 0,5-5-1,4-6 427,0-11 0,1-5-686,0-16 1,1-3 0,2-12 0,1-3 472,-1-8 1,-2-7-598,-1-10 1,-6-5 0,-4-6 0,-6-2 0,-6 0 0,-3-2 23,-1-2 0,-10 1-104,-2-1 1,-10 5-807,0-1 0,-6 4 0,-4 6 0,-1 7-1848,-3 8 0,5 5 968,1 4 1,8 5 0,6 10 1572,6 7 0,-1 5 0,4 8 0</inkml:trace>
  <inkml:trace contextRef="#ctx0" brushRef="#br0">5098 12145 8048,'-13'0'1714,"5"-1"425,-1-4 0,8 4-591,1-3 0,1 2 1,8 2-789,1 0 0,0 2 0,0 0 0,-2 3-178,2-2 1,2-1 0,1 1 0,0 2 74,0-3 0,1 0-206,3-2 0,-3 4-209,4 1 1,-4-1 0,0-4 0,2 0 0,3 0-1,-1 0 135,1 0 0,3 0-283,-5 0 1,6 0-95,-2 0 0,-1 0 0,2 0 0,-1 0 0,1 0 0,-1 0 0,2 0 0,-3 4 0,2 0 0,-5 2 0,5-2 0,-2-1 0,3 5 0,-3-3 0,-2-2 0,4-1 0,-5-2 0,2 4 0,-4 0 0,3-1 0,-3-2 0,0-1 0,-2 0 0,0 0 0,-1 0 0,1 0 0,0 0 0,-4 0 0,-1 0 0,3 0 0,0 0 0,2 0 0,0 2 0,0 2 0,-3-2 0,3 2 0,-6-3 0,10 1 0,2 1 0,-1 1 0,0-1 0,-3-2 0,3-1 0,-3 0 0,7 0 0,-2 0 0,3 0 0,-2 0 0,2 0 0,0 0 0,-1 0 0,2 0 0,-2 0 0,1 0 0,0 0 0,-3 0 0,-2 0 0,5 0 0,-1 0 0,-4 0 0,0 0 0,0 0 0,1 0 0,1 2 0,3 1 0,0 1 0,-2-1 0,4-2 0,-4-1 0,8 0 0,1 0 0,2 0 0,-4 0 0,2 0 0,0 0 0,1 0 0,-1 0 0,0 0 0,-4 0 0,-2 0 0,-3 0 0,4 2 0,-4 0 0,2 3 0,-1-2 0,2 2 0,-2 0 0,2 0 0,2-2 0,1 2 0,2-1 0,1 0 0,-1 1 0,2-1 0,-1-4 0,5 0 0,-5 0 0,0 0 0,-4 0 0,0 0 0,-2 0 0,-1 0 0,-2 0 0,-3 0 0,3 0 0,-1 0 0,2 0 0,2 0 0,-4 0 0,3 0 0,2 0 0,2 0 0,0 0 0,0 0 0,-1 0 0,1 0 0,3 0 0,-2 0 0,2 0 0,-3 0 0,-1 0 0,0 0 0,-1 0 0,1 0 0,0 0 0,-4 0 0,-1 0 0,1 1 0,3 2 0,3 1 0,0-1 0,4-1 0,1-2 0,-2 0 0,8 0 0,-7 0 0,6 0 0,-2 0 0,2 0 0,-3 0 0,-2 0 0,-1 0 0,-3 0 0,-2-5 0,-1 1 0,1 0 0,3 4 0,-3 0 0,5 0 0,-2 0 0,2 0 0,1 0 0,2 0 0,-2 0 0,2 0 0,-5 0 0,4 0 0,-5 0 0,1 0 0,-3 0 0,-2 0 0,-2 0 0,-2 0 0,1 0 0,3 0 0,-3-2 0,0-2 0,-1 3 0,5-4 0,0 4 0,-1-1 0,3 0 0,2-3 0,-7 1 0,3 4 0,1 0 0,3 0 0,-4 0 0,-5 0 0,1 0 0,-1 0 0,1 0 0,1 0 0,-5 0 0,0 0 0,0 0 0,-1 0 0,5 0 0,-3 0 0,1 0 0,1 0 0,1 0 0,-1 0 0,5 0 0,4 0 0,0 0 0,-4 0 0,0 0 0,1 0 0,2 0 0,1 0 0,-1 0 0,-2 0 0,-1 0 0,-1 0 0,0 0 0,-4 0 0,4 0 0,-4 0 0,4 0 0,0 0 0,1 0 0,0 0 0,4 0 0,2 0 0,1 0 0,3 0 0,5 0 0,2 0 0,-1 0 0,-8 0 0,3 0 0,-2 0 0,2 0 0,0 0 0,-1 0 0,-1 0 0,1 0 0,7 0 0,3 0 0,5 0 0,-4 0 0,1-1 0,1-2 0,1-2 0,0 3 0,-3 0 0,2 2 0,-6 0 0,6-1 0,-2-4 0,8 4 0,1-5 0,-2 2 0,-2 0 0,-4 1 0,0 1 0,-7-2 0,2 0 0,2-1 0,-2 5 0,6-1 0,-2-2 0,2-1 0,-1 1 0,-2 1 0,-1 2 0,-1 0 0,-1 0 0,-8 0 0,-1 0 0,-4 0 0,-1 0 0,2 0 0,2 0 0,3 0 0,2 0 0,2 0 0,3 0 0,-3 0 0,3 0 0,-4 0 0,-4 0 0,-2 0 0,-1 0 0,-3 0 0,-2 0 0,-1 0 0,0 0 0,-1 0 0,1 0 0,1 0 0,2 0 0,1 0 0,0 0 0,0-1 0,1-3 0,-1 2 0,-5-2 0,0 3 0,-4 1 0,-1 0 0,-4-2 0,1-1 0,-1-1 0,-1 1 0,-7 2 0,1 1 0,-5 0 0,5 0 0,-6 0 0,8 5 0,-4 3 0</inkml:trace>
  <inkml:trace contextRef="#ctx0" brushRef="#br0">8428 12235 8079,'-1'-8'1722,"-2"-1"-390,-2-1 0,5 6 0,6 4 1,0 7 70,0 4 1,-1 2-930,0 0 1,-4 0-1,3 2 1,-1 0-1,0 3 1,1-3 3203,-1 0-3024,-1-2 1,-2-1 0,0 3 0,0 1 140,0 1 0,0 0-795,0-4 0,0-5 0,1 0 0,3-3 0,4 0 0,-1-11 0,-3-3 0,-3-2 0,-1-2 0,0 0 0,0 0 0,0 0 0,0 0 0,-5 2 0,-4 2 0,-2 5 0,-1 5 0,4 8 0,2 1 0,6 12 0,0-1 0,1 5 0,4 0 0,3-1 0,4 1 0,1 0 0,5-7 0,2-5 0,2-5 0,-1-4 0,1-3 0,-2-5 0,-1-11 0,-7-12 0,-3-1 0,0-8 0,-6 1 0,1-4 0,-3 3 0,-1 0 0,-1 8 0,-3 1 0,1 3 0,-6 10 0,-1 6 0,-1 4 0,-2 6 0,0 6 0,0 2 0,0 15 0,4-3 0,1 7 0,5 2 0,-1-1 0,2-1 0,2-1 0,0-6 0,0-3 0,2-3 0,2-4 0,3-1-617,6-4 1,0-2 0,1-6 0,2-1 0,1-4 0,-1-3-3487,-2-4 1,3-1 2403,1 0 1699,-1 0 0,2 0 0,1 1 0</inkml:trace>
  <inkml:trace contextRef="#ctx0" brushRef="#br0">8686 12610 8065,'-13'1'300,"0"2"0,2 3 825,2 1 0,-1-1-424,6 7 1,-5-2 0,5 9 0,1 0 0,2 0-1,1 3-429,0 2 1,5-1 0,3-1-1,0-3-715,1-1 1,-5-2 366,5-4 0,-1-2-1910,5-2 0,-4 1 1986,-1-6 0,1 6 0,4-3 0</inkml:trace>
  <inkml:trace contextRef="#ctx0" brushRef="#br0">8751 13203 8042,'-13'20'403,"0"5"-336,0-4 0,0 4 308,0 1 1,6 1 0,1 1 0,2 3 0,0-1 0,1 0-376,1 0 0,8 0 0,1-4 0</inkml:trace>
  <inkml:trace contextRef="#ctx0" brushRef="#br0">8686 13991 8042,'-11'25'0,"1"1"0,2 2 1143,3 2 1,-4 1-490,5 4 1,-1 0-1057,5-4 0,2-1 1,1-3 401,1 3 0,6-3 0,-3 5 0</inkml:trace>
  <inkml:trace contextRef="#ctx0" brushRef="#br0">8699 14571 8034,'0'19'0,"0"1"834,0 6 1,-4 1-710,-1 3 0,1 3 0,4 6 0,0 0 0,0-2 0,0-1-731,0-2 0,0-1 606,0 2 0,0-9 0,0-8 0</inkml:trace>
  <inkml:trace contextRef="#ctx0" brushRef="#br0">8725 15243 8034,'-6'27'0,"-1"3"0,0 4 1680,2 4 1,0 0-758,0 1 0,1 1-1144,4 3 0,4-4 1,2 1-1,1-5 221,3-4 0,2-1 0,1-4 0</inkml:trace>
  <inkml:trace contextRef="#ctx0" brushRef="#br0">8815 15810 8015,'-20'28'549,"4"0"0,5 5 620,2 5 0,6-7-929,-1 8 1,3-3-524,1 3 1,0-5 0,0-1 0,0-2 0,0-3 0,0-4-867,0-2 0,-5-7 570,1 3 0,-2-6 579,2-3 0,-3-3 0,-6-6 0</inkml:trace>
  <inkml:trace contextRef="#ctx0" brushRef="#br0">8221 17230 8135,'-17'-8'2991,"0"0"1,3 4-743,4 6 0,4-1 0,6 8-958,0 1-836,6-5 1,-3 3 0,5-6 0,1 4 0,-1 0 2802,1 0-2483,-6-2-1208,8-4-143,-9 0 1,3-2-2184,-5-2 2309,0 3 0,0-6-311,0 2 1,0 2-737,0-5 771,0 5-616,6-3 1,-4 5-2254,2-4 2403,-3 4-919,5-5 1,-3 6 211,6 0 3197,-1-5 142,-1-3 1,-1 0 0,-6-1 0,-1 1 627,-4 0 0,-2 3-51,-6 5 1,0 5-1019,0 4-1,-5 14 1,-2 8 0,-2 11 777,1 10 1,1 18-1777,8-28 0,2 2 0,2 6 0,2 2 0,1 5 0,3 2 0,-1 2 0,3 0 0,1 0 0,3 0 0,3-4 0,2-1-160,2-5 1,1-2 0,3-6 0,2-4 159,17 21 0,5-21 0,4-22 0,3-8 0,5-12 0,0-6 0,-4-11 0,-5-10-184,-7-8 0,-5-15 184,-8-3 0,-11 20 0,0-2 0,-4-2 0,-2-1 0,1-3 0,-2 0 0,-3-1 0,-2 0 0,1 0 0,-2 1 0,-2 0 0,-1 0 0,-3 1 0,-1 0 0,-2-1 0,-1 1 0,-3 2 0,-2 0 0,1 2 0,-2 1 0,-3 2 0,-1 2-171,-2 3 1,1 1-1,-22-24 1,3 11 0,7 11-1,6 12 1,6 12-4746,6 5 1,4 16 1840,4 8 3075,9 15 0,0 10 0,9 5 0,2 1 0</inkml:trace>
  <inkml:trace contextRef="#ctx0" brushRef="#br0">8518 17785 7959,'-7'6'2604,"1"1"1,8 7 0,2 4-864,5 3 1,8 4 0,4 2 0,4 0-572,1-1 0,-1 2-811,1-6 0,0-3-483,0-2 1,-5 0 0,-1-3 0,-1-2-1,-3-1 1,-2 1-3458,-1 1 0,0-5 2010,0 1 1,0-5 1570,0 5 0,5-1 0,2 5 0</inkml:trace>
  <inkml:trace contextRef="#ctx0" brushRef="#br0">9151 18121 11851,'-13'13'1746,"6"1"-551,2 3 0,4 3-534,1 6 0,6 0 0,4-2 0,5-1 0,6-4 0,0-3 1009,1-5 1,-1-7-664,5 1 1,0-7-531,-1-6 0,-4-7 0,-4-10 1,-3-3-1,-2 0 0,-4-4-228,-3-1 1,-5 3-250,-5-4 0,-6 5 0,-6-1 0,-6 8 0,1 5 0,-2 4 0,-2 4 0,-1 4-36,-3 5 0,7 5 0,-3 6 0,3 4 0,3 7 0,3 4-5570,2 4 5606,8-3 0,-4 10 0,3-4 0</inkml:trace>
  <inkml:trace contextRef="#ctx0" brushRef="#br1">6092 10377 8561,'-19'0'317,"1"0"0,-4 0 1,5 0-1,3 1 1,2 4-1,3 3 436,5 4 0,3 5 0,1 1 0,0 4 6,0 5 0,0 0-436,0 8 1,0 2 0,1 9 0,2 9 0,3 6 0,-1 11-72,-2-33 0,0 1 0,2 2 0,-1 0 0,-2 4 1,0 0-1,0 1 0,0 1-42,1 1 0,0 1 0,-2-3 0,0 0-436,1-1 1,0-1 0,-1-3 0,-1-1 182,0 32 1,0-7-1,0-13 1,0-11-287,0-8 1,0-9 193,0-8 1,0-6-1,0-6 1,0-11-175,0-9 0,0-8 188,0-11 0,5-6 76,-1-12 0,2-7 0,-3-6 0,-1 28 0,0-1 20,-1-2 0,1 0 1,-1-3-1,1 0 23,0 2 1,0 0 0,-1-2 0,-1 0 0,2 1 0,1-1 0,-2 0 0,-1 0 0,0-1 0,0 1 0,1 1-1,-1 1-36,3 0 1,-1 1-1,-1-29-5,4 9 0,-4 6 93,-1 15 1,0 9-1,1 14 510,4 6-497,-4 4 0,6 6 1,-4 2 487,1 2 0,1 0-485,-5 9 1,1 3 134,4 10 1,-3 13 0,7 9 0,1 14 79,1 10 1,-4-30 0,-1 2-176,1 0 0,-1 2 0,1 5 0,1 1 1,-1 0-1,1 1 0,1 1 0,0 1 1,-1 0-1,-1 0 0,1-1 0,-1 0-106,-1-2 1,1-1 0,-1-9 0,-1-2-12,-1-3 1,1-1-1,5 20-17,-6-13 0,2-13 1,-3-5-547,1-5 328,0-9 1,-4-7 0,0-9 0,0-10 0,0-9-398,0-9 0,0-12 515,0-6 0,0-7 55,0-6 0,0-8 1,0 34-1,0-1 1,1-4-1,0 0-359,0-4 1,2 1 0,0 0-1,1 1 353,2 0 0,1 0 1,-1 3-1,0 1 1,4-31-1,-2 7 1,1 10-1,-1 7 253,1 9 1,-6 12 7,1 10 10,3 3 1,-4 7 323,6 2 1,-2 15-264,2 7 0,-2 14 17,-3 7 1,-1 14 0,6 12 0,-5-27-1,0 0 1,0 2 0,1 0 0,-1 3-1,0 1 273,1 1 0,0 1 1,-1 0-1,0 0-373,0 7 0,0 0 0,0-6 0,-1 1-20,1 0 0,1 0 0,0-3 0,0-2 1,-3-4-1,0-1 0,3 33-46,0-5 1,-2-12 159,6-6 0,-6-14 0,1-16 0,-1-4-746,1-4 0,-2-9-114,2-9 0,-3-9 289,-1-8 0,0-7 0,0-12 0,0-6-326,0-8 1,0-10 514,0-4 0,0 35 1,0 0-1,1-1 1,0 1-1,0-2 0,1 1 1,0-2-1,0 0 1,0-1-1,0-1-183,1 1 0,0 0 0,0 3 0,1 2 14,9-28 0,-4 9 297,-1 13 1,1 7 0,4 16 232,0 7 1,-5 6-74,1 7 1,-1 6-1,5 3 1,-1 4 0,-2 4-1,0 4 631,4 4 0,-1 10-307,4 4 0,-2 9-83,-2-1 1,0 9-1,-1 5 1,1 5 0,0 3-1,0-1 338,0-2 0,-4-3-464,-1-3 1,1-4-289,4-9 1,-5-4 0,0-10 0,-3-7-18,-2-7 0,-1-12-370,-2-7 1,1-6 93,3-7 0,-2-7 0,2-6 0,-2-8-398,-2-8 0,1-4 494,3-5 0,-1-9 0,4-1 1,-1 4-1,-2 2 0,1 4-211,-1-1 0,5 8 320,-5 5 1,4 7 360,-3 11 1,5 8 29,-2 9 0,4 9-150,1 8 1,0 2 0,0 6 0,-1 2 0,1 3 0,0 4 153,0 5 0,-4 8 88,-1 4 1,1-1-119,4 1 0,-2 0 0,-1 5 0,-1 1 1,1 3 0,0-9-255,-1 1 1,2-7 0,-4-5 0,2-4 0,-2-8 0,-1-4-488,-3-4 268,4-7-82,-6-4 1,7-6 0,-6-5 0,3-5-252,-2-5 0,-1-9 311,3 0 0,-4-7 0,5-7 1,-2-1-1,2-1 0,0-4-236,-1-1 1,4 6 542,-5 1 0,2 2-54,-2 7 1,-1 1-1,4 8 1,1 5 423,-1 6-378,-4-1 0,8 9 0,-4-1 0,2 6 1,-1 6-1,1 4 334,-2 4 0,5-1-304,-4 5 1,-1-2 219,2 7 0,-2-2 0,3 10 0,-1 2 212,1 1 0,-3 2-336,2 0 0,-5 4 1,5 1-1,-1-1 0,1-2 1,-2-8-352,-1-5 0,-1-3 46,0-4-232,-4-2-532,5-12 634,-6-1 1,1-11-1,2 0 1,2-3-1,-3-3 1,1-3-464,2-4 0,-4-6 491,3-2 0,-1-5-58,1-8 0,-2 2 0,4 2 0,-2 5 118,0 3 1,5 1 135,-5 0 1,2 6-1,-2 3 1,5 4 0,2 4 633,2 5 1,-4 10-204,-1 7 1,1 5-119,4 8 0,4 6 0,2 4 0,-1 4 520,1 3 1,0 0-549,-2-4 0,-3-1 0,3 0 0,-2-4 0,-2-5 0,-2-6-54,-2-6-562,2-9 146,-4-2 1,1-12 0,-4-4-1,-3-5-829,-1-7 0,2-7 664,2-1 1,-3 0 0,4 4 0,-4 1 0,-1 0 0,0 4-593,0 4 1207,0 8 73,6 3 1,-3 8-1,4 3 1,0 8 653,0 7 0,1 5-793,0 1 0,4-2 1,-5-3-1,1-2 0,1-3 1,1-2-1008,1-2 1,-2-8-4672,0 0 5486,-1-8 0,5-9 0,0-7 0</inkml:trace>
  <inkml:trace contextRef="#ctx0" brushRef="#br1">11048 14468 8275,'0'13'888,"0"-4"1,0-1 0,-1 1 0,-2 0 6675,-2-1-5788,1 1 1,-2-2 1359,-2-3-2678,-4-2 1,-1-7-181,0 1 1,5 0-1,-1 4 1,-1 0-1,-1 0 1,-2 0-279,0 0 0,4 4 0,1 2 0,-2 1 0,-2 7 0,1 5 0,2 2 0,3-2 0,6-6 0,2 0 0,2 0 0,5-2 0,2-2 0,2 1 0,0-6 0,1 1 0,4-5 0,-4-2 0,3-2 0,-3-5 0,-1-2 0,-1-7 0,-4 1 0,2-6 0,-5 3 0,-4-1 0,-2-1 0,-5 1 0,-1 1 0,-2 1 0,-4 6 0,-1 6 0,-3 3 0,2 2 0,0 4 0,3 3 0,5 8 0,1 7 0,2 5 0,4 1 0,1-1 0,4 1 0,3-4 0,8-2 0,3-2 0,-1-3 0,2-4 0,1-2 0,-4-6 0,4 1 0,-4-8 0,5-5 0,-11-2 0,1-2 0,-5-2 0,-4-2 0,-2 3 0,-6-5 0,-5 8 0,-5 2 0,-3 5 0,-1 2 0,0 2 0,2 6 0,4 3 0,-3 2 0,4 2 0,-3 0 0,11 0 0,1 0 0,2 0 0,3-2-1341,7-2 1341,11-3 0,19-6 0,7 0 0</inkml:trace>
  <inkml:trace contextRef="#ctx0" brushRef="#br2">6182 12468 10263,'-7'38'660,"1"1"1,2 0 259,0 0 1,-1 1 0,5 3-1,0 5 1,0 7 0,0 8-475,0 9 1,2-33 0,1 2 0,-1 6 0,1 2 0,1 2-1,0 0 1,0 3 0,2 1 0,-1 1 0,1 1 30,1 2 1,-1 0 0,-1 2 0,-1 1 0,0-1-1,0 0 1,1-1 0,0 1-1164,1-2 0,0-1 865,-3-3 0,1-2 1,1-8-1,0-1 1,-2-6-1,0 0 1,4 26-1,1-14 0,1-14-63,0-13 1,-5-13-227,5-6 0,-5-11-244,4-10 1,-5-12 0,3-21 0,-2-17 0,-1 23 0,0-3 0,0-7 0,0-3-631,0-6 0,0-1 0,1-4 1,0-1 495,-2 0 0,1 0 0,1-1 1,2 0 291,-2-1 0,0 0 1,-1 21-1,-1 0 1,0 0-1,1 1 1,0 1-1,0-1 0,2-20 1,0 0-1,0 5 1,1 1-1,1 5 1,1 1-299,0 4 0,1 1 1,-2 8-1,0 1 262,11-26 1,0 16 533,-1 19 0,5 5 0,-3-1 0,-1 4 0,1 5 0,-3 5-138,-2 6 196,-1 4 1,0 10-100,0 9 0,-5 12 0,-1 22 0,1 13 0,-5-24 0,-1 3 0,2 6 0,0 1 784,-1 5 1,1 2 0,-1 5-1,1 1-643,0 5 0,0 1 0,2 4 0,0 1-227,-3-18 0,0 0 1,0-1-1,0 0 0,0-1 1,1 1-1,-1 3 0,0 1 1,1-2-1,-2-1 0,0-1 1,1 0-1,0 22 0,1-1 1,-1-2-1,0-1 208,-1-1 0,1-3 0,2-10 0,0-2-383,0-5 0,-1-2 0,3 26 0,2-12 0,-6-15 0,2-8 0,0-4 635,-1-4-635,0-13 0,-4-14-289,0-19 1,0-16 0,0-21-1,0-15 1,0 27 0,0-1 0,0-5-1,0-1-575,0-4 0,0 0 0,0-2 0,0-1 598,0-2 1,0 0-1,3 1 1,0-1 144,1-2 1,1 0-1,0 3 1,1-1-1,1-4 1,1 1-1,0 3 1,1 1-1,1 4 1,1 0-1,1 2 1,1 2-107,-1 0 1,1 3 0,-2 8 0,0 1 37,10-27 1,0 15 109,0 10 0,2 12 0,-4 11 0,-1 6 1,1 5-1,-2 0 555,2 1 0,-3 1-459,5 7 1,-5-1 121,1 6 1,2 5-1,-1 9 1,1 6 0,0 8-1,-4 10 494,0 14 0,-9-22 1,1 2 1,-1 5 1,1 3 0,-1 5 0,-1 2-339,-1 2 1,1 0-1,0 6 1,0 1-1,-3 0 1,0-1-1,-1 2 1,1 0-1,-1 2 1,1-1-1,-1 0 1,1-1-298,-1-1 0,2-2 0,2-6 0,1-2 0,1-11 0,-1-2 0,6 28 0,1-18 0,0-9 0,-6-12 0,0-6 0,-1-7 428,-1-6-428,-3-5 0,3-14-197,-5-6 0,2-14 0,1-18 1,3-15-1,-4 23 0,1-2 0,1-5 1,-1-2-384,1-4 1,0-2 0,0-5-1,0-1 1,2-4 0,1-2 0,0-1-1,-1-1-57,0 0 0,1-1 0,2 0 0,1 1-78,0 1 0,1 1 0,3 0 0,2 0 614,1 1 1,1 1 0,0 0 0,1 1 0,0 5 0,2 3 0,-1 5-1,2 3 1,-2 6 0,1 2 0,18-25 125,-3 10 0,-9 14 213,-1 12 1,-6 12 0,-7 9 0,-5 5 0,0 6 0,-3 8 0,0 11 912,0 8 0,-3 23 0,2 15 0,-3-27 0,0 3-128,-1 5 0,0 2 1,0 5-1,0 1-1311,0 2 1,0 1 0,0 1 0,0 2 287,0 3 0,0 0 0,0-4 0,0 0 0,0 2 0,0 0 0,-1-5 0,2-1 0,-1-3 0,1 0 0,0-2 0,1 0 0,0-1 0,0-2 0,2-11 0,1-3-67,-1 30 0,5-14 67,-5-12 0,2-2 0,-3-12 0,2-6 724,2-9 0,-2-8-724,3-10 0,-5-12-160,2-14 0,2-16 0,1-20 0,-2 27 0,0-1 0,0-5 0,1-2 0,-1-4 0,1-1-963,-1-2 0,1-1 1,-1-1-1,2-1 493,0-3 1,1-1 0,-1-1-1,1-1 459,4-3 1,0-1-1,-1 5 1,0 1-1,4 1 1,1 1-1,0 5 1,-1 3-1,0 6 1,0 1-1,0 6 1,0 2-266,12-26 1,-2 20 847,-4 12 1,-4 14-213,-5 12 1,0 3-1,-2 2 1,0 5 0,-3 7-1,1 10 1701,-2 10 0,0 7-1215,-3 11 1,-2 8-310,2 6 1,-1 7-1,-2-32 1,1 3 0,0 2-1,0 1 1,0 4 0,-1 1-1,0 2 1,-1 0-361,0 0 1,0 0-1,2 0 1,1-1-1,-1-1 1,0 0-1,0-1 1,-1 1-18,0 2 0,-1-2 0,1-9 0,0-1 0,1 0 0,0 0 0,1 22 0,6-12 0,-5-11 0,4-12 0,3-10 679,0-9 0,-2-12-679,-1-6 0,-4-11-241,5-10 0,0-10 0,5-20 0,-6 25 0,0-2 0,0-5 0,1-2 0,0-3 0,-1-2-358,2-3 1,-1-1 0,-1 2 0,0-1 0,1-3 0,2 0 0,-1-1 0,0 0 152,0-2 0,0 0 0,0 2 0,0 1 175,0 5 0,1 1 0,1 5 1,1 1 208,8-26 1,-2 13 0,-2 20-1,-2 12 1,-3 11 651,1 6 1,0 8 2,0 8 1,-4 9-51,-1 8 1,-3 12-1,2 13 1,-1 11-1,-5-25 1,0 2-1,0 3 1,0 2 228,-1 3 1,0 2 0,0 1-1,0 0-772,0 2 0,0 0 0,0 1 0,0 0 0,0-1 0,0-1 0,0-1 0,0-1 0,0-6 0,0-1 0,0-3 0,0-1 0,1 31 0,2-9 0,2-8 0,0-18 0,0-12 0,-4-7 0,9-9 0,-6-6 0,1-7 0,-1-7 433,0-8 1,6-12-909,-1-18 0,2-8 96,-4 24 0,-1-1 1,1-4-1,-1-1 1,1-6-1,-1-1 1,0 1-1,1 0 0,-1 1 1,1 1-1,-1 3 1,1 2-266,-1 2 1,1 3 0,6-24 563,-1 8 1,1 11 120,0 15 1,-4 10 0,-2 22 0,0 8 0,-1 10 0,1 11 913,0 6 0,-4 11 1,3 8-1,-2 5 800,1 4 0,-1 2-1755,-4-32 0,0 0 0,1 34 0,1-36 0,1-1 0,-1 33 0,6 1 0,-1-7 0,0-13 0,3-14 0,1-11 0,-2-8 0,0-9 0,-2-3 0,1-10 0,4-3 0,-3-9 0,2-6 0,2-7 0,1-11-918,3-9 0,-2-10 310,-7 24 0,1-1 1,0 1-1,1-1 370,-2-4 0,1 0 1,0 5-1,-1 0 1,5-27-1,0 10 1,0 12-1,0 8 257,0 7 0,0 14 0,-2 5 86,-2 9 0,2 6 558,-2 9 1,-2-1-290,1 6 0,-3-1 0,3 6 0,1 2 0,0 3 0,-2 1 765,-2 2 0,4 1-1113,-5-1 0,1 3-26,-5 1 0,4-4 0,0 2 0,-1-3 0,-1-2 0,-2-1 0,0-2 0,0-6 0,0-1 0,0-11 0,0 2 0,0-6 0,0-3 0,0-8 0,4-7-186,0-7 1,5-7-627,-5-10 0,6-9 0,0-8 0,4-7 1,4-4-1,-1 0-516,2 3 0,-4 8 1112,7 9 0,-6 12 521,1 9 0,1 9 1,0 16-1,-3 6 1,0 11-1,-2 10 986,0 9 1,-2 14 307,-2 3 0,1 4-1480,-6 0 1,5 2-1,-5-6 1,-1-5-1,0-6 1,0-11-120,1-5 0,2-11-1080,-2-5 0,-1-7-100,5-10 0,1-5 0,4-8 0,0-4 0,1-5 1180,3-4 0,3-9 0,6-7 0</inkml:trace>
  <inkml:trace contextRef="#ctx0" brushRef="#br1">4040 9912 8223,'-16'-6'626,"2"-1"1,2 0 345,1 3 1,4 2 0,-2 2 0,-1 0 0,-2 0-159,-1 0 0,1 0 1,-3 0-1,-2 0 0,-4 0 1,-4 0 158,-1 0 1,1 0 0,-3 0-1,-2 2-485,-4 2 1,-5 3 0,-4 6 0,-7 2-322,-9 2 0,-7 9 0,28-9 0,-1 1 0,0 3 1,0 1-97,0 3 1,1 2 0,-3 2 0,0 1-319,0 4 1,0 1 0,-4 2 0,-2 2 291,2 1 0,0 1 1,0 0-1,0 0 0,4-2 1,1 1-1,5 0 0,2 2 1,2 0-1,3 2 0,2-1 1,2 0 173,2-2 1,1 0 0,-1-3 0,2 0 0,-12 26-1,2 1-322,3-1 1,1 1 102,13-1 0,5-11 0,12-5 0,9-10 0,10-6 0,6-8 0,4-5 0,1-8 0,0-5 0,-1-4 0,2-2 0,-4-8 0,-5-4 0,-4-3 0,-4-5 0,-2 1 0,-4 4 384,-2 0 0,-5 4 0,-5 4-384,-7 7 0,0 5 241,-2 8 0,1 6-241,-5 3 0,6 2 0,2 2 0,4 0 0,1 1 0,0 3 0,0 4 0,10-1 0,4 0 0,5 0 0,4 0 0,3-4 0,4 1 0,-3-3 0,3-1 0,-7-2 0,-3-1 0,-2-1 0,-7 1 0,-5 1 0,-5 2 0,-8 4 0,-6 0 0,-7 8 0,-10 0 0,1 2 0,-5 8 0,-2 2 0,0 4 0,0 7 0,2 2 0,5 0 0,-1-3 0,3-4 0,1-3 0,-1-6-135,-3 1 0,2-7 135,-2 2 0,-3-1 0,-1 2 0,-3 8 0,-1 7 0,5 4 0,7 1 0,2 1 0,7 0 0,8-30 0,1 1 0,1 3 0,1 0 0,1-1 0,1 1 0,0 2 0,1 0 0,0-2 0,0 1 0,2-2 0,-1 1 0,1 0 0,1 1 0,0 1 0,0 0 0,0-4 0,1 0 0,1 2 0,1 0 0,1-2 0,2-1 0,9 31 0,7-5 0,8-15 0,-3-9 0,3-13 0,3-6 0,2-9 0,2-3 0,2-1 0,0-3 0,-1-2 0,0 4 0,-4-1 0,3 6-1055,-2-1 1,3-1 0,7 4 1054,7 2 0,3-1 0,9 0 0,0 5 0,3 5 0</inkml:trace>
  <inkml:trace contextRef="#ctx0" brushRef="#br1">310 12222 8214,'-19'8'900,"3"-4"1,-4-8 0,3-6 0,6-6 717,5-6 0,4-4 0,4-4 0,2-4 0,5-3 0,2-2-584,2 0 1,6 5 0,1 2 0,1 5-556,1 7 0,-1 6 0,5 5 1,1 8-208,4 8 1,-3 9-1,5 15 1,0 8-273,0 7 0,-3 11 0,5 8 0,-8-1 0,-14-29 0,0-1 0,13 28 0,-6-4 0,0-2 0,-3-7 0,-3-10 0,-1-12 0,-4-8 0,-1-11 0,0-5 0,0-11 0,4-10 0,-4-16 0,4-9 0,1-6 0,0-4-1236,-1-3 1,3 2-1,1-5 1,-1 0 1235,-3 0 0,6-7 0,-3-5 0</inkml:trace>
  <inkml:trace contextRef="#ctx0" brushRef="#br1">1020 11500 8209,'-13'-6'0,"6"3"6741,2-6-5486,4 7 0,1-6 0,0 4 0,0-4 1,1-4-85,4-1 1,0 0-1685,4 0 1,2-4-1169,-2 0 0,2-6 0,1 1 1681,-3-2 0,2-7 0,-4-2 0</inkml:trace>
  <inkml:trace contextRef="#ctx0" brushRef="#br1">865 10467 8060,'-12'2'4358,"4"2"-3284,3 5 0,10 3 0,3 6 0,5 3 294,4 4 1,5 6 0,7 3-1,2 4-662,2 0 0,0 0-2221,2-4 1,3-2 575,1-6 1,0-2-1,4-3 939,-3-3 0,-1-10 0,-1-2 0</inkml:trace>
  <inkml:trace contextRef="#ctx0" brushRef="#br1">1381 11009 8043,'-11'-8'1417,"0"-1"0,4-2-700,2-5 0,0 0 0,5-5 0,2-2-1353,2-2 1,3-1 171,6 1 0,4-3 464,1-2 0,4 3 0,-1-5 0</inkml:trace>
  <inkml:trace contextRef="#ctx0" brushRef="#br1">1575 11061 8168,'-2'7'5480,"-2"-3"-4272,2-2 0,2-2-581,9 0 1,3-10-322,0-3 0,6-7 1,0 1-1,2 0 1,2 1-1,-1 2 838,1 2 1,-5 2-368,5 4 1,-2-2-87,1 5 1,-2 8 0,-6 10 0,0 7 0,0 7 0,-2 6 67,-2 6 1,-4 3-760,-5-4 0,5 1 0,-1 0 0,2-6 0,-3-3 0,2-4 0,2-5 0,2-4 0,4-8 0,0-5 0,0-9 0,0-8 0,0-9 0,1-6-2085,3-7 0,-1-6-10,5-2 2095,1-6 0,4-3 0,0-7 0</inkml:trace>
  <inkml:trace contextRef="#ctx0" brushRef="#br1">6002 17514 8384,'0'13'418,"0"-4"1,0-1 0,0 2-1,0 3 1,2 4 1238,7 5 1,2 8-1294,15 4 1,-1 5 0,11 4 0,4 6 0,7 5 0,-21-23 0,1 0 0,2 2 0,-1 0 0,1 1 0,0 1 732,0-1 0,-1-1 0,-1-2 0,-1-1-864,0-2 0,0-1 0,25 25 0,-20-28 0,2-1 0,-1-1 0,2-2 85,-2-2 0,1 0 0,32 13-160,-5-5 1,-2-1 0,-8-4 0,-3-5-1,-2-6 1,-1-6-186,3-2 0,5-2 0,1-2 1,-1-2-428,-6-5 1,-1-2 243,-2-2 1,-4-6-7,-4-2 1,-7-4 0,2 0-1,-1 0 1,0 2 0,2 2-583,2-2 1,2 0 383,3 1 0,0 4 426,-4 5 0,3 0 0,-4 1 0,0 4 0,-2 4 0,-4 4 421,-1 4 0,-5 7-100,1 6 0,-7 11-18,3-2 0,-6 8 1,-1 2-1,-3 4 1,1 3-1,-1-1 946,1-2 1,-6-3-998,1-3 0,3-3-192,2-10 0,-2-4 1,2-8-161,1-5 0,-3-8 9,1-5 0,3-14-275,6-7 0,-2-11 0,7-8 1,1-4-1,3-5 0,4 1-108,4 0 1,8 2 381,1 8 0,0 10 41,-4 11 1,4 7 0,1 11 0,2 5 0,4 6 0,5 7 447,5 5 1,3 5 499,2 6 1,2-1-604,-3-4 1,0 2 0,-7-4 0,7-1 0,-27-8 0,0-1 0,2-1 0,0-2-307,2 0 0,0-2 0,2 0 0,0-2-220,-2-1 0,0-2 0,3 0 0,-1-1 220,0-1 0,1-2 0,7-2 0,1-1 0,1-4 0,0-1 0,-2 0 0,0 0 0,-4 0 0,0 1 0,-3 1 0,0 1 0,-1 1 0,1 1 0,2-1 0,0 0 0,0 2 0,-2 0 0,-2 2 0,-2 0-2603,32-2 0,-5-2-61,-11 5 1,0 0 2663,-4 4 0,-1 4 0,1 0 0,0 1 0</inkml:trace>
  <inkml:trace contextRef="#ctx0" brushRef="#br1">10428 18482 8276,'-12'0'1425,"-1"0"0,0 0 1,1 2 383,4 2 0,3-3 0,11 4 0,6-4-346,3-1 1,10-1-1116,1-4 0,1 2 0,7-4 0,2 2 0,1 2 0,1 0 46,-4-2 0,-2 4-187,-7-3 0,1 8-123,0 5 1,-7 2 0,-5 3 0,-5 2 0,-4 1 0,-2-1-246,-1-1 0,-2-3-72,0 1 136,0 0 1,1-1-1,3-4 1,5-3 509,2-4 1,2-1 192,0 0-329,0 0 1,0 0-1,-1 2 1,-2 2-1,-3 4 1,-1 5-278,-4 5 0,-2-3 0,-4 7 0,-5 4 0,-8 4 0,1 0 0,-5-6 0,-1-1 0,1-1 0,1-2 0,1-4 0,-2-1 0,4-10 0,4-1-2407,4-4 1,6-1 0,2-4 2406,8-3 0,7-15 0,12-5 0</inkml:trace>
  <inkml:trace contextRef="#ctx0" brushRef="#br1">11409 18495 7995,'-7'-13'0,"1"0"0,8 2 2127,2 2 1,-1-1 0,7 4-1,3 1 45,3-1 0,2-3-2548,0 5 0,-3-5-231,7 5 1,-1 0 0,5 4 0,0 0 0,0 0 0,0 0 606,-1 0 0,7 0 0,1 0 0</inkml:trace>
  <inkml:trace contextRef="#ctx0" brushRef="#br1">12029 17940 8037,'-9'0'1277,"1"0"2317,-2 0 1,4 1-1567,2 4 0,4 3-1627,4 10 0,-1 2 1,5 5-1,1 1 1,0 0-1,-1 0-654,2 0 1,6 1 157,1 3 0,0-3-1376,-4 3 0,5-4 1,0-1 1470,2 0 0,-4-2 0,3 9 0</inkml:trace>
  <inkml:trace contextRef="#ctx0" brushRef="#br1">12080 18598 8077,'-12'0'3894,"-1"-5"0,11-1-2599,7-3 1,12-2-1,7 2 1,6-2-790,3-2 1,2-2 0,3 0 0,1-3-601,0 3 1,-5 2-2497,1 4 0,-2-1 1356,1 6 1,0-1 0,-8 7 1233,-6 2 0,-4 9 0,-3 7 0</inkml:trace>
  <inkml:trace contextRef="#ctx0" brushRef="#br1">12442 18727 7985,'-13'0'3188,"6"0"0,7 0-2212,8 0 1,4 0 107,1 0 1,4 0-580,0 0 0,2 0 0,-3 0 1,1 0-1,-1 0 863,-2 0 0,-3 8-302,-2 4 1,-3 3-602,-6 6 1,0 2-1,0 6 1,0 2-1,0 1 1,0 0-466,0-4 0,0 1 0,0 1 0,0-8 0,0-12 0</inkml:trace>
  <inkml:trace contextRef="#ctx0" brushRef="#br1">12853 19049 24733,'23'-12'0,"25"-14"0,-1-5 0,5-2 0</inkml:trace>
  <inkml:trace contextRef="#ctx0" brushRef="#br1">10183 18469 8088,'0'-20'464,"0"-3"1,0 5 0,2-1 0,2-1 0,5 1 290,2 1 0,8-5 0,2 1 0,4-2 0,2-1 0,3 4 163,4 4 0,5-2 0,3 3 0,2 3-229,2 3 0,0 7 0,1-1 1,-4 4-177,-3 4 1,-11 4-1,-6 6 1,-6 2 148,-5 1 0,-8 2-343,0-2 1,-2 1-60,-2 4 0,-6 1 1,-3-6-1,-2 0 1,-2 0-1,-1 1-346,-4-3 0,4 0-933,-3-2 0,3-5-916,1 1 1,0-6 1934,0 1 0,0 3 0,0 0 0</inkml:trace>
  <inkml:trace contextRef="#ctx0" brushRef="#br1">17734 10867 7982,'-6'-18'1548,"0"3"0,-3 1 0,7 10 0,6 14 0,7 13 909,5 10 1,7 10-1,-1 5 1,1 5-899,-2 3 1,3 6-1560,-2-2 0,1 8 0,0 1 0,-3-5 0,-1-7 0,-5-9 0,-4-7 0,0-8-728,-6-3 0,6-7 0,-3-3 0,2-1 728,0-3 0,-1-2 0,5-1 0</inkml:trace>
  <inkml:trace contextRef="#ctx0" brushRef="#br1">18469 11448 7842,'-13'-6'0,"0"-1"3233,0 0 0,5 1-68,-1 6-3942,6 6 0,-2 1 777,5 6 0,5 0 0,3 0 0</inkml:trace>
  <inkml:trace contextRef="#ctx0" brushRef="#br1">18482 10958 7370,'0'-13'1278,"0"0"1,0 0 1178,0 0 1,6 6-1,2 3 1,5 2 299,5 2 1,3 0-1059,9 0 1,-1 7-1700,5 6 0,5 2 0,4 6 0,0 1 0,0-1 0,0 1 0,-1 0 0,-8 3 0,-4 1 0,-8-2 0,-5-2 0,-4 2 0,-5-3 0,-5 4 0,-6-1 0,-7-1-1617,-5-1 1,-7-2-166,-8 1 1,1 1-2138,-5-9 3919,-1-3 0,-3-10 0,-1 0 0</inkml:trace>
  <inkml:trace contextRef="#ctx0" brushRef="#br1">18624 10893 7859,'0'-26'0,"2"5"2256,2-1 1,-1 6-1005,5-1 0,-2-3 1,7-3-1,6-5 0,5-7 1,8-2 1127,6-2 0,2 0-3257,8 1 0,-7 5 10,2 3 1,-8 10 0,-5 5 0,-3 7 0,-3 3 866,-2 7 0,2 9 0,-4 9 0</inkml:trace>
  <inkml:trace contextRef="#ctx0" brushRef="#br1">19644 10454 7819,'5'-13'1123,"-2"6"0,6 3 0,1 4 515,1 4 0,8 6 1,4 12-1,6 8 0,7 6 1,5 4-5,6 3 1,4-3 0,0 3 0,1-3-1969,0-1 0,-4-3-590,-5-6 1,-3-7-48,-14-15 1,2-2 0,-11-6-1,-3-1 1,-4-6 0,-6-9 970,-2-9 0,4-20 0,1-3 0</inkml:trace>
  <inkml:trace contextRef="#ctx0" brushRef="#br1">20108 10248 7819,'-30'1'0,"0"5"0,0 8 3021,-2 11 1,4 13-1176,-7 14 0,8 7-1599,14-25 0,0 1 0,0 1 0,2 1 0,2 3 1,1 0-1,0 1 0,0 0 0,1-3 0,0 0 1,-5 28-2356,4-15 1,2-10 520,6-11 1587,0 0 0,6-16 0,1 5 0</inkml:trace>
  <inkml:trace contextRef="#ctx0" brushRef="#br1">19708 10971 7820,'-7'-13'1497,"3"0"0,2 0 848,2 0 0,2 3 0,3-2 0,8-2-771,7 0 0,11-6-1311,3-2 0,5-2-1133,4-2 1,3 0-1,5 0 1,-1 0-1,-2 2 870,-5 3 0,3-10 0,0 4 0</inkml:trace>
  <inkml:trace contextRef="#ctx0" brushRef="#br1">20831 10067 7915,'-9'0'467,"1"0"1,-2 0 4167,-2 0-2154,5 0-2036,1 0 1,6-1-1,2-2 1,2-3-1,5 0 1,4-1 450,4 0 1,-1-2 0,5-4 0,2 1-474,2-1 0,0 4 0,1 2 0,0 1-105,0 3 1,0 2-29,-1 1 0,-5 6 22,-2 2 0,-5 15 1,-5 9-1,-5 9 0,-6 11 1,-5 7 518,-4 4 0,-5-2-831,0 4 0,0-13 0,4 4 0,5-12 0,4-2 0,3-7 0,2-7 0,3-8 0,5-7 0,10-9 0,6 0 0,3-8 0,6-5 0,-1-4 0,3-4 0,-3-3 0,-3-1 0,-4 1-4916,-3 1 1,-3 0 4429,1 2 0,-2-3 1,-6-6-1</inkml:trace>
  <inkml:trace contextRef="#ctx0" brushRef="#br1">12339 18147 7949,'-26'-13'630,"0"1"0,0 4 0,2 3 0,1 4 0,3 1 0,0 1 1360,0 4 1,5 7 0,1 11 0,5 8-1159,4 7 1,7 10 0,13 12-1,-4-25 1,4 2 0,3 2-1,2 2 1,4 2 0,3 0-648,1-1 1,2-1-1,1-5 1,1-3 0,0-3-1,1-3 1,-1-3 0,0-3-186,33 9 0,0-16 0,-1-17 0,2-14 0,-31 3 0,-1-5 0,-3-4 0,0-4 0,0-4 0,-1-3 0,-2-1 0,-3-1-257,-2-2 0,-4 0 0,-3-1 0,-3 0 257,-4 0 0,-1 1 0,0-34 0,-3 3 0,-11 13 0,-7 6 0,-8 6 0,-8 5 0,-7 3-23,-6 0 0,-3 9 23,-7 1 0,-4 9 0,0 0 0,-4 4 0,4 4 0,4 5 0,6 4 0,9 6 0,4 7 0,9 7-2271,6 10 1,11 3 2270,7 5 0,3 3 0,7 2 0,0 4 0,-1 3 0</inkml:trace>
  <inkml:trace contextRef="#ctx0" brushRef="#br1">21063 10841 7918,'-12'-4'1736,"0"-2"0,3-1 2639,5-3-3847,3 4 0,8-5 1,6 2-1,8-2 1,7-2-1,3 0 0,2 0 1963,3 0 0,6 2-1885,1 2 1,0-1 0,-5 6 0,1 1 0,0 2 0,-1 2-461,1 3 0,-6 3 0,-4 6 1,-6 2-147,-6 2 0,-4-1 0,-5 5 0,-3 5 0,-10 4 0,-7 2 0,-10-2 0,-4 4 0,-4 4 0,-4 0 0,-4 1 0,1 0 0,0-1 0,1 1 0,0 0 0,-3-5 0,9-1 0,0 0-496,-1 0 1,5-4 495,0 1 0,6-8 0,7-4 0</inkml:trace>
  <inkml:trace contextRef="#ctx0" brushRef="#br1">22238 10286 7859,'-13'-18'1925,"0"8"1,0-2 0,0 5-1,0 4 5615,0 2-6087,6 1 0,2-2 0,6 0-1391,3-3 1,-1-5 0,6 3 0,-1-2 153,0 1 0,-1 4 312,-3-5-528,-3 6 0,5-1-411,-6 8 1,0 3-1,-1 6 1,-2 0-1,-1 0 1,1 0-7023,1 0 4152,2 0 3281,0 0 0,6-1 0,1 1 0</inkml:trace>
  <inkml:trace contextRef="#ctx0" brushRef="#br1">22715 8880 7975,'-20'-13'4915,"3"0"0,10 17-2477,7 9 0,10 14 0,9 9 0,1 7-2160,3 9 1,1 1-1,2 7 1,0 0-279,0-1 0,-1-7 0,1-9 0,-4-4-1242,-1-5 0,-1 2 0,2-8 0,-5-2 0,-3-3 0,-2 0 1242,-4 2 0,4 6 0,-5 2 0</inkml:trace>
  <inkml:trace contextRef="#ctx0" brushRef="#br1">22780 9912 7824,'-17'0'4915,"0"0"0,7-1-2961,10-4 1,12-2 0,14-7 0,9-3-356,6-5 0,5-9-1599,6-8 0,4-5-358,-28 18 1,0 0 0,2 1 0,0 0 0,-2 1-1,0 0 1,26-16 0,-2 7 0,-5 10-8803,-4 8 9160,-14 4 0,1 23 0,-10 2 0</inkml:trace>
  <inkml:trace contextRef="#ctx0" brushRef="#br1">23077 10157 7928,'-13'0'3842,"0"0"0,0 0-567,0 0 0,9 0-991,8 0 0,11-5-1343,15-4 0,4-7-932,9-1 1,3-4 0,4 3 0,-2 3 0,-5 0 0,-5 4-10,-3 2 0,-5 3 0,-9 6 0,-4 8 0,-8 5 0,-5 11 0,-9 12 0,-8 7 0,-7 7 0,-5 4 0,-1 1 0,6-3 0,3-4 0,4-2 0,5-1 0,2-9 0,9-11 0,5-6 0,10-5 0,6-6 0,6-4 0,-1-4 0,5-4 0,1-9 0,3-9 0,1-2 0,0-2 0,-2 0-2242,-2 0 0,0 0-1420,-5 1 3538,6 5 1,-8-5-1,3 5 1</inkml:trace>
  <inkml:trace contextRef="#ctx0" brushRef="#br1">25748 6182 8100,'-38'-37'2053,"2"5"1,6-1 0,11 18 0,12 19 1054,11 20 1,12 16-2700,6 21 0,-10-24 0,0 2 1,1 6-1,0 1 0,0 3 0,0 0 1,0 3-1,-1 1 0,1 1 1,0 2-1,0 2 0,-1 0 0,-1 1 1,1 0-410,-1-1 0,-1 0 0,-2-7 0,-2-2 0,1-8 0,-1-3 0,1 25 0,-1-14 0,-4-14 0,2-10 0,-3-5 0,-6-14 0,-3-6 0,0-7 0,1-6 0,1-4 0,2-10 0,4-12 0,7-10 0,6-7 0,15-4 0,14 6 0,7 3 0,8 7 0,5 5 0,2 5 0,-5 9 0,-3 12 0,-4 8 0,-5 9 0,-4 15 0,-10 11 0,-7 6 0,-9 4 0,-8 1 0,-9 2 0,-9 6 0,-13-2 0,-9 4 0,-12 0 0,-7-3 0,-2-1 0,24-23 0,-1-1 0,-1 0 0,0-1 0,-29 18 0,1-4 0,4-12 0,7 2 0,9-10-3970,12-3 1,16-6 3969,19-7 0,17-6 0,20-1 0</inkml:trace>
  <inkml:trace contextRef="#ctx0" brushRef="#br1">26949 6673 8065,'0'-25'2252,"1"4"1802,4 4-2522,-4 2 1,10 7 0,-2 0 0,3 3-1,0 2 248,1 1 0,0-2-1103,0 0 1,-4 0 0,-2 2 0,0-1-312,0-1-366,-4 0 0,3 4 0,-8 4 0,0 2 0,-4 1 0,0 3 0,-1 1 0,0 2 0,2 0 0,-3 0 0,5 0 0,-1 0 0,2-5 0,2 1 0,0 1-3655,0 2 1,2-5 3654,2-3 0,9-3 0,7-1 0</inkml:trace>
  <inkml:trace contextRef="#ctx0" brushRef="#br1">27478 5601 8110,'-6'-51'4915,"-2"8"0,2 24-2879,2 23 0,8 15 0,4 23 0,4 8-1174,1 14 0,-5-26 1,1 0-863,0 7 0,-1 1 0,2 1 0,-1 2-36,0 0 0,-1 1 0,2 4 0,0 1 0,3 2 0,1 0 0,0 2 0,0-1 0,-1-3 0,1-1 0,-2-7 0,-1-1 36,-1-7 0,0-2 0,6 25 0,-8-19 0,-2-3 53,-6-14 0,-1-5-53,-4-12 0,4-11 0,-3-11 0,2-11 0,2-11 0,7-9 0,6-6 0,7-6 0,6-1 0,4-1 0,5 4 0,1 11 0,-2 4 0,-1 15 0,-3 2 0,-1 8 0,4 8 0,-2 10 0,-2 13 0,-2 11 0,-1 6 0,0 8 0,0 1 0,-6 4 0,-3-4 0,-3-4 0,-1-5 0,0 1 0,-1-2 0,-2-5 163,-2-5 0,-4-4-1644,5-6 1,0-2-576,4-2 1,5-5 0,5-10 2055,6-6 0,10-19 0,6-9 0</inkml:trace>
  <inkml:trace contextRef="#ctx0" brushRef="#br1">25968 8209 7967,'-36'-26'1028,"9"3"1,20 6-1,30 8 1,35 6-1,-15 2 1,3 1-46,7-1 0,2-3 0,13-6 0,4-4 0,-19 1 0,0-1 0,2-2 0,5-2 0,2-2 0,1-1-312,4-2 1,1-2 0,1 0 0,-15 4 0,2 0 0,0 0 0,0-1-813,2 1 0,0-1 0,0 0 0,0 1 0,-1 1 0,-1 1 1,-1 0-1,1 0 0,-3 0 0,1 1 0,-1 0 0,-1 0 1,16-5-1,-1 1 0,0-1 0,-2 2 0,-1 0 0,0 0 0,-2 1 1,-1 0-1,1 0 141,-4 1 0,1 0 0,-2 1 0,-2 3 0,-1 2 0,0 0 0,-4-2 0,0 1 0,-1 1 0,20-3 0,-2 2 0,-5 0 0,-2 1 0,-5 0 0,-1 1 0,-3 1 0,-2 1 0,-8 4 0,-2 0-292,-1-1 1,-2 1 0,22 2 0,-15 0 0,-11 4 0,-12 4 0,-11 6-2411,-6 6 1,-18 4-318,-11 6 0,-12 5 495,-18 4 2524,-9-4 0,31-12 0,-2 1 0,-4-1 0,-2 1 0,-2 2 0,1 0 0</inkml:trace>
  <inkml:trace contextRef="#ctx0" brushRef="#br1">27814 8351 7868,'-46'-6'4380,"4"-1"0,8-1-3400,8 4 1,13 3 0,14 1 0,11 0 809,8 0 1,16 0-984,7 0 1,6-3-321,2-6 0,5 1 1,0-10-1,-2 4 0,0 3 1,-4 2-488,-3 5 0,-8 2 0,-9 2 0,-9 6 0,-3 3 0,-10 6 0,-6 5 0,-10 3 0,-9 8 0,-6 3 0,-2 6 0,-1 3 0,0 0 0,4-1 0,1 5 0,9-5 0,1-1 0,5-5 0,9-7 0,10-6 0,11-6 0,11-4 0,12-5 0,6-3 0,12-10 0,4-3 0,-1-9 0,-2-6 0,-4-5 0,-6-2-2118,-3 2 0,0-1-1317,3-1 3133,3-9 1,-27 14 0,0-2 0,1-2 0,-1 0-1</inkml:trace>
  <inkml:trace contextRef="#ctx0" brushRef="#br1">29659 5085 8091,'-24'-46'229,"-1"-1"1,-4-3 0,-3 0 0,-8-5-1,-3 1 1,10 16 0,-2 0 0,-1 2-1,-2 0 1,-3 0 0,0 3 0,-2 1-1,-1 2 1,-1 2 0,-2 1 0,-2 2-1,-1 2-2,-3 1 0,-1 2 0,-1 0 0,-3 2 0,-1 2 0,-1 0 0,-6 0 0,-2 1 0,-1 0 0,14 4 0,0 0 1,0 0-1,-1 0-773,-2 0 0,-1 0 0,0 1 0,1 0 0,1 1 0,0 1 0,0 0 0,0 0 613,-2 1 0,0 0 0,0 1 0,-1 1 0,2 0 0,0 2 0,-1 0 0,1 2 0,-2 1 1,1 2-1,-1 0 0,1 3 0,-2 0 0,1 2 0,-1 2 0,0 1 0,-1 3 0,-1 1 0,0 2 1,0 1-1,0 3 0,-1 1 0,1 2 0,-1 1 253,0 1 0,0 1 0,0 2 0,1 2 0,-1 3 0,1 1 0,-1 2 0,1 1-213,11-5 1,0-1 0,1 2 0,-1 1 0,1 0-1,0 2 1,0 0 0,1 2 0,1 0 0,-1 2-1,1 1 1,-1 1 0,2 1 0,-1 0 0,1 1 0,1 1-1,-1 0 1,1 1 0,1 1 0,1 0 0,0 0-1,2 1 1,0 1 0,1 0 0,1 0 0,0 2 0,1-1-1,0 2 1,1 0 0,1 0 145,1 1 1,1 0-1,0 1 1,1 0-1,1 0 1,1 1-1,0 0 1,1 1-1,1 0 1,1 0-243,2 1 1,1 1 0,1 0 0,1 0-1,2 0 1,-3 11 0,2 0 0,3 0-1,0 0 47,2 1 0,2 0 0,1 0 0,4 0 0,2-1 1,4-1-1,2 1 0,2 0 0,4 1 0,2 0 0,3 0 1,2 0-1,2-1 0,3 1 0,2-2 0,3 0 1,2 0-1,2 0 0,3-1 0,1-2 0,3 1 0,2-1 1,1-2-1,2 0-58,0-1 0,1-1 0,2-1 0,3-2 0,3-1 0,3-1 0,1-2 0,2-1-53,2-2 1,1 0 0,1-3 0,2-1 0,-8-10 0,0-1-1,2-1 1,0-2 0,0 0 52,11 6 0,1-1 0,1-3 0,0-1 0,0-3 0,0-2 0,0-2 0,1-2 0,-1-2 0,0-1 0,1-2 0,-1-2 0,1-2 0,0-1 0,1-2 0,-1-2 0,1-2 0,1-1 0,0-3 0,0 0 0,0-2 0,0-1 0,0-2 0,1-1-130,0-1 1,1 0 0,0-3 0,-2 0 0,-2-2 0,0 0 0,-1-2 0,0-1 129,3-2 0,0 0 0,-1-2 0,1 0 0,-2 1 0,-1-2 0,1 1 0,0-1 15,2-1 0,1 0 0,0-1 0,0 1 0,-1 1 0,0 1 0,0-1 0,0 1 1,-1-1-1,0 2 0,0-1 0,-1 0 0,-2 0 0,0 1 0,0-1 0,-1 0 0,-2 1 1,-1-1-1,1 0 0,-1-1 0,-1 0 0,0 0 0,0 0 0,0-1-15,-1-1 0,1 1 0,0-1 0,-1-1 0,0 1 0,-1-1 0,0-1 0,0 0 0,-2-1 0,0 0 0,0-1 0,-1 0 0,15-5 0,-2 0 0,-1-1 0,-6 1 0,-2-2 0,-2 1 0,-3 0 0,-2 1 0,0-2 0,-2 1 0,-1 0 0,-1-2 0,-3 0 0,-1-1 0,-1-1 0,-1-1 0,-1-1 0,-1-1 0,-2-1 0,0-1 0,-1-1 0,-1 0 0,0-2 0,-3-1 0,-1-2 0,-1-2 0,-3-2 0,-2-3 0,-2-1 0,0-1 0,0-2 0,0 0 0,-2 0 0,-1-4 0,-1-1 0,0 0 0,0-1 0,-1 0 0,-2 0 0,-2 1 0,-1 0 0,-1 0 0,-1-3 0,0-1 0,-2-1 0,-1-4 0,-2 0 0,0-2 0,-2-2 0,0 0 0,-2-2 0,1 0 0,-1 0 0,-4 0 0,-1 17 0,-2 0 0,-1 0 0,-2 0 0,-1 2 0,-1 0 0,-1 1 0,-1-1 0,-1 0 0,-2 0 0,0 0 0,-1 0-191,-2 0 1,0 0-1,0 0 1,-2 1-1,-1-1 1,0 0-1,-2 1 1,0 1 72,-1 2 1,0 0-1,-1 1 1,-2 0-1,0 2 1,-1 1-1,0 0 1,-3 2-114,-11-11 1,-2 2 0,-1 2 0,0 1 0,-1 2 0,-1 1-1,0 1 1,-2 0 0,-1 3 0,0 2 0,-1 1 0,-1 2 0,0 3-1,0 2 1,-1 2 0,1 3 0,-1 2 0,0 3-1180,-1 1 1,0 2 0,0 1 0,4 2-1,0 0 1,0 1 101,2 3 1,-1 0-1,1 0 1308,1 1 0,-1-1 0,2 0 0,-17-6 0,1 0 0,-5 2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7486 13423 7938,'0'-13'407,"0"0"-35,0 0 1,0 4-1,0 1 467,0-2 0,1 4-502,4 2 1,-3 2-1,7 2 1,1 0 0,1 2 529,2 2 1,0-3-672,0 4 1,0 1 0,1-2 0,2-1 0,1-2-81,-1-1 1,-1 0-1,-3 0 1,3 0-23,2 0 1,-1 0 0,5 0 0,1 0 158,-2 0 1,4 0-147,-2 0 1,2 0 59,2 0 0,0 0 1,-2 0-1,-1 0 0,-1 0 1,-1 0 74,-1 0 0,3 4-105,-6 1 0,2 3-49,-2-3 1,-2 3 0,2-2 0,-1 0 32,1-1 1,-1 4-61,5-5 0,-5 5 0,2-3 0,1-1 0,3 1 0,2-2-28,2 2 0,4-4 21,0 2 1,6 2 0,-2-2 1,4 0-1,0-2 1,0 1-1,-3 1 1,-2-1 13,-1-2 0,4-1-13,-2 0 1,-1 0-2,2 0 0,-1-1 1,5-2-1,1-1 0,2 1 1,1 1 78,-2 2 1,-1 0-62,-1 0 1,-2 0-62,-2 0 1,-4 0-1,-5 0 1,0 0 6,0 0 1,4 0-8,0 0 0,1 0 1,-2 0-1,3 0 0,1 0 1,3 0 56,1 0 1,0 0-9,-2 0 1,-3 0-8,-1 0 1,-4 5 0,3-1 0,-4-1 0,-3-2 0,-2-1 103,2 0 0,0 0 0,0 0 0,-1 0-127,1 0 0,5-4-10,2 0 0,5-2-97,-5 2 1,4 2-1,-2-4 1,-1 2-1,2 0 1,-1 1-34,-1 1 0,-2 2 78,-7 0 1,2 0 95,-2 0 0,0 0 0,1 0 0,-1 0 0,1 2 0,1 1 59,2 1 0,1 6 0,3-3 0,5 0-22,2-2 1,-2 1-21,-1-2 0,3 4-63,2-3 0,1-1 0,-10-4 0,-1 0 0,0 0 1,-2-1-2,-1-4 1,2 4-56,-6-3 1,2-2 68,2 2 0,4-1 0,0 4 0,-1-2 0,0-1 0,1 1 39,4 1 0,-2 2-165,-2 0 0,-3 0 70,-1 0 1,0 0 0,0 0 0,-1 0 0,0-1 0,-2-2-128,-2-1 0,1-2 132,4 2 0,-5 1 15,1-6 0,-1 6 0,5-2 0,1 0 0,2 1 1,1 0 106,-1-2 1,2 5 0,-1-5 0,0 1-23,2 1 0,-5-4-47,3 3 0,-4 0-27,-4 0 1,2 4-1,-4-5 1,2 2-1,-2-1 1,0 3-53,0 0 0,1 2 59,5 0 0,-4 0-56,-1 0 0,1 0 1,3 0-1,3 0 34,2 0 0,-7 0-3,3 0 0,-3 0 1,2 0-1,1 0 1,0 0-1,-2 0-66,-2 0 1,1 0-136,-6 0 1,2 0 138,-2 0 1,-1-4 0,4 0 0,-2 1 0,0 1 0,0 1 20,4-4 0,1 4 1,0-3-1,-2 2 82,2 2 1,6 0 34,1 0 0,1 0 51,0 0 1,-4 0-1,4 0 1,-1 2-1,1 1 1,-3 1 155,-1-1 1,-1 3-186,0-2 1,0 0-32,0-4 0,0 0 0,-1 0 0,3 0 0,2 0 1,4 0-54,3 0 1,-2-4 0,-1-2 0,1 0 22,-2 1 1,3-1 12,-6 2 0,0 2-43,-4-2 1,-1 2 0,1 2 0,-1 0 5,-4 0 1,2 0-10,-6 0 0,2 0 1,-2 0-1,5 0 1,2 0-1,2 0 60,0 0 0,1 5 123,3-1 1,-3 0-112,3-4 1,-1 5 0,0-1-1,1 0 1,-2 1 0,0 0 207,-2 2 1,-2-4-183,-3 2 0,2 0-71,-5 0 1,5-1 0,-2-4-1,3 0 1,1 0 0,-2 0-92,-2 0 0,5 0 59,4 0 1,0 0-14,-4 0 1,4 0 0,0 0-1,-1 0 1,-2-1 0,-1-2-238,0-2 1,-5 1 96,1 4 1,-2 0 70,1 0 1,0 0 0,-6 0 0,4-1-1,0-2 1,1-2-73,0 3 0,-3 0 114,5 2 0,-1 0 58,5 0 1,0 0 0,-1 0 0,3 0 0,0 0 0,4 0 273,1 0 0,-4 0-159,1 0 0,-3 0-5,-1 0 0,-5 0 0,1 0 0,-1 0 1,1 0-1,-2 0 56,-1 0 0,-2 0-74,-4 0 1,0 0-108,-1 0 1,1 0 0,0 0-1,0 0 1,0 0 0,0 0 57,0 0 0,0 4-77,0 1 1,1-1-65,3-4 0,-2 0 0,2 0 0,-3 0 0,-1 0 0,1 0-576,4 0 0,-4 0-431,3 0 1,-7 0-354,-1 0 0,-1 0 1,5 0 1451,0 0 0,0 0 0,0 0 0</inkml:trace>
  <inkml:trace contextRef="#ctx0" brushRef="#br1">10093 11667 7998,'0'13'775,"0"2"1,0 1 0,0 1 0,0 0 0,1 0 2939,4 0-3295,-4 6 1,9-7 0,-6 4 0,1 0 0,-1-1 0,0 1 0,-1 0-1,-1 2 1,-2-1 681,0 1 0,0-5 1,0 3-1,-2 0-706,-2 0 1,1 0-1,-4 2 1,0-4-32,-1 1 1,1-5-261,-1 3 94,2-8 1,2-5-1,-1-9-276,3-8 0,2-12-204,4-9 1,3-5 248,6-4 1,0 2-1,0-5 1,0 1 157,0 4 0,4 0-110,0 3 0,2 2 0,-4 6 0,3 8 0,-3 8 0,1 5 319,1 5 0,-2 3 38,2 1 0,-4 7-138,-5 6 0,4 1 0,-4 8 0,4-1-235,1-1 0,0 4 0,0-2 0,-2 4 0,-1 2 0,-1 3 0,-1-3 0,1 0 0,0-3 0,-5 1 0,4 0 0,-3 0-193,3 0 0,-5-5 0,3 1 0,-2-1-2318,1-1 1,5-1 476,-2-6 0,1-6 0,2-3 0,4-2 2034,-1-2 0,12-18 0,1-3 0</inkml:trace>
  <inkml:trace contextRef="#ctx0" brushRef="#br1">10764 11951 7998,'0'-7'4377,"0"2"-3430,6 5 1,-3 1-371,5 3 1,-3-2-245,3 2 1,-4-3-1,5-1 1,1 0 85,2 0 1,-4-1-213,1-3 0,-2-3 0,3-6 0,-3 0 0,-1-2 0,-3 0 431,-2-3 1,-1 0-240,0 1 0,0 2-41,0-2 0,-6 3 0,-1 1 0,-1 1 665,-1 4 0,0-2-743,-3 5 1,-1 2-1,0 8 1,1 5-1,2 6 1,3 5 505,1 3 1,2 8-477,4 2 0,0-1-341,0 2 0,0-2 0,1 1 1,4-4-1,3-4 0,5-3-229,4-1 0,-1-8 0,4-1 0,0-7-26,0-5 0,1-2 0,2-4 0,-3-5 2,-2-6 1,1 1-1,-3-5 1,1 1 160,-1 3 0,-2-2 0,-3 0 0,-1 3 296,-1 0 1,-5 2-1,4 0 1,-1 2 184,0 2 1,-3-2-29,5 2 0,-5 4-275,5 0 0,-5 4 0,3-1-51,-1-2 1,0 3 0,-2-4 117,5 4 0,-2 1 72,1 0 0,-3 0-92,3 0 0,-5 1-2,1 4 1,2-3-1,0 7 1,0 1-1,1 0 1,-1 0 72,-1-1 1,4-1-107,-5 5 0,2-4-79,-2 0 0,-1-5 1,6 4 98,1 2 0,-3 1 1,1-1-88,3-2 0,-4-4 0,1 4 0,2-3 0,-2 4 0,0-5 0,2-1 0,2-1 0,1-4 0,-1-2 0,1-3 0,0-6 0,-1-6 0,-4-2 0,4-2 0,-5-2 0,2 2 0,-2-1 0,-2 1 0,-2-1 0,0 5 0,2 2 0,-4-3 0,5 5 0,-6 8 0,0 12 0,0 5 0,1 4 0,2 2 0,3 1 0,1-1 0,3-2 0,1-3 0,2-2 0,2-3 0,2-6 0,-3 0 0,5 0 0,-2-2 0,0-2 0,-1-5 0,-2-2 0,4-3 0,-1-2 0,-3-3 0,-4-1 0,2 3-1132,-4-5 0,4 2-1654,1-1 1,0-2 2785,-1 6 0,7-12 0,1 2 0</inkml:trace>
  <inkml:trace contextRef="#ctx0" brushRef="#br1">12777 11655 7931,'-18'0'739,"-1"0"1,-4 0 0,3 1 0,1 5 0,4 8 898,0 10 0,2 8 1,1 8-1,0 3 0,3 5 1,5 2-777,3 1 0,6-6 0,4-6 0,4-8-151,4-4 0,5-8 0,8-6 0,6-7-482,5-5 1,-1-8 0,5-6 0,-4-7-230,-2-5 0,3-7 0,-8-7 0,-2-6 0,-2-6 0,-9-1 0,-3 0 0,-6 1 0,-3-1 0,-5 2 0,-2 3 0,-12 7 0,-3 5 0,-10 6-236,-3-1 1,-1 5-1,-6 4 1,0 9-1,1 6 1,1 4-1372,2 2 1,3 6-1289,5 3 0,4 9 1494,8 8 1,3 0 1400,6 4 0,12 3 0,2 0 0</inkml:trace>
  <inkml:trace contextRef="#ctx0" brushRef="#br1">13023 11732 7931,'-8'1'5684,"4"4"-3829,3 3 0,2 8 0,3 3 0,7 1 95,4 3 1,5 1-1127,6 2 0,4 0-477,0 0 1,6-1 0,-1 1 0,2-1 0,2-4 0,-2-4-767,-3-2 1,-2-4-968,-6-2 1,0 1-15,-1-6 0,-3-1 1,-2-7 1399,-1-5 0,4-8 0,-3-3 0</inkml:trace>
  <inkml:trace contextRef="#ctx0" brushRef="#br1">21425 4530 7872,'0'-13'2493,"-2"2"1,-1 5 1349,-1 10 0,-2 11-3135,2 15 1,1 10 0,-5 10 0,-4 6-1,-2 4 1,-5 5 0,-1 4 0,8-33 0,0 1-273,-2 2 1,-1 1 0,1-4 0,-1 1-437,-1 2 0,-2-1 0,1-1 0,0-1 0,-2 1 0,0 0 0,1-3 0,0 0 0,-15 29 0,3-7 0,6-8 0,4-7 0,7-2 0,2 0 0,2-1 0,-1-6 0,6-6 0,-1-2-1050,5-7 1,0 1 0,2-7-2675,2-2 1,-1-4 2051,5-5 1,-5-1 356,2-3 1,0-3 0,0-8 1314,-2-2 0,4-3 0,0-6 0</inkml:trace>
  <inkml:trace contextRef="#ctx0" brushRef="#br1">20767 5472 7872,'-9'-13'6715,"0"1"-6011,6 4 1,-1 13 0,8 10 0,5 8 1034,3 9 1,0 5-61,1 6 0,0 3-941,0 6 0,0-1 0,0 1 0,0 0 0,0-2 0,0-3-738,0-4 0,0-13 0,-1-4 0,1-14 0,0-4 0,2-1 0,0-4 0,3-4 0,-1-6 0,0-6 0,0-4 0,6-2 0,-1-3 0,2-6-425,2 2 0,-5-4 1,1 0-1,1-3 1,0-2-1,0 1-7923,-2-2 8348,1-1 0,4-2 0,-1 0 0</inkml:trace>
  <inkml:trace contextRef="#ctx0" brushRef="#br1">16998 13410 8227,'0'-9'6298,"0"1"-5785,0 5 0,1-7 0,4 5 0,3 3 24,4 0 0,1 2 1,-1 0-1,1 0-121,0 0 1,5 0-275,-1 0 1,6 0 0,-2 0 0,4 0 0,2 0 0,1 0 113,3 0 0,-1 0 0,-4 0 0,-1 0-70,1 0 1,0 0-88,0 0 1,-5 0 3,1 0 0,-5 0 1,3 0-1,-1 0 1,-3 0-1,-2 0 55,-1 0 0,1 0-58,3 0 1,-1 0-88,6 0 0,-5-1 1,3-2-1,0-3 1,0-1-1,2-2 161,-2 2 1,3 0 46,-6 3 0,6 2-162,-2-2 1,-2-2-1,0 2 1,-2 1-1,0 2 1,0 1 219,2 0 0,-5 0-31,3 0 1,-2 0-143,-2 0 1,-1 0-1,1 0 1,0 0-1,0 0 157,0 0 0,0 0-245,0 0 1,0 0 22,0 0 0,-5 0 1,2 0-1,3 0 0,3 0 1,0 0 87,-2 0 1,3-2-41,1-2 1,0 2-82,-1-2 0,-2 3 0,3-1 0,0-1 1,0-1-1,1 1 62,0 2 0,2 1-11,-4 0 1,2-5 11,-2 1 1,-3 0 0,4 4-1,-3 0 1,1 0 0,1 0 67,-1 0 0,-1 0-89,-3 0 0,-3 0-62,0 0 0,-1 0 0,5 0 0,0 0 0,0 0-86,0 0 0,0 0 6,0 0 0,0 0 70,0 0 1,-1-2 0,3 0-1,1-3 1,1 2 0,-1 2-8,-2 1 0,0-4 26,3-1 0,-2 1-7,2 4 0,2 0 0,-2 0 0,0 0 0,0 0 0,0 0-86,-1 0 1,3 4 79,-2 1 1,5-1-6,-5-4 1,4 0 0,-2 0 0,1 0 0,2 0-1,-2 0-114,-3 0 1,1-4 86,0-1 1,3 0 88,-4 0 0,1 4 0,-5-3 0,1 2 1,2 2-1,1 0-34,-1 0 1,2 0-1,-1 0 1,2 2-29,-2 2 1,-1-3 0,4 5 0,0-2 0,0 1 0,2-1-79,-2 2 1,4-5 99,-2 3 1,-2-2 0,1-2 1,-1 0 0,3 0-1,-3 0 1,-1 0 0,-2 0 7,2 0 1,-5 0-22,4 0 0,-4 0 181,-1 0 0,0 4 1,0 0-1,1 1 1,2-1-1,1 0 29,-1-1 1,2 0-110,0 1 0,4-1-128,0 6 0,-2-6 0,2 1 0,1-1 0,1 0 0,2 1 80,0-1 1,-1-2-99,1-1 0,0 0 49,0 0 0,0-4 0,-1 0 0,0 0 1,-2-1-1,-3 1-27,-2 1 0,5 2 5,-1 1 0,1-2-1,-2-2 0,4 2 0,-4-2 0,4 3 1,0 1-1,1 0-110,0 0 0,0 0 164,0 0 1,0 1 25,-1 3 1,0-2-1,-2 2 1,-2-2 0,1-2-1,-1 0 164,1 0 1,-7 0-195,3 0 1,-4 0 34,-1 0 1,4 0 0,0 0 0,1 0-56,0 0 0,-3 0 0,2 0 0,3 0 0,0 0 0,1 0 0,1 0 0,-1 0 0,-1 0 0,5 0 0,-4 0 0,2 0 0,-1 0 0,2 0 0,-2 0 0,1 0 0,-2 0 0,-2 0 0,-1 0 0,-3 0 0,2 0 0,2 0 0,-2 0 0,0 4 0,-4 0 0,0-1 0,1-1 0,2-2 0,1 0 0,5 4 0,-5 0 0,4 0 0,-3-4 0,9 0 0,-1 0 0,1 0 0,0 0 0,-1 0 0,0 0 0,4 2 0,0 2 0,0-2 0,-4 2 0,0-3 0,0-1 0,-1 0 0,0-1 0,-2-2 0,-2-1 0,-1-1 0,2 5 0,2 0 0,-2 0 0,2-1 0,1-2 0,-1-1 0,-1 1 0,3 2 0,1 1 0,-3 0 0,6 0 0,-2 0 0,-3 0 0,1 4 0,0 0 0,0-1 0,-2 0 0,-1 0 0,-1 1 0,-2 0 0,1-4 0,4 0 0,-4 0 0,-1 0 0,2 0 0,1 0 0,1 0 0,2 0 0,0 0 0,4 0 0,0 0 0,0-4 0,-4 0 0,4-2 0,0 3 0,-1-1 0,-2 0 0,-3-1 0,-2 1 0,1 0 0,-6 4 0,2 0 0,-2 0 0,-3 0 0,3 0 0,-2 0 0,-2 0 0,0 0-246,0 0 0,-1 0-645,1 0 1,2 0-30,2 0 1,-6 4 0,4 2-1,-2-1 1,-3 3-4536,1-1 5455,1 1 0,-5 5 0,-1 0 0</inkml:trace>
  <inkml:trace contextRef="#ctx0" brushRef="#br1">19515 11732 7998,'-6'-13'912,"-3"2"1,-4 3 0,-2 8 0,-4 9 0,-1 8 725,-3 9 0,3 6 1,0 8-1,1 1 0,3 4 1,3-1-70,5 1 1,4-4 0,9-6 0,8-7-1570,7-5 0,6-5 0,4-10 0,2-2 0,4-9 0,-2-4 0,2-7 0,-2-5 0,-4-4 0,-1-1 0,-12-2 0,-1-1 0,-7-4 0,-4 0 0,-5-4 0,-1 5 0,-5 3 0,-7 1 0,-7 0 0,-10 5 0,-4-1 0,-8 12-30,-1 2 1,0 5 0,4 3 0,2 1 0,4 5 0,7 7-9802,8 7 9411,9 4 1,3 8 0,6 1-1</inkml:trace>
  <inkml:trace contextRef="#ctx0" brushRef="#br1">19889 11254 7952,'-12'-37'0,"4"4"0,4 7 7402,2 8-6138,2 9 1,0 5 0,2 8 0,2 3 0,4 3-496,4 3 0,1-1 0,0 9 0,0 4-45,0 3 0,-1 5 510,1 6 1,-4 5-1235,0 4 0,-2 2 0,1 2 0,-2-2 0,-2-3 0,1-4 0,-2-3 0,-2-1 0,-1 0 0,0-6 0,0-3 0,0-9 0,0-3 0,0-4-8812,0-1 8812,0-6 0,6 4 0,1-3 0</inkml:trace>
  <inkml:trace contextRef="#ctx0" brushRef="#br1">20496 11629 7891,'-22'-12'0,"2"4"0,0 3 6539,0 4-5131,4 1 0,-7 7 1,6 6-1,1 7 0,0 6 1361,-1 4 0,7 3-2531,-3 6 1,9-1 0,0 0 0,2-4 0,4-4 0,2-4-125,4-4 1,5-5-115,5-9 0,-3-2 0,7-6 0,-1-10 0,5-6 0,0-5 0,0-8 0,0-2 0,-1-5 0,1-6 0,0-1 0,-2-1 0,-2 1 0,1-3 0,-6-9 0,-3-4 0,-4-6 0,-5-4-345,-4-2 0,-1 5 676,0 11 0,-4 7-324,0 18 0,-6 11 0,2 18 0,0 10-7,-1 12 0,5 16 0,-5 15 0,2 7 0,-3 8 0,3 5 0,3-36 0,1 1 0,0 0 0,0-1-420,-3 30 0,2 0-632,4-6 0,7-1-3692,6 1 1,6-12 4743,7-5 0,6-5 0,7-7 0,7-3 0,4-1 0</inkml:trace>
  <inkml:trace contextRef="#ctx0" brushRef="#br1">21670 11293 7867,'-13'-11'1521,"-1"4"0,-2-5 0,-1 14 936,1 13 1,2 13-1,1 16 1,0 6 747,0 5 1,6 6-3206,2 0 0,4-3 0,1 3 0,12-13 0,5-2 0,7-10 0,6-10 0,5-9 0,2-7 0,0-6 0,-2-8 0,2-9 0,-3-8 0,-2-9 0,-2-6 0,-4-6 0,-5-5 0,-3-3 0,-4-2 0,2-4 0,-3 0 0,-2-5 0,-7 0 0,-4-8 0,0-4 0,-2 37 0,-3-1 0,-8-32 0,-3 11 0,-1 7 0,-6 14-762,2 11 1,-4 12-340,0 10 0,0 11 0,2 11 0,2 15 1101,-2 12 0,-2 11 0,0 3 0</inkml:trace>
  <inkml:trace contextRef="#ctx0" brushRef="#br1">21851 11577 18416,'4'9'4915,"2"-1"0,2 2-4809,7 2 0,3 1 0,8 1 1,1 2-107,4 1 0,1 6 0,9-3 0,0 0 0,2-3 0,-1 2-1309,-8-2 1,-2 0-5506,-6-4 6814,-1 0 0,1 0 0,0 0 0</inkml:trace>
  <inkml:trace contextRef="#ctx0" brushRef="#br1">19928 4259 8206,'-13'-11'1775,"0"2"-857,0 5 0,6 4 1,2 6-1,4 8 1,1 10-1,0 12 3186,0 10-3671,0 1 1,0 24 0,0-35 0,0 2 0,0 5 0,0 2 0,0 4 0,0 1 0,0 0 0,0 1 0,0 0 0,0-1 533,0-3 0,0-1 0,0-6 1,1-1-968,2 0 0,-1-1 0,-1 33 0,5-3 0,-2-6 0,2-12 0,0-8 0,-1-8 0,4 4 0,-5-4 0,5-2 0,-5-4 0,1-3 0,-1-5 0,2 0-1866,1 0 1,-3-4 631,5 1 0,-6-7 132,1-2 1,3-6-1,0-4 1,0-9-1,-1-11-1848,0-6 0,-5-7 2950,4-8 0,-4 3 0,-1-4 0</inkml:trace>
  <inkml:trace contextRef="#ctx0" brushRef="#br1">19824 5356 8206,'-25'0'0,"5"0"1004,2 0 0,4 0 263,1 0 0,2 2 0,2 2 0,5 5 479,2 2 0,5 2-672,6 0 0,1 5-638,11 4 1,1 2-1,5 2 1,3 0-1,5 0 1,2 0 735,2-1 1,-5-4-721,0-4 0,-5-3-194,1-1 1,0-2 0,-2-2 0,-6-5 47,-1-2 1,-4-2-323,-4 0 1,-2-7-1,-1-6 1,-3-7-1,-1-5 1,-2-1-548,2 1 0,-3-8-1659,6-6 1,-5 0 182,5-4 1,-5-4 0,4-5 2038,2-7 0,2-4 0,1-1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23116 1859 7863,'-19'-39'0,"5"12"619,-4 5 0,4 12 1,1 4-1,-1 1 0,-2-3 1,-3 0-1,-1 1 0,-4 1 1481,-5 3 0,-4 2 0,-4 1 1,1 2-1035,2 7 1,1 5-643,-2 12 0,4 10 0,6 4 0,5 3 0,7 3 0,8-1 0,5-1 0,5-2 1504,8-2-1928,6-13 0,12 2 0,4-14 0,2-3 0,3-6 0,3-5 0,-3-8 0,4-6 0,-9-13 0,0-14 0,-1-10 0,-1-10 0,-18 27 0,-1-2 0,-2-1 0,-1-1 0,1-1 0,-1-1 0,-2-2 0,-1 0 0,0-2 0,0-2 0,-3 0 0,-2 0 0,1 1 0,-2 2 0,-2-30 0,-1 8 0,-4 8 0,-2 10 0,0 12 0,-4 14 0,9 15 0,-2 10 0,2 6 0,2 9 0,0 6 0,0 11 0,0 12 0,0 10 0,0 10 0,0 4 0,2-3 0,2-1 0,2-5 0,4-2 0,-2-3 0,3-3 0,1-6-2303,6-6 1,2-9 498,6-5 1,5-6-4081,3-7 5884,4-11 0,6-19 0,2-7 0</inkml:trace>
  <inkml:trace contextRef="#ctx0" brushRef="#br0">23761 1174 7863,'-13'-5'2624,"0"2"447,0-6 1,0 6-1906,0-1 0,0 16 1,1 11-1,0 14 0,2 13 1,1 10 1354,-1 8 1,5 3-2522,2-32 0,1 0 0,4 32 0,6-2 0,4-10 0,12-9 0,5-11 0,2-12 0,10-7 0,6-7 0,-3-6 0,-1-4 0,-2-7 0,-4-9 0,-1-7 0,-2-4 0,-11-8 0,-1-2 0,-8-5 0,-5-4 0,1-3 0,-6-6 0,-1 1 0,-2-1 0,-7-4 0,-2 0 0,-4-5 0,-2 2 0,-2 0-543,-1 3 0,-4 10-845,3 8 0,-3 6 1,2 12-1,1 7-1690,-1 7 1,6 12 3077,4 7 0,1 11 0,-5 9 0</inkml:trace>
  <inkml:trace contextRef="#ctx0" brushRef="#br0">23761 1549 7832,'-4'13'1342,"-1"0"0,2 0 1353,2-1 1,7 1 835,2 0 1,10-4-2582,3-1 0,11-3 0,5 2 0,6-1 0,3-3 1,3-2-951,1-1 0,0-6 0,-3-2 0,-2 0-469,-7 0 1,0 1 0,-2-3 0,-3 2-1842,-2 3 1,-1-4 943,-4 5 0,-2 0 1,-2 4-1,-6 1 1366,-6 3 0,-10 9 0,-7 7 0</inkml:trace>
  <inkml:trace contextRef="#ctx0" brushRef="#br0">23232 2620 7798,'-25'1'4380,"4"4"1,4 3-1187,2 4-2556,8 1 0,9 0 0,12 0 0,13-2 0,15-1 1,12-3-1,8-2 1587,2-7 1,5-4-2725,0-7 1,-34 3-1,0-2 65,0-1 1,-1 0 0,2-4 0,0 1-1,1 0 1,0 2 0,-1-1 0,-1 1-2321,29-13 0,-14 7 540,-2 2 1,-10 5 2213,-7 5 0,-7 8 0,-11 7 0</inkml:trace>
  <inkml:trace contextRef="#ctx0" brushRef="#br0">23851 3317 11347,'-26'0'767,"5"1"1,-1 2-1,1 3 552,1 1-711,-5-4 1,7 7-1,-5-6 1,3 1-1,0-1 1,1 2-1,-1 1 1656,0 3 0,4 1-1169,-1 2 1,3 2-642,1 2 0,4 4 0,2 9 0,1 5 0,3 2 1,2 0-455,1-2 0,1 1 0,4-6 0,2-6 0,6-7 0,1-4 0,2-4 0,1-5 0,-1-2 0,2-8 0,0-3 0,0-14 0,-2-7 0,3-7 0,-1-6 0,1-4 0,-3-4 0,-2-4 0,-1-1 0,0-3 0,0-1 0,-6 1 0,-3-7 0,-2 6 0,-2 2 0,-6 8 0,-3 7 0,2 16 0,-1 11 0,-1 15 0,2 13 0,2 13 0,4 12 0,1 10 0,0 9 0,0 5 0,1 2 0,4 0 0,2-3 0,0-4 0,5-4-146,-4-5 0,5 2 0,3-8 1,3-5-1,1-9 0,1-8-3856,-1-5 1,5-2 3045,-4-4 0,-1-3-3644,2-10 4600,-1-7 0,5-14 0,0-7 0</inkml:trace>
  <inkml:trace contextRef="#ctx0" brushRef="#br0">24084 2943 7741,'-8'-20'3817,"-2"8"3214,6 12-5893,0 6 1,5 14 0,3 6 0,5 7 0,3 3 0,2-2 0,2-4-84,1-3 0,2 1-1055,-2 2 0,-2-9 0,7 1 0,0-6 0,3-5 0,1-2 0,0-5 0,-2-3-1371,-2-1 1,1-10-2611,-6-3 0,5-10 2069,-5-2 0,0-8 1912,-4-10 0,5-3 0,3-6 0</inkml:trace>
  <inkml:trace contextRef="#ctx0" brushRef="#br0">24548 2723 7741,'-8'6'4915,"-1"3"0,6 8-1183,-1 4 1,1 17-2134,-1 9 1,1 15-1546,-1-26 1,-1 1-1,3 2 1,0 1-1,-2-1 1,1 0-1,0-1 1,0-1-234,0 35 0,2-8 179,1-3 0,0-13 0,0 0 0,0-8 0,0-6 0,0-4 44,0-2 0,4-8-44,0-3 0,2-4 0,-2-5 0,-2 0 0,3-6-2174,1 3 1,1-8 2173,6-10 0,0-11 0,0-9 0</inkml:trace>
  <inkml:trace contextRef="#ctx0" brushRef="#br0">27349 1962 7887,'-19'-39'0,"-1"0"0,-11-18 715,5 14 0,6 20 0,8 20 0,2 7 0,3 9 1,1 10 529,3 10 1,2 13 0,1 17 0,0 9-1064,0-32 0,0 2 0,0 6 0,0 1 0,0 6 0,1 2 1,1 7-1,1 1 0,0 7 0,1 1 0,-1-20 0,0 1 0,0 1 10,-1 4 0,1 1 0,0 0 0,0 4 0,-1 1 0,0 1 0,1 4 0,0 1 0,0 1 0,-1-1 0,-1 0 0,0 0-252,0-1 1,-1-1 0,1 0-1,-1 1 1,0-1 0,0 0-1,0-2 1,0-1 0,0 0 0,-1 1-1,0 0 1,0 0 151,-2 1 1,0 0 0,0-2-1,1-4 1,-1-2 0,0 1-1,-3 1 1,0 1 0,0-1 0,1-1-1,1-1 1,-1 0 28,1 0 0,-1 1 0,1-1 1,0 0-1,-1 0 0,0 0 18,-1 1 0,0 0 0,1-2 1,1-3-1,1-2 0,0 1-91,-2 0 0,1-1 0,0 1 1,1-3-1,0 1 0,0-1 0,0-1 1,-1-1-1,1 0 0,0 1 0,1 0 1,0 0-1,0 1 0,0-1 1,0 0-1,1-1 0,0 0 0,0-1-60,1 22 1,-1 0-1,-1-3 1,-1-1 191,1-5 1,0 0 0,0 0 0,0 0-73,1-1 1,2-2 0,1-8 0,2-1 0,0-3 0,2-1 0,1-7 0,1-2 0,14 23 0,4-13-185,4-9 1,0-8-14,9-9 0,-2-8 79,10-8 1,2 0 0,7 0 0,8-4 0,-26-2 0,2-1-1,6-2 1,3 0 205,4-2 1,1 0 0,5 0-1,1-1-196,0 0 0,1 1 0,3 2 0,1 0-51,1-1 0,1 1 0,-1 2 0,0 1 0,7-1 1,0 0-1,-23 1 0,0 1 0,1-1 0,1 1 1,0 0-1,0 0 0,1 0 0,-1 0 0,1-1 51,-1 0 0,1-1 0,0 1 0,2 0 0,0 0 0,1 0-270,2-2 0,1 0 1,0 0-1,3 1 1,1 0-1,-1-1 270,-2 0 0,0 1 0,1-2 0,-2 1 0,1-1 0,0 0 0,-1 1 0,0 1 0,1 0 0,0-1 0,0 0 0,0 0 0,1 0 0,1 1 0,-1-1 0,-1-1 0,1 1 0,-1 0-67,-2-1 1,0 0 0,-1 0 0,-2 0 0,0 0-1,-1-1-185,-5 1 1,-1 0-1,1-1 1,24-1-1,-1-1 120,-5 1 1,-1-1-1,1 1 1,-2 1-1,-6 0 1,-2 1-1,-7 2 1,-1 0 0,-5 1-1,0 1 1,-3 0-1,1 0-670,0-1 0,0 2 0,-3 1 0,0 1 483,-2 1 1,-1 1 0,23 6-85,-16 2 1,-3 5 0,-1 0-1,-2 1 1,-3 0 0,-2-4-1695,-1 0 0,-9 2 834,-1 0 1263,-5 6 0,-6-7 0,3 5 0,3 1 0</inkml:trace>
  <inkml:trace contextRef="#ctx0" brushRef="#br0">27555 2297 8025,'-25'-25'948,"6"4"1,5 6 350,4 5 0,11 5-968,-1 10 0,7 2 0,0 6 0,3 3 0,6 4 1,3 7-1,5 6 0,3 6 2979,4 2-3067,10 8 1,-5 1 0,-12-20 0,2 0 0,1 3-1,1 0 1,2 5 0,1 0-185,2 2 0,0 2 0,2 6 0,1 3 50,3 4 0,3 2 1,-11-18-1,1 0 0,1 0 1,3 3-1,0 0 0,0 1 1,1-1-1,0 1 0,1-1 1,-1 0-1,0 0 0,1-1 1,-2 0-1,0 0 0,1-1 233,-1-1 1,0-1 0,1 0 0,0-1 0,2 1 0,-1-2-243,2 1 1,1-2 0,-1 1-1,-3-1 1,0 0 0,-1 0-43,-1 0 1,-1 1 0,0 0-1,2 1 1,1 0 0,-1 0 0,3 0-1,0 0 1,1 1 0,1 0-1,0 1 1,-1 0 0,0 0 0,-1 1-1,0 0 1,-1-1 0,-1 1-1,1 0-5,-1-2 1,1 0 0,0 0-1,1 2 1,-1 1 0,1-1-54,3 1 0,-1 1 0,1 0 0,-1 0 0,0 1 0,-1 1 0,-1 3 0,0 1 0,-1-1 0,-1-5 0,0 0 0,0-1 0,-2-3 0,1 1 0,-1 0 0,-2-1 0,0 1 0,0 1 0,-2 1 0,-1 1 0,0 0 0,0-1 0,-1 1 0,0-2 0,14 17 0,1 0 0,0 0 0,1-1 0,1-6 0,-1-1 0,-5-1 0,-2 0-4,0 1 0,-2 1 0,-3-2 0,0 0 0,-2-2 0,1-2 0,-2 0 0,0-2 0,0 0 0,-1-2 0,-3-1 0,-1-2-935,-1-3 1,0 0 0,-3-2 0,-1-1 312,15 20 0,-5-6-995,-9-11 1,-2-5 0,-6 1-1,0-6 1,-2-5-5105,-2-6 6725,2-9 0,-9 2 0,3-6 0</inkml:trace>
  <inkml:trace contextRef="#ctx0" brushRef="#br0">32950 8144 7785,'0'59'-28,"0"-3"0,0-5 0,0-3 1,-1-5-1,-2-5 0,-1-3-309,1-5 1,1-9 308,2-3 1,0-17 236,0-9 1,0-11 0,0-11-1,2-6 1,1-4 0,1-5 1631,-1-1-997,-2 11 1,-1-7 0,0 12 0,0 3 0,0 4 1532,0 5 0,-5 10-1974,-4 4 1,-4 11-1,-4 10 1,-5 14-1,-2 15 1,0 16 71,12-25 0,2 1 0,1 2 0,1 1-348,3 2 1,1 0 0,1 0 0,2-1-74,2-5 0,2-1 0,16 30 0,11-20 0,6-7 0,4-8 0,2-6 336,1-8 1,0-6-134,-5-11 1,5-5-168,0-4 1,-2-8-1,-10-3 1,-8-2-1,-7-1 1,-9-4-926,-4-6 0,-6-4 449,-6-2 0,-11-7-1376,-14-6 0,-3-3 1,17 24-1,-1 0 1521,0 0 1,-1 2 0,-23-26 0,19 26 0,0 1-1</inkml:trace>
  <inkml:trace contextRef="#ctx0" brushRef="#br0">32976 8660 7796,'-7'2'4915,"3"2"0,4-1-940,4 5 1,5-3-4496,8 3 1,7 0-282,6 0 1,8 4 0,0-2 0,8 4-1,4 3 1,2-1 800,0-2 0,5-1 0,2 0 0</inkml:trace>
  <inkml:trace contextRef="#ctx0" brushRef="#br0">26407 1136 8028,'-19'-6'1100,"5"3"1,-3-1-1,4 8 1,4 16-780,5 15 1,4 21-1,4 14 1,0-31 0,1 1-1,0 3 1,1 1 0,0 1-1,1-1-153,-1-1 1,1 0-1,-1-2 1,1-3-1,6 21 1,0-9-528,0-10 1,-1-10 110,1-12 0,-5-8 1,-4-15-306,-3-3 1,-8-10 0,-4-5 0,-5-5-512,0-7 0,-3-3 502,2-5 1,0-5 460,4-8 1,2-2 0,1-8 0,2-2 0,3-1-1,2 2 220,1 1 1,8 6 815,3 0 1,9 18-435,8 8 0,6 11 0,9 11 1,7 2-1,8 3 0,4 1 1529,0 3 1,-4 2-1320,-9 1 0,-4 0-347,-8 0 0,-9 6 0,-11 2 0,-5 4 0,-5 1 0,-5 1 686,-5 3 1,-2-1-712,-6 5 1,-5 1-1113,-4 4 1,-4 1-1,-2 3 1,-3 3-2791,3 0 0,1 10 3563,1 0 0,6 12 0,1 3 0</inkml:trace>
  <inkml:trace contextRef="#ctx0" brushRef="#br0">32215 6647 7739,'-13'-25'1515,"0"4"0,3 8 0,4 10-208,6 12 0,4 17 0,-1 4 1,3 7-104,1 6 1,-3 3-1271,5 6 1,-5-1 0,4-1 0,-3-2 0,-2-7 0,-1-3-405,-2-4-778,0-5 0,0 1 0,0-9 1248,0-4 0,0-8 0,0-3 0</inkml:trace>
  <inkml:trace contextRef="#ctx0" brushRef="#br0">32189 6711 7739,'13'-20'4467,"1"3"-3418,3 8 0,5 4-4,8 5 0,-1 1 1,5 3-1,0 7 0,-1 3 1,-2 5 295,-4 1 0,-1 1-736,-1 5 0,0 0-328,-4 0 1,-6 1-1,-8 1 1,-1 3 0,-6-3-1,-6 1-326,-7 1 0,-13-3 0,-1 3 0,-5-2-955,-4-3 1,1 0 0,-1-4-1,1-2-2373,-1 0 3377,5-5 0,-6 5 0,4-6 0</inkml:trace>
  <inkml:trace contextRef="#ctx0" brushRef="#br0">27297 4685 8039,'0'-26'1212,"2"3"0,2 6 0,5 8 0,2 7-1444,2 2 1,1 5 0,2 3-1,3 0-2947,1 1 3179,1-1 0,5 5 0,0 0 0</inkml:trace>
  <inkml:trace contextRef="#ctx0" brushRef="#br0">28097 4788 7993,'8'-33'1281,"5"8"1,-2 7-1,6 5-1154,3 5 1,3 1-1,6 4 1,2-2-3132,2 3 3004,2 0 0,9 2 0,2 0 0</inkml:trace>
  <inkml:trace contextRef="#ctx0" brushRef="#br0">28936 4750 7993,'18'-6'668,"-1"-1"1,-1 0-947,-2 2 1,-1 4 0,0 1 0,0 1-328,0 4 1,1-3 0,2 6 604,1-3 0,6 5 0,-3-2 0</inkml:trace>
  <inkml:trace contextRef="#ctx0" brushRef="#br0">30266 4724 7993,'51'-10'18,"2"-3"1,3-2 371,5 1 0,-3 1 0,1 0 0,-3 0 0,-7 1 0,-9 0 149,-8 3 0,-1-1 1,-1 6-1,-1 1-601,-2 2 0,-5 1 0,-2 0 0,-2 0-121,-2 0 1,3 6-906,-2 2 1,0-1 241,-4 2 846,6-6 0,7 8 0,7-4 0</inkml:trace>
  <inkml:trace contextRef="#ctx0" brushRef="#br0">31582 4608 7993,'55'-10'959,"-4"-3"0,0-2-418,-8 7 1,-3-2-1,4 4 1,1-1-575,2-3 0,7 4 0,4 2 1,-1 2-822,1 2 1,6 2 604,-4 2 1,-1 2-510,-12 2 0,4 4 0,-1-5 0,7 0 410,8-3 0,4-2 518,-1-2 1,-6 0 0,1-2 0,-4-3 0,-5-7 0,-1-4 0,-1 1 0,1 0 0,0 2 0,0 1-255,-3-1 1,-4 4 83,-3 0 0,0 1 0,-10-5 0</inkml:trace>
  <inkml:trace contextRef="#ctx0" brushRef="#br0">29620 4866 7905,'0'-19'1502,"-4"5"1,0-3-280,1 2 1,7 14-1,5 4 1,2 4 0,4 0-702,2-1 0,-3-2 0,5-4 0,-2 0-241,0 0 0,0 0 0,-4 0 0,0 0 142,0 0 0,-1-6-206,-4-2 1,-2 1 74,-6-2 0,-1 6 0,-4-1 0,-3 2 0,-5 4 837,-4 2 0,2 3-636,-2 6 1,-2 6-183,2 2 0,4 2 0,6 0 0,1-3 42,3-1 1,2-2-256,1-4 1,1 0 0,5-2 0,6-2 0,5-6-99,3-6 0,0-6 0,2-8 0,-2-3 0,-3-6 0,-4 0 0,0 2 0,-6 1 0,-3 3 0,0 1-1062,-1 4 0,-3 2 1,-3 3-1,-2 3-5414,-2 1 6476,4 2 0,-3 4 0</inkml:trace>
  <inkml:trace contextRef="#ctx0" brushRef="#br0">30124 4801 6858,'-2'-7'4660,"-2"3"-1958,3 2-394,-5 2 1,6-1 1813,0-3-3180,0 2 1,6-8-1,2 6-247,4 1 0,1 2-195,0 1 1,1 0-419,3 0 0,3 0 1,7 0-1,5 0 0,7 0 1,8 0-83,7 0 0,4 0 0,2 0 0,2 0 0,-6 0 0,4 0 0,-6 0 0,-3 0 0,-7 0 0,0 0 0,-1 0 0,9 4 0,-3 0 0,0-1 0,-1-2 0,-2-1 0,-3 0 0,0 0 0,-4 0 0,-3 0 0,-10 0 0,1 0 0,2 0 0,1 0 0,-2 0 0,0 0 0,-3 0 0,1 0 0,2 0 0,-1 0 0,0 0 0,-4 0 0,-3 0 0,-3 0 0,-4 0 0,-7 0 0,-6 0 0,-6 0 0,-7 0 0,-4 0 0,-2 0 0,-1 0 0,-3 0 0,-1-1-1134,-2-3 0,-1 2 712,-3-2 1,3-2 228,-4 2 0,0-5 0,1 4 0,1-3-111,2-2 0,0 3 260,-3-1 1,7-1-1,-2-4 1,5 0 0,6 0-1,2 0 826,4 0 0,6 1-185,2-1 1,12 1-266,9 4 0,5-4 0,4 5 0,5 0 0,2 2 1,2 4-333,-1 1 0,7 0 0,2 0 0,-2 6 0,-2 2 0,-5 8 0,-3 3 0,-5-1 0,-4 2 0,-5 1 0,-4 1 0,-8 1 0,-5-1 0,-2 1 0,-2-6 0,-7 5 0,-5-5 0,-5-1 0,-3-2 0,3-1 0,-5 0 0,2 0 0,-2 0 0,5-2 0,3-1 0,1-3 0,0-1 0,0 3-2652,0-5 2652,6 6 0,-4-3 0,3 6 0</inkml:trace>
  <inkml:trace contextRef="#ctx0" brushRef="#br0">29504 4659 8023,'13'0'-17,"0"2"0,1 1 0,2 2-412,1 2 0,1-2 368,-5 3 0,-2-3 0,-1 2 0,-3 0 1,0-1-1,-1 1 0,0 0 688,-3 3 0,0-4 0,-1 0 769,3-1 1,-1-2 686,-4 6-390,0-6 0,-1 7-243,-4-6 0,2 0-693,-5-4 0,-1 0-239,-4 0 1,0 0-1,-1 0 1,-3 0-1,-6-1 1,-7-2 1457,-9-1 0,-5-5-1795,-8 5 1,-1-6-182,-3 1 0,-7 2 0,-7-2 0,-2 1 0,35 3 0,-1 1 0,0 0 0,0 0 0,0-2 0,-1 2 0,0 0 0,1 0 0,-2 0 0,2 0 0,-26 1 0,8-1 0,10 2 0,10 2 0,3 0 0,1 0 0,8 0 0,7 0 0,-2 0 0,2 0 0,1 0-545,2 0-2894,7 0 1944,1 0 1,6 2 0,0 2 0,0 4 0,1 4 1494,4 1 0,8 6 0,7 1 0</inkml:trace>
  <inkml:trace contextRef="#ctx0" brushRef="#br0">28510 4556 8004,'-8'-7'1228,"-1"-5"0,-1-2-48,-1 3 0,-2-2 0,0 5 656,0 1 0,4 2-815,1 5 0,4 0-421,-5 0 0,5 0 0,-5 1 0,-1 3 0,-2 6 0,-2 6 650,-3 6 0,1 2-850,-5 2 0,1 4 114,-2 0 0,-1 4 0,6-3 1,3-3-515,4 0 0,0-3 0,5 1 0,1-1 0,5-3 0,4-1 0,5-3 0,7-2 0,9-2 0,5-2 0,8-4 0,1 4-853,3-4 0,-3 0 0,3-1 853,-3-1 0,-1 9 0,0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19037 1549 8003,'-11'-13'4310,"2"0"1,-4 20-3512,9 15 1,12 25 0,5 25 0,-5-31 0,0 1 0,1 5 0,1 2 0,0 3-1,0 1 272,0 2 1,0 1 0,2 1 0,-1-2-1174,-2-1 1,-1 0-1,1-3 1,-1-2-1,-1-6 1,-1-1 0,0-3-1,0-1 1,4 31-1,-3-10 1,-1-12-1,-4-11 1,0-7 0,-1-5-2516,4-2 1,-4 1-3305,3-6 5921,-2-6 0,-8-11 0,-1-7 0</inkml:trace>
  <inkml:trace contextRef="#ctx0" brushRef="#br0">18818 1549 8061,'-13'-45'811,"6"7"1,2-1 0,7 7 1641,6 5 1,12 6-598,15-1 0,4 2-832,4-2 1,7-2 0,6 4 0,-2 1 0,-1 5 0,-1 5 678,0 4 1,2 3-1704,-2 11 0,1 5 0,-10 12 0,-6 6 0,-8 5 0,-8 6 0,-8 4 0,-6 8 0,-7-4 0,-7 2 0,-7 8 0,-11 0 0,-8 2 0,15-30 0,-2-1-233,-2 0 0,1 0 0,-1 3 0,-1-1 0,0 0 0,-1 0 0,2-2 0,1-1 0,-18 25 0,6-8-9598,7-5 9413,12-8 1,3-4 0,3-5-1</inkml:trace>
  <inkml:trace contextRef="#ctx0" brushRef="#br0">19876 2788 7963,'-6'18'1599,"5"4"0,-3 11 1,2 9 567,2 8 1,2 10 0,0-1 0,4-2-1111,1-5 1,0-6-764,2-8 0,1-6 1034,-6-6-224,1-6-972,-5-13 0,-5-3 1,0-9-1,-2-8-67,-4-7 1,0-8-19,-2-6 0,0-2 0,0-14 0,2-6-4,2-7 0,4 26 0,0-1 82,3-1 0,0 1 0,-2-34 0,3 35 1,2 0-1,-1-34 0,2 2 0,7 2-62,8 1 0,8 9-63,5 5 0,3 13 0,5 14 0,1 6 0,-2 12 0,-1 7 0,-1 7 0,-11 12 0,2 6 0,-10 7 0,-3 8 0,-9 3 0,-7 4 0,-6 8 0,-8 1 0,-7 8 0,-8-3 0,1-5 0,-1-6 0,2-3 0,4-8 0,0 1 0,4-11 0,3-5 0,6-5 0,10-9 0,3-2 0,12-5 0,11 1 0,7-2 0,8-2 0,8 0 0,4 0 0,1 0 0,-4 0 0,-3 1 0,-5 4 0,-4-1 0,-2 7 0,-3 4 0,-6-1 0,-5 6 0,-11 2 0,-2 6 0,-6 4 0,-3 1 0,-5 3 0,-7 1 0,-11 2 0,1-2 0,-3-1 0,0-3 0,-2-2 0,-5-1 0,5-4 0,-2-6 0,4-4 0,-2-6-247,1-6 0,3-5-8157,5-8 8404,8-11 0,7-24 0,6-9 0</inkml:trace>
  <inkml:trace contextRef="#ctx0" brushRef="#br0">21489 2620 7964,'-4'13'749,"-2"1"1,1 2 0,-1 1 0,2-1-1,-1-2 1,1-1 6066,1 0-4414,-4-6 0,1-8-1638,-2-12 1,-3-13 0,6-13 0,-1-8 0,-1-9 0,1-10-765,3 29 0,0-2 0,-2 1 0,0-1 0,4-12 0,-1-1 0,-2-3 0,0-1 0,-1-7 0,1-1 0,0-5 0,1 0-463,1-3 0,0 0 0,1 3 1,0-1 462,1 3 0,0 1 0,0 3 0,0 1 0,0 6 0,0 3 0,0 9 0,0 4 0,0-22 0,5 26 0,-1 15 0,5 8 0,-5 8 0,-1 10 0,-3 6 0,-5 6 0,-6 11 0,-6 10 0,-10 7 0,-1 9 0,-3 4 0,-5 2 0,3 0 0,-2-8 0,8-6 0,0-5 0,5-5 0,4-6 0,1-14 0,9-7 0,4-18 925,3-8 1,4-12-926,5-5 0,7-5 0,10-3 0,3-2 0,2-2 0,4 4 0,9-1 0,-1 2 0,4 1 0,-2 2 0,-2 10 0,-7 12 0,0 12 0,-2 9 0,3 8 0,-3 9 0,-2 5 0,-2 5 0,-2 1 0,-5-3 0,-1 4 0,-1-5 0,2 1 0,-4 1 0,-5 0 0,2-3-986,2-1 1,-3-1-3931,3 0 1,-2-3 4746,-2 3 1,0-3 0,0 8 0</inkml:trace>
  <inkml:trace contextRef="#ctx0" brushRef="#br0">22457 1846 7990,'-5'-19'2322,"5"6"1,8 7 0,8 5 0,5 1-190,4 0 1,6 0 0,5 0-1,6 0-1799,5 0 1,3 0 0,2-2 0,-2 0-1,-1-3 1,-5 2-1439,-3 2 1,-6 1-1,-9 0 1,-1 0-1602,-4 0 1103,-2 0 0,-12 3 1,-3 4 1601,-2 6 0,-8 8 0,-1 0 0</inkml:trace>
  <inkml:trace contextRef="#ctx0" brushRef="#br0">22509 2388 8023,'-9'-6'4915,"1"-3"0,6 4-3144,2 0 1,12 2-1,11 1 1,8-6-54,12-3 0,6-1-1570,16-9 0,1-2-274,-30 8 0,1 0 1,0 1-1,0 1 1,-2-2-1,-1 0 1,31-11-1,-7 3 0,-6 3-3011,-2 1 0,0 2 1293,2 4 0,-7 0 279,-7 0 0,-6 5 0,-11 0 1565,-4 3 0,-2-5 0,-2 2 0</inkml:trace>
  <inkml:trace contextRef="#ctx0" brushRef="#br0">23038 1613 7941,'-13'-13'1307,"5"-4"0,0 0 719,3 1 1,2 8 0,7 3 0,5 5-4,2 5 0,8 2-1447,2 6 1,9 4-118,5 0 1,2 2-1,5-2 1,2 3-1,5 2 1,0-1 566,1 2 1,-4 3-1027,1 4 0,-8-1 0,-5 5 0,-5-4 0,-15 5 0,-4 2 0,-2 4 0,-11 1 0,-10 5 0,-6-4 0,-7 3 0,-1-1 0,-3-4 0,-3 4 0,-6-2 0,5-6 0,1-5 0,1-2 0,4 0 0,-3 0 0,6-4 0,2-6 0,16-2 0,1-5 0</inkml:trace>
  <inkml:trace contextRef="#ctx0" brushRef="#br0">25039 1562 6636,'-6'-7'-502,"4"1"592,-3 6 1,5-2 177,0-2-164,0 3 50,0-5 29,0 0-121,0 5 92,0-5 0,0 5 46,0-4-143,0 4-168,0-5 0,1 6 11,3 0 65,-2 0 1,5-4-12,-3-1-228,-2 1 181,4 4 1,-5 0 0,2-1-5,1-4-1,0 4 823,-4-5 321,0 6-332,6 0 0,-4-1 845,2-3-830,-3 2 191,-1-4 108,0 6-309,0 0 0,-1-4 86,-3 0 1,2-2-65,-2 2-250,2 2 1,-2-9 456,0 2-641,-6 3 1,7-4 0,-4 5 0,0-2 337,-1-4 0,4 6-261,-4 0 0,3 0-84,-3 0 0,-1-3 1,-4 3 141,0 3 0,0-4-230,0 2 0,0-1 0,1 5 0,-3 0 0,-1 0 0,-1 0 508,1 0 0,-2 0-456,1 0 1,-5 2-82,5 2 0,-2 3 0,3 6 0,-2 0-183,-2 0 0,4 6 0,-1 2 0,-2 1 0,0 2 0,1 3 0,-1 2 0,2 1 0,-2 0 0,4 6 0,-7-2 0,6 4 0,-1 0 0,-2 3 0,2 0 0,0 4 0,-2 0 0,6-3 0,1 1 0,-1-3 0,5-1 0,0 0 0,1-1 0,1 1 0,3 0 0,2-5 0,1 1 0,4 1 0,0 7 0,6-2 0,0 5 0,6 0 0,6 0 0,-2-5 0,1 2 0,1-4 0,4-4 0,-1-7 0,1-3 0,-1-5 0,-4-2 0,3 0 0,-2-6 0,2-3 0,2 0 0,0-5 0,0 3 0,1-1 0,3-3 0,-1-2 0,5-1 0,1 0 0,3 0 0,1 0 0,-2 0 0,-1-1 0,-1-4 0,-2-2 0,1-6 0,-4-1 0,-8-3 0,1 1 0,-5-5 0,2-2 0,3-2 0,-4-1 0,-2 1 0,2-1 0,-1-2 0,1-2 0,0-3 0,-4-1 0,0 0 0,-4-1 0,-2-4 0,1-4 0,-6 0 0,1 0 0,-5 5 0,0-1 0,0 0 0,-6-4 0,-3 0 0,-4 0 0,-2 3 0,-4-3 0,0-4 0,-1-2 0,0 2 0,3 4 0,-5 8 0,5-1 0,-4 6 0,3-4 0,-2 5 0,0 3 0,0 3 0,3 2 0,-5-5 0,1 2 0,-5 2 0,0 3 0,1 2 0,-1 0 0,0 1 0,-4 2 0,0 1 0,0 2 0,4 2 0,4-1 0,2 6 0,2-1 0,2 0-235,1 3 1,2-8-4150,1 6 1,6-1 438,6 5 3945,6 6 0,12 7 0,2 7 0</inkml:trace>
  <inkml:trace contextRef="#ctx0" brushRef="#br0">24987 2091 7846,'-13'0'1158,"0"0"0,2 1 3216,2 4-3466,3 2 0,6 6 1,2 0-1,2-1 0,6 3 1,4 2-1,5 3 2362,1 0 1,-3 5-3065,5-4 0,-2 8 0,3 1 0,-3-1 0,-1-2 0,-2-1-206,2-1 0,-5 1 0,3 0 0,-3-2 0,-1-2 0,0 2 0,-1-4 0,-2 0 0,-2-2 0,-3-4 0,3-1 0,-3-2 0,2-1 0,-2-1 0,-2 1 0,4-4 0,-4 0 0,6-6-171,1 0 0,-3 0-2742,2 0 0,-5 0 0,3-2 2913,-1-2 0,4-3 0,-3-6 0</inkml:trace>
  <inkml:trace contextRef="#ctx0" brushRef="#br0">25723 3446 6121,'1'-7'0,"3"3"0,-2 2 0,4 2 0,-6 0 0,0 0 0,5-6 0,2-1 0</inkml:trace>
  <inkml:trace contextRef="#ctx0" brushRef="#br0">25774 3678 7797,'0'9'-132,"0"0"702,0 1 0,0-3 784,0 1-247,0-5-147,0 3 461,0-6 698,0 0-1424,6 0-172,-5 0 535,5 0-331,-6 0-5,0 0 98,0-6-67,0 5 91,0-11-334,0 5 0,0-1 236,0-1-486,0 0-1,0-4 1,0 1-15,0-1 0,0 4-117,0 0 0,0 1 0,0-5 0,0 0 43,0 0 0,0 0-60,0 0 1,0-4 0,0-2-1,0 1 1,0-2 0,-1 0 336,-4-3 1,4-2-220,-3 0 1,2-1-108,2 0 1,0 0 0,0-1-1,0-2 57,0-1 0,0-6-179,0 2 0,0-5 0,0-3 0,0-2 0,0-2 0,5-1 0,-1-5 0,4 6 0,-2 3 0,0 3 0,0 1 0,2 2 0,-3 3 0,3 2 0,-2 8 0,0 1 0,-1 1 0,4 7 0,-5-3 0,6 4 0,-1 2 0,2 4 0,2 4 0,0 2 0,0 2 0,-4 4 0,-1 1 0,1 5 0,2-2 0,-1 4 0,-1 1 0,-2 0 0,2 0 0,1-1 0,-6 1 0,-1 2 0,-1 2 0,2-3 0,0 3 0,0 2 0,-4 0 0,-1 1 0,-3 3 0,1-3 0,-6 1 0,5-1 0,-5 3 0,1-3 0,1-1 0,-5 4 0,3-1 0,2-4 0,0-1 0,1-2 0,-4-2 0,9-6 0,1-1 0,9-6 0,3-6 0,6-3 0,3-2 0,4-1 0,0 2 0,1 2 0,4-1 0,0-4 0,2 6 0,-2 3 0,-3-2 0,3 2 0,-4 2 0,-4 5 0,-4 9 0,-5 5 0,-1 6 0,-4-2 0,-3 2 0,-4 2 0,-1-1 0,0 3 0,-1 2 0,-4-3 0,-2-1 0,-6 1 0,-4-1 0,0-2 0,0-3 0,-2-2 0,3 0 0,-5-6 0,4-4 0,-4-3 0,1 0 0,2-1 0,-1-1 0,3-2 0,-2-1 0,0 0 0,1-1 0,4-3 0,2 1 0,1-5 0,3 1 0,1 0-1027,-4-1 1,8-5-1,-2 0 1,4 0-1878,4 0 1,-1 6-1774,6 2 4677,-6-2 0,14 6 0,-3-5 0</inkml:trace>
  <inkml:trace contextRef="#ctx0" brushRef="#br0">26975 1368 7841,'-8'-13'850,"3"2"0,0 1 2613,1 1 1,-2 6-1320,2-1 1,1 2 629,-5 2-1232,5 0-668,-3 0-69,6 0 1114,0 0-1919,0-5 0,0 3 0,0-3 0,0 5 0,0 1 0,0 3 0,0 5 0,0 8 0,0 6 0,0 6 0,0 7 0,0 11 0,0 7 0,0 15 0,0-32 0,0 1 0,0 1 0,0 1 0,0 1 0,0-1 0,0 1 0,0-1 0,0-1 0,0-1 0,0 35 0,4-5 0,1-12 0,-1-6 0,-4-13 0,0-2 0,0-5 0,4 0 0,0-4 0,1 1 0,-5-9 0,0 3 0,0 1 0,0-3 0,0-2 0,0-2 0,0-2 0,0-1 0,0 1 0,0-4 0,-2-2 0,-2-1 0,1-2 0,-5-4 0,3 0 0,-3 0 0,-1-6 0,-4-1 0,0-1 0,0-1 0,0-1 0,-4-1 0,0-2 0,0 0 0,4 0 0,0 0 0,-1-1 0,-2-2 0,-1-1 0,-1-1 0,6 6 0,-1-1 0,0 1 0,1 2 0,2 1 0,2 1 0,-2 1 0,4 1 0,-6 6 0,11 3 0,-2 4 0,6 6 0,4 7 0,6-3 0,0 6 0,1-1 0,3 2 0,5 2 0,1-2 0,-2-2 0,4-4 0,-4-5 0,4-1 0,1-4 0,-5-2 0,-1-6 0,0-3 0,0-4 0,2-9 0,-2-7 0,3-1 0,-6-10 0,5-1 0,-5-4 0,1-1 0,-2 0 0,1 0 0,-1 3 0,-2 5-79,-1-2 0,0 9 1,0 1-1,-1 4 0,-2 6 1,-2 3-9753,2 7 9524,-4 3 1,6 6-1,-5 3 1</inkml:trace>
  <inkml:trace contextRef="#ctx0" brushRef="#br0">28007 2065 7838,'-21'-4'2591,"1"-1"1,1 3 0,3 0-135,2 2 1,8 0-1,6 0 1,9 0-844,6 0 0,5 0-1614,6 0 0,4 0 0,2-1 0,1-2 0,4-3 0,3-1 0,3-3 0,6 3 0,-2-2 0,-2 2-262,-2-2 0,-4 4 0,-3 5 0,-3 0 0,-3 0 1,-6 1-4493,-5 3 0,-11 5 4754,-3 8 0,-4 9 0,-1 7 0</inkml:trace>
  <inkml:trace contextRef="#ctx0" brushRef="#br0">28085 2362 7837,'-18'7'1793,"1"-3"974,1-2 1,3-1 2231,5 4-4329,2-4 0,13 5 0,8-6 0,9-2 1,9-1-1,7-4 287,7-4 1,2 1-2248,11-7 1,-5 1 373,1-1 1,-7 1-1,-2-4 1,0 0-2778,-1 0 1,-6 4 3692,-5-1 0,-7-9 0,4-2 0</inkml:trace>
  <inkml:trace contextRef="#ctx0" brushRef="#br0">28420 1768 7806,'-17'-4'0,"-2"-2"3276,-1-1 1,6 6 0,1 1-431,7 7 1,16 0-2012,7 1 1,6 0-239,3 0 1,6 4 0,2-4 0,2 4 42,-2 1 0,4 0-640,-4 0 0,-1 1 0,2 3 0,-1 5 0,-1 2 0,-1 2 0,-7 0 0,-5 4 0,-4 1 0,-6 1 0,-5-1 0,-13 5 0,-9-1 0,-4-2 0,-14 1 0,-1 0 0,-1-1 0,0-2 0,2-4 0,4-1 0,5-1 0,6 1-2613,3 0 1,7-4 0,3-2 2612,1-2 0,7 5 0,6-3 0</inkml:trace>
  <inkml:trace contextRef="#ctx0" brushRef="#br0">29659 1755 7846,'-13'-40'1492,"0"0"0,0 14 0,1 6 6778,-1 4-7458,-6 9 0,-1 3 1,-9 11-1,-4 10 1,-7 15-1,-6 14 1,21-17-1,0 2-417,0 3 0,0 2 0,-2 2 0,2 2-395,5 0 0,1 1 0,1 1 0,2 1 0,4 2 0,3 0 0,1 2 0,3 0 0,3-2 0,2 0 0,2-3 0,3-1 0,3-3 0,3-1 0,19 27 0,13-7 0,9-15-441,12-8 0,2-15 441,3-6 0,-4-9 0,2-1 0,-4-9 0,-1-11 0,-27 6 0,0-4 0,-2-3 0,-1-2 0,1-3 0,1 0 0,-1-2 0,-1-2 0,-1-1 0,-1-3 0,-1 1 0,-2-3 0,-3 0 0,-3-3 0,-5 3 0,-2-2 0,-3-3 0,-1 0 0,-1-1 0,-2 0 0,-1-3 0,-2 0 0,-2-2 0,-1 0 0,-2 1 0,-2 0 0,-3 2 0,-1 0 0,-2 5 0,-2 1 0,-20-30 0,-3 9 53,-9 13 0,-4 12 1,-9 15-1,-3 6-2095,0 5 0,-1 5 441,8 5 0,5 13 0,13 14 1601,3 8 0,3 9 0,3 8 0,5 3 0,2 1 0</inkml:trace>
  <inkml:trace contextRef="#ctx0" brushRef="#br0">29724 2117 10348,'-6'7'2907,"5"4"1,-4-1 0,4 6-1038,1 6 0,11 6 0,6 4 0,9-1-810,9 1 0,6 2-1060,15-4 0,4 1 0,-25-18 0,-1-1 0,31 8 0,-1-4 0,-6-6 0,-7-5 0,-2-4 0,-2-1 0,-9 0-3162,0 0 0,-2-1 1142,3-4 0,1 1 0,0-7 2020,-1-4 0,3-12 0,-9 0 0</inkml:trace>
  <inkml:trace contextRef="#ctx0" brushRef="#br0">30705 2878 7781,'-6'-7'1551,"4"4"1,-2 13-1,1 12 1,0 11-1,-2 10 87,-3 8 0,6 11 1,-4 7-1,2-3 0,-1-6 1,1-8-538,-2-8 0,5-7 0,-4-7-1101,4-8 0,1-12 0,0-6 0,0-8 0,0-9 0,0-8 0,0-7 0,0-5 0,0-7 0,0-4 0,1-9 0,4-8 0,-2-9 0,1 32 0,0-1 0,0 2 0,1 1 0,2-2 0,0 0 0,1 1 0,0 2 0,9-31 0,0 6 0,2 8 0,-5 12 0,5 20 0,-6 11 0,1 12 0,2 7 0,1 7 0,-1 9 0,0 7 0,1 10 0,-1 3 0,4 7 0,0 2 0,-1 1 0,1-2 0,0-1 0,-3 0 0,4 3 0,-5-10 0,1-3 0,-1-9 0,0-9 0,1-4 0,-1-3-6690,-2-4 461,-1-7 4821,0-1 1,-6-8 1407,-2-2 0,-10-3 0,-2-6 0</inkml:trace>
  <inkml:trace contextRef="#ctx0" brushRef="#br0">30782 3123 7774,'-6'-20'0,"5"-3"3574,-3 6 1,2 0-2243,2 4 1,2 6 0,2 1 0,6 2 0,6 0 0,5 1 169,4 1 1,6 1-3927,4-4 1,6 3 1101,2-7 1,4 5 0,-2-5 0,-1-2 1321,1-5 0,4-4 0,-4-6 0</inkml:trace>
  <inkml:trace contextRef="#ctx0" brushRef="#br0">31711 2543 7788,'0'8'95,"0"1"0,0 1-765,0 1 1,2-4 669,2-2 0,-1-5 0,5-5 0,-3-2 0,2-7 0,0-2 0,-1-2 0,1-4 0,0-5 0,-2 1 0,3-4 0,-5 3 0,8-11 0,-3-2 0</inkml:trace>
  <inkml:trace contextRef="#ctx0" brushRef="#br0">31892 2414 7390,'-7'-6'-453,"2"-3"0,4 2 249,1-2 1,-1 7 491,-4-3-78,4 4 0,-6 1 1,2 0-90,-3 0 1,1 1 0,-1 4-9,3 3 0,-1-1 293,2 2 0,2-5 252,-2 5 0,3-5 1,1 5 886,0 1 1,0-3-283,0 2-576,-6-7 1,4 6 0,-2-4 740,3 4 1,1 0-238,0 0 0,0-3-158,0 3 2273,0-5-1004,0 3-2302,0-6 0,0 0 0,0-6 0,0 3 0,0-5 0,0-2 0,0-2 0,0-1 0,0 0 0,0 0 0,0 5 0,0-1 0,0-1 0,0-6 0,0-1 0,0 1 0,-5 1 0,1-3 0,-2 0 0,3-7 0,-1 1 0,0-5 0,0-4 0,-1-7 0,-1-6 0,2-10 0,3-10-50,-1 28 0,-1-1 0,2-2 0,1 0 0,0-2 1,0-1-1,0 1 0,1 0 50,1-1 0,1 0 0,-2 1 0,1 0 0,2-2 0,0 0 0,0 4 0,-1 1 0,2-1 0,0 1 0,4-31 0,0 11 0,-1 9 0,1 6 0,-6 15 0,1 4 0,2 9 0,-2 0 0,0 2 0,-4 3 0,0 4 0,0 4 0,0 8 199,0 5 1,-1 4-200,-3 4 0,-2-1 0,-6 7 0,1 4 0,-3 6 0,-8 6 0,1 4 0,-8 3 0,-4 7 0,-3 3 0,-4 2 0,19-27 0,0-1 0,-1 0 0,0 0 0,-18 24 0,-3 2 0,8-10 0,5-7 0,4-12 0,5-10 0,4-2 0,8-8 0,3-7 0,6-9 0,0-4 0,0-4 0,6-3 0,3-6 0,6-10 0,5-5 0,3-8 0,5-8 0,6 1 0,0 0 0,4 3 0,0 1 0,1 2 0,0 4 0,0 7 0,-1 8 0,-5 9 0,-3 5 0,-4 9 0,-4 3 0,1 5 0,-6 5 0,-3 5 0,-4 5 0,5 5 0,-7 6 0,7 0 0,-7 1 0,5 3 0,4 5 0,-2 2 0,2 2 0,-3-5 0,-1 1 0,0 1 0,0-1 0,0 0 0,0-5 0,0-4 0,0-5 0,-2-4 0,-2-2 0,1-7 0,-6 1 0,6-6-8433,-9 3 8433,5-6 0,-17 0 0,-4 0 0</inkml:trace>
  <inkml:trace contextRef="#ctx0" brushRef="#br0">25129 7279 7822,'-20'-4'3013,"3"0"1,4 4-2282,4 13 1,6 15 0,10 24 0,6 8 0,3 8 0,-7-32 0,-1 1 30,1 0 1,0 2 0,-1 1-1,1 0-705,-3-1 1,1-1 0,-1 0 0,1-1 0,4 26 0,-2-4 0,-4-6 0,0-7 0,-1-7 0,-1-11 220,-2-8 1,-2-10 25,-3-1 1,1-6 0,-6 1 0,-1-4 0,-3-4-23,-4-5 0,1-4 1,-5-5-1,-2-10 10,-2-9 0,0-10-329,-1-13 1,1-8-41,14 28 0,1-2 0,0-3 0,3-1 0,1-6 0,3-1 0,0-4 0,2-2 0,1-5 0,1-1 0,2-4 0,3-1-7,1-3 0,3 1 1,4 2-1,2 2 98,3 5 1,1 1 0,-1 8 0,2 2 187,2 10 0,1 2 0,-4 7 0,2 5 0,21-5 0,-3 16 0,-1 15 0,1 14-220,3 8 1,-3 6 16,3 4 0,-3 3 0,-1 5 0,-12 5 0,-5 3 0,-8 4 0,-5 9 0,-8 6 0,-8 4 0,-13 1 0,4-35 0,-3-1 0,-1-2 0,-3 0 0,0 1 0,-1-1 0,1 0 0,0-1 0,-23 23 0,2-2 0,4-5 0,4-5-2520,6-9 1,10-7-4481,7-13 7000,6-6 0,12-7 0,2-7 0</inkml:trace>
  <inkml:trace contextRef="#ctx0" brushRef="#br0">25761 7938 7800,'-8'8'1327,"-1"1"0,1 2 922,0 5 0,3-2 1,5 4-1039,0-4 0,0-1-390,0 0-635,0-6 1,1 3 747,3-6-411,-2 0 1,4-5-1,-6-3 1,-2-3 858,-2-1 1,2-5-946,-2 1 1,-2-3-248,2-6 0,-2-1 0,3-4 0,-1 1 22,1-1 1,2-1-213,1-4 0,0 3 0,1-7 0,4-1 0,3-1 0,5-6 0,4 0 0,-1 0 0,6 4 0,-1 2 0,-1 3 0,-1 8 0,-6 9 0,0 4 0,0 4 0,-1 6 0,0 8 0,-3 8 0,-5 7 0,-3 5 0,-1 6 0,-5 6 0,-4 6 0,-3 0 0,0-6 0,-1-2 0,0-5 0,0 1 0,0-1 0,6-4 0,2-6 0,4-1 0,2-3 0,4-8 0,8-2 0,8-6 0,5 0 0,4 0 0,2 0 0,2 0 0,2 0 0,-6 0 0,-1 1 0,-3 5 0,-5 6 0,-4 3 0,-10 8 0,-7-1 0,-7 7 0,-10 1 0,-9 4 0,-8-4 0,-3-3 0,-2-4 0,0 0 0,0-5 0,2-1 0,4-4 0,7-2-1333,8-2 0,3-4-4763,2-5 6096,6 6 0,1 1 0,6 6 0</inkml:trace>
  <inkml:trace contextRef="#ctx0" brushRef="#br0">26729 7860 7792,'-24'0'730,"2"-1"0,5-2 0,4-3 1,3 0 1273,2 1 1,5-5 0,-1 1-1,2-4 254,2-4-1956,-6-3 1,5-8 0,-3-3-1,1-8 1,0-8 0,-1-9 0,1-10 116,2 29 1,0-2-1,1-3 1,0-1-675,0-4 1,0 0 0,2-2-1,1 0 158,-2-2 1,2-1 0,3-1 0,1 1 0,-2 2 0,0 1 0,-1 5-1,0 1-44,0 3 0,0 2 0,0-19 790,-4 14 0,0 14 0,0 19 238,0 15 0,-6 19-530,-2 6 1,-5 12-350,-5 5 1,-2 9 0,-7 6-1,-2 2-283,-1 1 1,5-4 187,3-9 0,6-10 0,-1-5 0,4-6-681,5-6 633,2-11 1,7-15 0,4-12 0,3-7 419,4-5 1,2-8-86,3-5 1,3-3 0,6-4-1,0 0 756,0 4 1,1 2-822,3 4 1,-1 2-1,4 6 1,-2 3-136,-2 8 0,2 7-533,0 9 0,-6 3 1,-3 4-1,-1 8 1,1 3-1,-1 5-4383,2 2 1,-3 6 4862,2 4 0,0 2 0,3 2 0</inkml:trace>
  <inkml:trace contextRef="#ctx0" brushRef="#br0">27259 7331 7790,'-12'-6'6094,"6"-2"-4376,11-4 1,13 3 0,17 1-1,2-2-2025,2-2 0,1-2 54,3-3 1,1 2-855,4-2 0,2 3 0,-3 1 1,2 0-1750,-2 0 0,-9 6 2856,-13 3 0,-5 2 0,-7 2 0</inkml:trace>
  <inkml:trace contextRef="#ctx0" brushRef="#br0">27530 7370 7790,'-33'18'0,"5"2"1014,7 6 1,6-1 534,3-4 0,4 2 0,8-6 0,2-1 1124,2-2 1,5-1-2250,8 0 1,4 0 0,10 0 0,3-2 0,5-2 0,4-5-975,4-2 1,-1-4-1640,1-2 1,-1-7 672,2-7 1269,2-5 0,-10-2 1,4-8-1</inkml:trace>
  <inkml:trace contextRef="#ctx0" brushRef="#br0">27865 6828 7773,'-20'-19'4918,"0"10"-2461,11 1 1,12 6-1,20 5 1,4 4-405,4 5 1,3-1-1675,-4 11 1,2-1-461,-2 5 1,-3 4-1,3 2 1,-3 2 232,-1 6 1,-6 0-18,-3 8 0,-8-1 1,-6 5-1,-7-1-94,-9 1 0,-6 1-482,-7 3 0,0-4 0,1 1 0,0-7 0,4-5 441,4-4 0,-4-1 0,1 3 0</inkml:trace>
  <inkml:trace contextRef="#ctx0" brushRef="#br0">28846 7266 7772,'-46'0'1493,"2"8"0,8 6 0,6 10 6752,8 9-7298,6 10 0,9 2 1,3 3-1,4-2 0,4-1 1,6-5-1,6-6-175,6-8 0,3-1-772,6-8 0,2-6 0,5-6 0,2-7 0,2-5 0,2-9 0,1-5 0,-2-8 0,-6-3 0,0-6 0,-6-5 0,-6-7 0,-3-2 0,-12-1 0,-1-6 0,-7 0 0,-2 0 0,-7-5 0,-6-5 0,-7 0 0,-11 5 0,12 32 0,-2 1-113,-4 0 1,-1 1-1,-1 2 1,-2 2 112,0 3 0,-2 3 0,-29-10 0,7 18 0,4 12-2920,3 12 1,9 9 390,7 14 0,14 11 0,7 15 2529,7 7 0,4 3 0,2-32 0,1 0 0,2-1 0,0 1 0</inkml:trace>
  <inkml:trace contextRef="#ctx0" brushRef="#br0">28975 7473 7763,'-19'-6'9030,"7"6"-7168,-1 0 1,16 6 0,11 7-1,6 1-840,7 3 1,-1-2-1175,4 2 1,2 2-564,-2-2 0,10 0 1,0-4-1,6 0-6594,7 0 7309,-1-6 0,5 4 0,-5-4 0</inkml:trace>
  <inkml:trace contextRef="#ctx0" brushRef="#br0">29801 7847 7754,'-8'14'2339,"0"4"0,1 5 80,0 5 0,4 5-1420,-1 6 0,2 0-420,2-1 1,5-5 0,-1-2-1,-1-6 1,-2-3 1201,-1-5-1579,0-8 0,-1-6 165,-3-12 0,-4-7 0,-5-14 0,1-4 1059,-1-4 0,4-10-1426,0-4 0,7-8 0,-3 1 0,5 0 0,5 3 0,3 3 0,9 2 0,3 5 0,8 4 0,0 8 0,3 8 0,4 6 0,0 7 0,-2 6 0,0 5 0,-3 8 0,-6 7 0,-1 8 0,-10 1 0,1 8 0,-9 3 0,-2 1 0,-3-1 0,-5-1 0,-3-3 0,-4-1 0,-1 2 0,0-2 0,1 2 0,-1-7 0,0-2 0,1 2 0,4 2 0,-2-4 0,5 1 0,1-5 0,4 3 0,0 0 0,0 0 0,6-4 0,2 1 0,0-3 0,0 1 0,1 0 0,-2 3 0,3-1 0,-6-4 0,1 4 0,-5 0 0,-2-1 0,-2-2 0,-3-1-589,-6 0 1,0 0 0,1 0 0,2-2 588,2-2 0,5-9 0,-3-7 0</inkml:trace>
  <inkml:trace contextRef="#ctx0" brushRef="#br0">30537 6621 7779,'-13'0'458,"0"0"1,0 0-1,2 1 1,2 7 0,5 7-1,2 13 1956,2 8 1,0 12 0,2 17-1,2 7-1265,0-35 0,1 2 0,0-1 0,1 0-900,0-2 1,1 1 0,6 31 0,0-9 0,0-6 0,-2-7 0,-2-7 153,-5-10 1,-2-8 23,-2-8 1,-6-1-309,-3-4 0,-4-2 0,-4-8 0,-4-2-119,-4-4 0,-1-8 0,1-1 0,-1-8 0,0 1 0,2-3 0,2 1 0,5 4 0,2 4 0,8 6 0,2 6 0,6 12 0,5 4 0,5 6 0,5 5 0,11 4 0,-1 1 0,7-5 0,-1-1 0,1-1 0,2-3 0,-2-8 0,2-3 0,-2-4 0,1-4 0,-5-6 0,-6-8 0,0-6-35,-6-2 0,-1-1 1,-6 0-1,-3 2-4048,-1 2 0,2-2 868,-3 2 3215,-1 3 0,2-5 0,1 4 0</inkml:trace>
  <inkml:trace contextRef="#ctx0" brushRef="#br0">29801 8028 7772,'-6'8'442,"-1"1"1,-1 1-1,0 3 1,3 4 0,2 5-1,1 4 551,2 4 0,0 3 0,0 5 0,0 0-789,0-4-297,0 3 1,2-8-1,1 4 1,1-3 0,-1-4-1,-2-5 1,1-3-1729,2-7 1821,-3 2 0,11-12 0,-5 5 0</inkml:trace>
  <inkml:trace contextRef="#ctx0" brushRef="#br0">28717 6828 7865,'0'-19'654,"-4"9"0,-2-2 1,0 4-1,-1 2 1,1 2 458,1 5 1,-4 14 0,3 15-1,-1 11 1,-3 11 0,0 5-290,1 3 1,-2 6 0,4-7 0,0 0-1501,2-3 1,4-4 0,2-7 0,4-6 675,3-7 0,9 1 0,3 0 0</inkml:trace>
  <inkml:trace contextRef="#ctx0" brushRef="#br0">31079 6995 7775,'1'-17'593,"4"0"0,2 1 0,3 2 1,1 1-1,5 1 0,3 2 891,4 2 1,-5 5 0,-1-1 0,-2 2-1197,-2 2 0,-2 2-799,-2 2 1,1-1-1,-6 5 1,-1 2 0,-2 2-1,-1 1 511,0 0 0,0 5 0,0 2 0</inkml:trace>
  <inkml:trace contextRef="#ctx0" brushRef="#br0">31169 7292 7756,'-13'-1'3063,"0"-2"1,3-1-593,6 1 0,16 6 1,13 2-1620,3 2 0,-1-4-1397,-1 2 1,-1-4-1,1-1 1,-1 0-1,-2 0 1,-2 0-6189,2 0 6733,-4 0 0,11 0 0,-3 0 0</inkml:trace>
  <inkml:trace contextRef="#ctx0" brushRef="#br0">31311 6789 7804,'-11'-20'0,"1"3"0,2 2 2299,3 2-991,0 6 1,11 1 0,3 8 0,2 1 0,4 2 0,0 3-506,3 2 0,5 3 1,-1 2-1,6 4-58,2 1 0,4-3-319,-4 5 1,5 4-108,-5 4 1,-1 4 0,-8-2 0,-4-1 522,-2 1 1,-8 2-683,-3-4 1,-5 6-1,-8-1 1,-8 0-1,-6 0 1,-4-4-1052,-3 1 0,2-3-2788,-2 5 0,9-5 3679,3 1 0,4 3 0,1 0 0</inkml:trace>
  <inkml:trace contextRef="#ctx0" brushRef="#br0">32098 6879 7794,'-25'-18'1244,"-1"10"1,1 7 0,4 17 1139,4 17 0,2 10 1,3 8-1,0 1-965,3 0 1,4-1-681,5 1 0,10-6-682,3-3 0,10-9 1,2-5-1,8-8 1,5-8-1,2-7 506,3-5 0,-3-6-144,3-4 0,-4-8-256,-5-5 1,-4-8-1,-8-4 1,-5-3-1,-4-2 1,-5-1-164,-3-3 0,-4-3-1244,-1-6 1,-6 1 290,-2-1 0,-5 0 1,-4 1-1,-5-1-3319,-2 0 4272,-2 12 0,-5 3 0,-2 11 0</inkml:trace>
  <inkml:trace contextRef="#ctx0" brushRef="#br0">32060 7228 7776,'8'0'3462,"2"0"-851,5 0 0,3 5-1779,8 4 0,1 2-1503,4 2 1,2 0-1,5 2 1,1 0-1,1 3 1,2-3-1162,1 0 1,0-8 1831,-5-3 0,1-2 0,0-2 0</inkml:trace>
  <inkml:trace contextRef="#ctx0" brushRef="#br0">32679 7692 8929,'-13'13'1106,"0"6"1,2 2 0,2 4-128,5 1 1,3 4-1,1 0 1,0-3 30,0-4 0,0 0-185,0-6 1,0-4-461,0-4 0,0-8 0,0-1 0,0-9 329,0-6 0,0-7-409,0-8 1,0-4 0,1-9-1,3-5 1,5-3 0,2-5 226,2-5 1,5-4-329,-1 0 1,6-2 33,-2 6 1,2 11 0,0 9-1,-3 12 143,-1 10 0,-1 12-127,0 7 0,-4 13 0,2 13 0,-6 10-62,-6 10 1,-2 8-173,-2 15 0,0-5 0,0 2 0,0-4 0,0 0 0,4-3 0,0 1 0,5-10 0,-5-1 0,-1-6-154,-2-6 0,4-7-3123,-1 0 0,0-8 0,-5-8 3168,-3-8 0,-4-13 1,-5-13-1</inkml:trace>
  <inkml:trace contextRef="#ctx0" brushRef="#br0">32757 7757 7752,'-7'-20'6152,"-5"1"-3102,5 6-1188,0 6 1,7 1-1608,8 6 0,5 0 0,4 0 1,5 2-918,2 2 1,4-3-2587,2 4 0,-2-4 3248,7-1 0,-1-6 0,5-1 0</inkml:trace>
  <inkml:trace contextRef="#ctx0" brushRef="#br0">33350 6479 7757,'0'-40'5864,"0"4"-3625,0 15-1606,0 13 0,0 26 0,0 17 0,0 8 1,0 6-1,0 3 1268,0 4 0,-4 7-971,0 6 0,0 0-612,4-5 1,0 1-1,0-1 1,0-2-1,0-8 1,0-11 400,0-10 1,0-7-720,0-4 0,-6-4 0,-1-11 0,-8-4 0,-1-6 0,-1-5 0,-10-4-101,1-1 1,-2-5 0,2-4 0,-2-2-510,-2-2 1,9 0 294,-1 0 0,7 6 1,3 3-1,2 4 910,1 5-311,7 2 0,-4 13 0,6 6 1,3 7-1,4 4 0,7 4 5,5 2 1,8-4-290,8-1 0,3 0 0,5-8 0,2-1 0,3-8 0,0-5 0,1-6 0,-4-5 0,3-9 0,-12-3 0,-2-6 0,-5-2-2989,-3-2 1,-6 3 1280,-3-3 1,-4 3 1707,-5 1 0,-2 6 0,-6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14133 6634 7905,'-8'13'893,"3"7"1,5 7 0,1 12 0,5 11 0,5 9-1,5 3 1,0-5 5583,-2-10-5697,-1-8 1,-1-15 0,-4-5 0,-3-10 0,-4-14 0,-1-10 56,0-11 0,-4-13 0,-2-13 0,0-8-837,0-7 0,2-5 0,3 33 0,1 1 0,-2-1 0,1 2 0,-1 0 0,0 0 0,-1 0 0,1 0-172,2-32 1,5 2 171,-1 6 0,10 16 0,-1 12 0,3 10 0,4 10 0,4 7 42,5 4 1,3 4-43,-2 2 0,3 8-558,5 5 0,5 6 0,0-2 0,0 4 0,0 2 0,0 2-9273,-1 1 9831,-2 0 0,-2 0 0,-1 0 0,-1-1 0,0-2 0,-2-1 0</inkml:trace>
  <inkml:trace contextRef="#ctx0" brushRef="#br0">14946 6750 7919,'-13'0'4200,"0"0"1,6-1-1416,2-4 0,5 2-931,5-5 0,3-1-1389,10-4 1,-3-5 0,7-5 0,1-4-180,1-4 1,-4-3-181,-3 4 0,-8-6 0,-5 3 0,-2 0 0,-5 3 1,-4 6-107,-6 6 0,-10 3 0,-3 10 0,0 8 0,-4 10 0,3 13 0,3 13 0,2 6 0,6 6 0,6 0 0,6 1 0,4-2 0,4-3 0,6 2 0,12-6 0,5-1 0,13-8 0,3-5 0,6-8 0,4-8 0,3-7 0,0-7-1723,-5-8 0,-5-7 334,-3-14 1,-1-4 0,0-11 0,1-5-324,-2-4 0,-20 23 1,-2-2 1341,1 2 0,-1-2 0,1-3 0,-1-1 1,0-5-1,-1-1 0,0-2 0,-2 0 0,0-1 1,-3 0-1,-1 0 0,-2 0-422,-3 1 1,-1 0 0,-2 0 0,-1 1 625,-3 1 1,0 0 0,-1 5 0,0 1 1463,-3-23 1,-2 16 0,-4 19 0,2 11 979,-2 8 1,4 16-1311,2 8 0,-2 17 0,2 14 0,1 14 0,2-26 0,0 1 0,1 2 0,0 2 121,0 0 0,0 0 0,0-1 0,0 0-1089,0 2 0,0 0 0,3-1 0,1 1 0,2 0 0,1 0 0,0-5 0,1 0 0,13 25 0,2-12-157,1-11 0,2-8-932,0-10 0,-6-10 1,-1-7-1,-2-5 0,-1-6-6931,-5-7 8020,-4-6 0,-7-1 0,0 2 0</inkml:trace>
  <inkml:trace contextRef="#ctx0" brushRef="#br0">15656 6492 7919,'-26'-13'0,"6"4"5077,2 1-4039,4 5 1,8-3 0,8 6 0,11 0 0,10 0 0,7 0 1540,3 0 1,1 0-1969,5 0 0,0-5-298,-1-4 1,1 2 0,-2 0-1,-1 1 163,-1 3 0,-1 2-334,5 1 1,4 1-1,0 5 1,-3 7-1,-4 7 1,-6 5-143,-3 6 0,2 0 0,-3 4 0,-3 0 0,-10-4 0,-1-1 0,0-5 0,-2 1 0,-1 0 0,-7-6 0,6-3 0,-6-9 0,3-8 0,-2-6 0,-8-7 0,4-4 0,-3-1 0,-2-3 0,0 2 0,0-1 0,1-3 0,0 0 0,5 2 0,0-4 0,0 4 0,0-3 0,0-2 0,2 0 0,2 0 0,3 2 0,6 2 0,6-2 0,2 2 0,4 4 0,1 1 0,1 4 0,3 4 0,3-1-732,6 6 1,1-5 0,1 5 0,2-1 0,-1 1 0,0-2-3457,1-1 1,-9 0 3130,0-2 1,-5-1 437,-3 6 1,-2-2-1,-2 4 1,-5-3 116,-3 2 0,-2 8 771,-4 3 1,-2 9-1,-4 5 1,0 2 0,3 4-1,-2 0 1079,-2 2 0,-1 6 1133,0-1 1,0 2-1548,0 2 0,0-1 0,1 0 0,4-2 714,3-2 0,5-7-1308,4-1 1,4-7 0,4-11 0,1-3 0,1-4 0,2-4-341,1-5 0,0-7 0,-4-11 0,0-7 0,0-5 0,-6-2 0,-4-8 0,-5 1 0,-2 1 0,-6-4 0,1 2 0,-8 0 0,-5 2 0,-4 7 0,-3 8 0,-2 5 0,-2 4 0,2 9 0,-3 9 0,4 3-1116,-5 1 1,6 1 0,1 3 0,5 5-2282,5 2 1,4 2 3396,1 0 0,11 0 0,4 0 0</inkml:trace>
  <inkml:trace contextRef="#ctx0" brushRef="#br0">17824 5795 7872,'-32'-26'2405,"11"2"1,2 2-1,13 5-992,15 3 1,10 2 0,11 2-1,4 2 1,5-2 0,4-2-139,4-1 0,-1 0 0,0 2 1,0 2-1276,0 5 0,-5 3 0,2 1 0,-4 1 0,-4 3 0,-8 8 0,-9 6 0,-2 4 0,-6 4 0,-3 4 0,-4 3 0,-8-3 0,-8 4 0,-6 2 0,-7 7 0,-1-3 0,-2 3 0,-2-2 0,-2-3 0,0 5-1566,-2 0 1,10 0 1565,7-4 0,4 0 0,1-1 0</inkml:trace>
  <inkml:trace contextRef="#ctx0" brushRef="#br0">18289 6737 7804,'-46'6'3276,"4"7"1,10 10 0,10 4-820,6 3 1,1 0-1,11-5 1,1-4-2654,2-4 0,11-8-718,3-5 0,10-9-895,3-8 1,5-13 1808,8-13 0,5-11 0,-21 21 0,0-1 0</inkml:trace>
  <inkml:trace contextRef="#ctx0" brushRef="#br0">16585 10583 7951,'0'-17'149,"0"0"1,0 1 0,0 2 0,0 1-283,0 0 133,0 6 0,0-5 0,0 5 0</inkml:trace>
  <inkml:trace contextRef="#ctx0" brushRef="#br0">16469 10725 7996,'-20'7'1438,"2"-1"1,4 0 1459,1 3 0,6 8-1873,3 4 1,4 2 0,5 0 0,10-1 0,9-1 0,11-1 611,6-3 0,5-8-1525,6-5 0,-1-8 1,1-7-1,0-9 1,-2-12-1,-4-10-588,-8-9 1,-6-2 387,-11-8 1,-6 7-109,-7-2 1,-6 4 0,-4 7 0,-8 6 77,-5 7 1,-13 6 408,2 5 0,-8 8 0,0 9 1,-4 5 1146,0 8 0,-1 7-1438,0 14 0,2 8 0,3 11 0,3 7 0,6 9 0,13-29 0,2 1 0,1 3 0,1 0 0,3-1 0,1-1 0,1 1 0,2 0 0,2 33 0,8-8 0,5-8 0,14-9 0,3-12 0,8-11 0,7-8-741,4-6 0,2-6-835,-1-8 0,-3-9-2833,-1-8 0,-6-11 4409,2-7 0,-5-1 0,-2-7 0,-1-2 0,0-1 0</inkml:trace>
  <inkml:trace contextRef="#ctx0" brushRef="#br0">17282 10841 7921,'0'9'3476,"0"0"1,1-2-1749,4 1 1,-4 4-64,3-3 1,3-2-1443,2 1 1,4-3-1,4 2 1,5-1 0,2-5-1,3-4-2832,3-6 0,-1-3-532,6-6 1,-1-3 734,5-9 2406,-1-3 0,1-12 0,0-1 0</inkml:trace>
  <inkml:trace contextRef="#ctx0" brushRef="#br0">17927 10532 7898,'9'-5'593,"-1"1"-724,-5 0 131,9 4 0,-5 11 0,6 4 0</inkml:trace>
  <inkml:trace contextRef="#ctx0" brushRef="#br0">18521 10338 7767,'-32'0'3211,"4"7"0,-5 8 0,1 9 1071,3 9-3855,2 10 0,1 3 1,2 6-1,2-1 1,7 2-1,5 2 1,5-1-87,4-4 0,7-7 0,4-11 0,7-8-40,9-4 0,2-7 368,11-4 1,-3-6-555,7 1 0,-3-8 1,-3-5-1,-1-4 0,-3-4 1,-1-4-116,-4-4 0,0-2 0,-2-2 0,-1-1 0,1 1 0,-6 2-191,-3 1 0,-2 6 189,-2 3 0,0 3 195,-1 1 0,0 11-193,-3 7 0,-4 11 0,-5 6 0,-1 6 0,-2 2 0,-1 0 0,1 1 0,1-3 0,2 2 0,6-9 0,3-3 0,8-6 0,4-3 0,4-5 0,1-4 0,-1-5 0,1-8 0,-4-6 0,-1-7 0,-6-4 0,-2 0 0,-2-2 0,-7 4 0,-2-2 0,-5 0 0,-7-1 0,-6 1 0,-4 6 0,-6 8 0,0 5 0,1 2 0,0 6 0,4-1 0,2 3 0,12 2 0,4 2 0,6 1 0,10 0 0,8-4 0,8 0 0,3 0 0,0 0 0,4 0 0,-4 2 0,-2 2 0,-3-1 0,-1 7 0,-2 3 0,-1 4 0,-4 2 0,-5-1 0,2 4 0,-7-5 0,1 6 0,-2-1 0,-2-4 0,-6-1 0,0-2 0,0-2 0,0-6 0,0-3 0,2-8 0,2-6 0,4-6 0,4-5 0,1-4 0,0-1 0,4 1 0,0-1 0,5 1 0,-4 5 0,1 7 0,0 8 0,-4 3 0,0 2 0,-2 3 0,0 4 0,-1 8 0,1 3 0,0 4 0,0 4 0,-6-2 0,-2-3 0,0 2 0,1-7 0,1-3 0,3-3 0,-3-7 0,2 1 0,-5-5 0,5-6 0,0-8 0,-1-3 0,1-5 0,1-2 0,-3 5 0,2 3 0,1 3 0,1 7 0,1 2 0,-4 10 0,4 6 0,-4 8 0,4-1 0,1 1 0,0-2 0,-1-4 0,-1 0 0,1-2 0,6-2 0,0-7 0,-1-10 0,-1-2 0,0-11 0,1-1 0,-1 2 0,3-3 0,-2 6 0,2 0 0,-2 4 0,-3 6 0,3 2 0,-2 5 0,-2 5 0,-1 8 0,1 8 0,0 4 0,0 0 0,0 1 0,-1-1 0,-2-2 0,-2-2 0,1-9 0,4 0 0,-5-7 0,1-1 0,4-10 0,4-7 0,-1-7 0,-2-4 0,-1-2 0,0 0 0,-2 5 0,-1 2 0,-2 3 0,-3 5 0,-2-1 0,-1 7 0,-2 5 0,0 8 0,0 8 0,0 1 0,0-1 0,0-2 0,0-1 0,0 0 0,0-4 0,0-1 0,0-5 0,1 3 0,3-6 0,5-1 0,2-4 0,2-3 0,0-10 0,0 4 0,0-5 0,0 2 0,1 0 0,2 3 0,1 4 0,5 3 0,-5 2 0,2 4 0,-2-4 0,-3 8 0,5 3 0,-2 1 0,0 3 0,1-3 0,-6 2 0,1-6 0,0 1 0,0-2 0,0-2 0,0 0 0,0 0 0,0-2 0,0-2 0,0-3 0,-1-6 0,1 0 0,0 1 0,-1 2 0,-4 2 0,4 4 0,-4-5 0,0 6 0,0-1 0,1 1 0,-1 0 0,1-1-1639,-6-1-6697,3 5 8336,-6 0 0,5-5 0,3-2 0</inkml:trace>
  <inkml:trace contextRef="#ctx0" brushRef="#br0">19450 5769 7817,'-19'-33'967,"5"3"0,-3 9 1,3 6-1,2 12 1,3 16 192,5 15 0,-2 19 0,2 10 0,1 11 0,2-31 0,1 2 0,0 1 0,1 1-502,1 1 0,1 1 0,-2 3 1,0 1-1,3 1 0,1-1 1,0-3-1,0-1-168,1-1 0,0-2 1,6 26-491,1-6 0,-4-14 0,-2-10 0,-1-10 0,-3-6 0,-2-4 0,-1-2 0,0-7 0,-6-1 0,-2-6 0,-8 0 0,-3-2 0,1-2 0,-4-4 0,-1-5-798,-4-5 0,-3-2-40,0-5 0,3-1 812,-3 0 1,8 6 0,5 3 0,2 4 0,3 4 1111,-1 5 0,5 10-521,4 6 0,6 7-549,6 7 0,1 0 0,9 0 0,1-1 0,3 0 0,3-4-16,6-4 0,-3-8 0,7-5 0,0-2-210,8-2 1,1-6 0,4-4-1,2-6 1,-1-4 0,0-1-8323,-3-1 8532,-2 1 0,1-11 0,1-1 0</inkml:trace>
  <inkml:trace contextRef="#ctx0" brushRef="#br0">20418 6027 7932,'-6'-25'917,"5"0"1,-3 4-1,4 6 1,4 11 0,5 14-1,3 13 1411,6 10 0,0 11 1,5 8-1,-3 8-1804,-1 8 1,-8-33 0,-1 0 0,0 2 0,-2 1 0,6 33 0,-3-1 0,-3-5 336,-3-8 0,0-12-861,-5-15 0,0-9 0,0-3 0,-2-10 0,-1-5 0,-1-6 0,1-5 0,2-4 0,2-6 0,4-4 0,2-2 0,6-2 0,5-4 0,4 0 0,1 2 0,0 5 0,-2 6-106,2 3 0,-3 7 37,2 2 1,-7 4 155,3 1 0,-8 6 0,-3 4 1,-1 6-88,-4 5 0,0 3-111,-2 2 1,-2 0-1,-2 0 1,-3 0-1,-2-1 1,1 0-2393,-2-4 0,4-2 2503,2-6 0,2 0 0,2 0 0</inkml:trace>
  <inkml:trace contextRef="#ctx0" brushRef="#br0">21373 6466 7863,'-11'-13'-1,"1"2"1,1 2 2664,-1 5 0,3 2 1,-2 4-452,-1 2 0,3 5-1255,-2 8 0,5 4-311,-4 10 0,0 0 0,-2 5 0,3-2 474,1 2 0,2-3-987,4 2 1,0-4 0,0 1 0,0-8 0,2-4-1,2-5-180,4-5 1,4-5-207,1-5 1,0-3-3,0-5 1,0-6 0,1-12-1,0-2-855,-1-2 1,3-3 862,-7-5 1,1 3 0,0 2 0,-2 2 0,1 2 0,-1 3 688,1 5-170,-6 8 11,8 7 0,-9 13 0,2 6 0,-2 6-446,-2 1 1,1 7-638,3-5 0,-2 5 0,3-7 1,0 1-1,0 0 0,3-3 799,2-2 0,7-7 0,3-4 0</inkml:trace>
  <inkml:trace contextRef="#ctx0" brushRef="#br0">21877 6363 7838,'-13'0'2044,"4"-4"0,0-1 0,1 4 1231,1 4 1,-3 0-1865,5 5 1,1 2-966,4 7 0,0-2 0,0 2 0,0-3 0,0-1 0,1 0 712,4 0 1,2 0-992,6 0 0,0 0-167,0 0 0,4 0 0,0 0 0,-1-1 0,-2 1 0,-5 2 0,-1 2 0,-5-1 0,2 4 0,-4 0 0,-1 0 0,-1 3 0,-4 1 0,-3-2 0,-10-1 0,-2 1-586,-5 4 1,-1-6-1,0-5 1,0-3-6951,0-4 7536,0-10 0,6-11 0,2-15 0</inkml:trace>
  <inkml:trace contextRef="#ctx0" brushRef="#br0">22096 6066 10850,'0'13'3276,"0"7"1,0 7 0,0 13-1946,0 15 1,0 9 0,0-25 0,1 0 0,1-1 0,1 0-1332,1-1 0,0-1 0,6 27 0,-1-11 0,2-3-21,-2-11 1,2-8 0,2-12 0,0-6 0,2-3-1,0-5-2930,3-2 1,5-9-611,-2-6 1,3-6 2347,2-7 0,0-5 0,0-2 0,-2 0-389,-2 3 1,-4 4 1869,-5 4 1,3-1 307,-3 6 0,-3 7 301,-10 10 1,-1 6 319,-4 7 0,-2 4 0,-6 2 1,0 1 665,0 3 1,1-3-1412,-1 1 1,1-1-1,2 3 1,3-1-1,1-1 1,3 1 1232,2-1 1,2-5-989,4 1 0,2 2-529,6-2 0,1-1 0,3-6 0,5-3 0,2-1 0,2-3-536,0-2 1,0-2 271,-1-4 0,5-3-79,1-9 0,3 1 0,-4-6 1,-3-1-1,-2-1 0,-5-2-1048,-2 0 0,0-4 688,-5 0 1,-2 4 762,-2 5 1,-4 5 0,-6 0 790,-3 6 0,-3 5-615,-6 5 0,0 10 0,0 4 0,0 6 0,0 6 1,0 2 141,0 1 1,5 4-547,-1 2 0,6-2 0,-1 1 0,5-5 0,6 1 0,8-3 0,3-1 0,5-8 0,7-5 0,2-5 0,2-8 0,-2-3 0,-2-6 0,0-8 0,-1-6 0,-6-9 0,-2-2 0,-3-5-829,3-4 0,-5 2 1,1-7-1,-3 0 1,-1-4-1,0-5-1600,0-8 0,0 5 2277,0-5 0,0 11 499,0 2 1,-6 12 0,-1 13 0,-2 9-1,0 16 2252,-1 12 1,-3 15-1220,-4 14 1,2 11-1309,-2 11 1,-2 2 0,2 1-1,1 1 1,2-2 0,1-3-73,0-4 0,7-9 0,6-4 0,5-7-508,8-1 0,-4-12 0,-1-2 0,1-7-3147,-2-5 1,-2-3 1892,-5-6 1,-1-10-1,-4-5 1,-5-3 1761,-6-5 0,-9-7 0,-9-3 0</inkml:trace>
  <inkml:trace contextRef="#ctx0" brushRef="#br0">23154 6750 7783,'-8'0'4934,"-1"0"-3408,6 0 1,-1 0-1059,8 0 1,5-6-602,8-2 1,9-4 0,8-2-1,5-2-671,4-1 0,-3-10 214,3 1 0,-4-10 0,-3-1 0,-3-6 0,-3-5 0,-6-3-58,-5-4 1,-6-5 564,-5 4 1,-2 0 143,-6 5 1,0 0-1,0 4 1,0 7 1315,0 8 0,-1 9-115,-4 15 1,4 1-1,-3 11 1,2 13-1,2 13 3165,0 13 0,4 7-3959,1 6 0,3 8-468,-3 4 0,-1-31 0,0-1 0,2 33 0,0-3 0,0-4 0,2-6 0,-4-9 0,5-4 0,-3-8 0,-1-7 0,3-6 0,-1-9 0,1-6 0,5-7 0,0-3 0,0-6 0,1-2 0,5-13 0,7-5 0,6-1 0,2-3 0,0 0 0,1 6 0,3 1 0,-3 4 0,-1 5 0,-5 8 0,0 1 0,-6 6 0,-6 8 0,-3 7 0,-1 7 0,-6 5 0,-2 0 0,-5 3 0,-5 2 0,-3-2 0,-10 4 0,-2-3 0,-1-5 0,1-1-353,1-3 0,-2-1-477,3-6 1,1-6-1629,4-3 0,8-4 1,6-4-1,10-5 2144,10-2 1,3-8 0,2-1-1</inkml:trace>
  <inkml:trace contextRef="#ctx0" brushRef="#br0">24432 6595 7756,'13'-13'171,"0"0"818,0 1 1,-5 4 2811,1 4-2181,-6-3 0,3 7 0,-8 0 1,-2 8-1,-5 8 675,-2 6 1,-4 2-1417,-2 2 0,3 4-751,-3 0 1,2 6-1,2-3 1,2 0-129,2-3 0,-1 0 0,6-4 0,0 1 0,4-10 0,1-2 0,3-5 0,6-6 0,6-2 0,0-8 0,6-3 0,-5-12 0,4-5 0,-5-7 0,3 1 0,-2 1-106,0-1 0,0 4 159,-4 6 0,0 3 0,0 8 0,0 4-53,0 7 0,-2 6-451,-2 6 0,2 1 32,-2 0 1,-2-4-1,2-2 1,1-1-467,1-3 1,2-3 19,0-5 0,0-3 0,0-9 0,0-6 0,1-6 0,2-7-1439,1-6 1,5-5 1729,-5-9 0,1-8 302,-9 28 1,0-1 0,-2-3 0,0 1 0,2 0 0,-1 0 0,5-30 260,-4 11 1,-4 19 1125,-5 17 0,0 15 0,0 13 0,0 14 0,0 13 3800,0 9 0,-4 9-4013,0 9 0,-2 9-902,4-32 0,0-1 0,0 35 0,-2-2 0,3-5 0,1-5 0,0-8 0,0-6 0,5-15 0,4-4 0,2-10-49,2-3 0,2-8 0,0-9 0,4-6 1,1-6-1,2-7-3341,-2-5 1,4-10 2478,-2-5 0,-2-8-101,1-5 1,-5-5-1,-7 25 1,1-1-1,-2 0 1,1 0-308,0-1 0,-1 0 0,1-1 0,-1 0 1455,-1 0 0,-1 1 1,1-21-1,-1 13 1,-2 20 4183,1 21 1,-1 13-2085,-4 22 0,-1 9-1270,-4 8 0,2 11 0,-4 5 0,0 4 1,1 1-1,-1-2-643,0-2 1,4-5-324,-1-3 0,2-10-133,2-8 0,0-6 1,2-12-1,2-6 1,5-5-4027,2-3 0,2-9 4159,0-10 0,6-6 0,1-6 0</inkml:trace>
  <inkml:trace contextRef="#ctx0" brushRef="#br0">25761 5860 7953,'-1'-25'788,"-2"4"1,0 5 0,5 6-1,5 4 1,4 2 881,2 0 1,4-1 0,2 4-1,0-2-1194,-1-1 0,5-1 0,-3 5 0,2 0 1,-1 0-1,1 2 478,-2 2 0,3-1 0,-6 6 0,-1-1 258,-2-1 0,-5 5-714,-1-4 0,0 0-498,0 0 0,-2 1 0,-5 4 0,2 0 0,2-1-433,-3 1 1,0 6 0,-2 1-1,-2 3-3658,-2 3 0,1-2 4091,-5 11 0,-1 5 0,-4 6 0</inkml:trace>
  <inkml:trace contextRef="#ctx0" brushRef="#br0">26058 6608 9524,'-26'7'2732,"6"0"1,3-2 670,3 3-417,1 4-2640,6 1 1,7-6-1,10-3 1,4-2 0,5-2-1,-1-2-2292,1-2 1,3 2 360,-5-2 1585,0-3 0,2 0 0,1-6 0</inkml:trace>
  <inkml:trace contextRef="#ctx0" brushRef="#br0">26897 5511 8027,'0'-4'6568,"0"10"-4677,0 14 0,0 24 1,0 22-1,0-24 1,-1 2-816,-1 7 0,-1 3 1,0 5-1,-1 2-1103,-2 5 1,-1 2 0,1 0-1,-1 0 1,1-4 0,0-2-1,0-5 1,0-2 0,1-7-1,0-3 1,1-7 0,1-3 26,-3 24 0,2-7 0,4-17 68,0-6 1,6-12-1,2-4-68,4-7 0,1-6 52,-1-4 1,1-9-402,0-9 1,4-2 0,1 0-1,-1 1 1,2 4 0,2 3-2302,3 5 1,1 6 1928,-4 1 0,4 4 223,-4 4 0,4 4 1,0 4-1,1 1 1,0-1-1,-2-2-541,-2-2 0,2-5 791,-2 2 0,-4-4 341,0-1 1,-4-1 0,-1-2 0,-2-3 0,-1 0 646,-1 1-27,0-5 1,2 7-304,-2-6 1,1 5 0,-5-3-1,3-1 1,0 1 0,1-1 402,-1 0 0,1-3-667,4 2 0,-2-6 0,-2-3 0,1 1 0,-6 4 0,1 0 0,-1 1 0,0-1 541,-1 0 0,-3 4-207,-4 0 0,-3 5-89,-6-4 1,0 5 0,0 0 0,0 6 0,0 7 0,0 6 674,0 5 0,2 5-1066,2 4 0,-1-1 0,6 5 0,0-5 0,4 1 0,1-3 0,3-1 0,6-2-978,6-2 1,4-5-806,6-8 0,6-5 699,2-8 1,8-6 0,2-10 0,1-8-1,-1-5 1,-4-5-115,-4-4 0,0-8 0,-7 0 0,-5-8 372,-5-5 1,-7-9 679,-7 32 1,-1-1-1,-1-2 1,0 0 154,-3 2 0,0 0 0,0 0 0,0 0 0,0 2 0,0 1 0,0-2 0,0 1 0,0-1 0,0 0 0,0 0 0,0 2 1270,0-29 955,0 15 1,1 33-1419,4 15 0,-4 21 1,3 19-1,-1 14 0,0 15 1,-1-27-1,0 1 439,0 5 0,-1 1 0,0 2 0,0 1-771,-1 1 1,0 1 0,0-2 0,0-1-428,-1-4 0,2 0 1,0 0-1,2 0 1,0-4-1,0 0 1,2 33-1,1-10 1,-2-18-58,2-14 0,-4-10 0,3-7 0,-5-11 0,0-6 0,0-7 0,-1-3 0,-2-3 0,-1-5 0,-1-9 0,5-8 0,0-7-66,0-10 1,0-13 0,1 30 0,0 0 0,1-2 0,0 0 0,2-1 0,1-1 0,1 1 0,1 0-470,1-2 0,1 0 0,0 5 0,2 1 388,1 0 0,2 3 0,12-24 314,-1 11 0,3 20 1,-1 18-1,0 10 1,-3 14-1,-1 15 759,-2 11 0,-7 6-926,-6 5 0,-6 1 0,-2 0 0,-7-1 0,-10 0 0,-4-3 0,0-2 0,1-3 0,1-6 0,-2-5 0,3-10 0,6-5 0,3-9 0,8-3 0,2-11 0,12-6 0,11-3 0,8-3 188,7 6 0,-1 0-188,1 3 0,4 4 0,0 6 0,-3 3 0,-5 7 0,-8 6 0,-4 9 0,-12 1 0,2 7 0,-10 1 0,-3 3 0,-11 5 0,-11 0 0,-4 0 0,-4-1 0,-4-2 0,-4-3 0,0-6 0,-1-1 0,0-7-955,1-2 0,10-5 0,7 0 0,9-6 0,14-9-3961,15-8 1,17-3 1421,14-12 0,2 7 3653,1-3 0,0 4 0,-3 1 0,-3 0 0,-4 2 1,-5 1 2643,-3 1-2643,-3 6 0,-11-1 1605,-6 8 0,-6 3 1,-7 6 3305,0 0-3880,-6-6 0,4-1-675,-7-6 0,6-10 1,-3-4-1,2-5 0,0-5 1,1-3 234,1-4 0,-2-3-1265,0 4 0,0-7 449,4-2 0,1 0 0,2-2 1,3 5-1,-1 7 0,2 6-1028,1 6 1,2 3 21,7 1 0,-1 5 265,5 4 1,1 4 0,5 4-1,3 5 1,3 1 0,1 0-921,1-1 1,-2-6 0,1 1 0,-5-3 1235,-6-1 0,-4 0 0,-8 2 1,-1 2 1235,-1 5 1,-6 8 405,1 4 0,-4 5-348,-4 4 1,2 0 0,-4 8 0,2 2-1,0 0 1,1-1 1913,1-5 0,7-2-2153,-1-6 1,8-2-391,0-3 0,1-3 0,6-10 0,0-5 0,2-6 0,2-7 419,-1-6 1,1-4-365,-6-5 0,-4-7-53,-5-2 1,-5 1 0,1 0 0,-2 0-1,-2 1 1,-2 1-64,-2 2 1,-4 7-1243,-10 5 0,4 7 383,-3 2 1,-2 5 0,2-2 0,3 5-6304,4 5 5964,-2 2 0,18 0 1,2-3-1,12-2 1,11-4-1,7-3-358,8-8 0,4-2 1406,2-6 0,-6 6 1044,-3 3 1,-10 4 0,-7 11 0,-8 4 0,-5 8 0,-4 5 1448,-5 7 1,-2 0-1,-4 6 1,-1 0 392,-1 0 1,-2-4-2565,2 1 0,3-4-286,-4-5 0,4-2 0,1-6 0,0 0 0,7-13 0,6-9 0,0-14 0,4-11 0,3-3 0,2-2 0,2 0 0,0 0 0,-1 4 0,-1 4 0,-5 3 0,5 11 0,-7 5 0,2 8 0,2 10 0,-2 8 0,-2 9 0,-2 7 0,-3 3 0,0 3 0,4-5 0,-5-1 0,2-4-193,2-4 0,4 1 1,0-8-1,1-3 0,-1-6 1,1-5-4724,3-1 1,0-10 4406,5-3 1,0-14 0,0 0-1</inkml:trace>
  <inkml:trace contextRef="#ctx0" brushRef="#br0">30859 4995 7934,'0'-20'1026,"-1"4"1,-2 7 0,-3 14-1,-1 16 1,-3 24 0,-4 23 2554,3-22 0,0 2-3211,1 2 1,-1 3 0,-1-7 0,-2 1-1,1 2 1,0 0 0,1 1 0,-2 0-1,-1 4 1,-1 2 0,0-1 0,-1 1-1,-1 0 1,0 0 0,0-2 0,-1-1-1,0-1 1,1-4 0,0-1 0,0-2-1011,-9 20 0,1-3 0,5-7 0,1-1 640,3-4 0,0-1 0,3-5 0,1-1 0,-9 24 0,5-8 0,3-6 0,1 0-1003,0 0 1,0-7 0,1-7 0,4-9-8763,4-7 9765,2-10 0,8-7 0,1-6 0</inkml:trace>
  <inkml:trace contextRef="#ctx0" brushRef="#br0">31285 5640 7870,'-18'-13'951,"-4"2"0,-2 2 0,-2 5 0,-1 4 1,-3 4-1,-3 5 1380,0 2 0,-3 4 0,7 2 0,3 4-931,3 4 0,12 5-1064,-2 0 0,10 4 0,6-2 0,13 1 0,12 3 0,10 0-98,5-2 1,-2 2-1,5-6 1,-3-1-239,-5-2 0,-3 3 0,-9 0 0,-9 2 0,-12-2 0,-7 3 0,-8 7 0,-13 3 0,-13 4 0,-15-2 0,19-23 0,-1-1 0,1-1 0,-2 0 0,-1-1 0,-1-1 0,2-1 0,0-1 0,-23 10 0,12-9-2586,12-7 0,18-5 2586,6-10 0,12-8 0,4-7 0</inkml:trace>
  <inkml:trace contextRef="#ctx0" brushRef="#br0">31647 5653 7876,'-9'-4'1863,"1"2"0,-2 9 569,-2 14 1,-1 16-1,-1 13 1,-2 7-199,-1 6 0,0 1-2852,9-28 1,3 1 0,-2 33-98,2-1 1,4-7-1,2-15 1,4-4-3442,3-3 0,8-4 4156,1-6 0,6-6 0,-3-11 0</inkml:trace>
  <inkml:trace contextRef="#ctx0" brushRef="#br0">31363 6298 11285,'0'-20'1335,"1"2"1,4 6-629,3 4 0,5-2 0,6 5 0,5 2-520,5 2 1,8 0-780,2-4 1,-1 4 360,6-4 0,-6 4 1,-3 1-1,-5-1 0,-4-2 1,-5-3 633,-4-1 1,-4 3 482,-4-5 0,-3 0-555,-6-4 1,0 0 0,0 1-1,0-1 340,0 0 0,0 4-280,0 1 0,-6 3 1,-3-2-1,-2 1 1,-2 5 413,0 4 1,1 4-461,4 6 0,-2 1-59,5 3 1,1 2-1,4 4 1,0-1 151,0 0 0,2-1-461,2 0 1,3-5 0,7 1-1,2-3 1,3-2 0,1-4-251,3-3 0,1-4-23,2-1 0,0-1 225,0-4 0,-2-2 0,-1-6 0,-3 0-43,-1 1 1,2 4 598,-4 4 1,1 3 0,-5 4 0,-2 5 0,-1 11 0,-3 8 224,-1 7 0,3 9-710,-5 5 0,0-4 0,-4-1 0,0 0 0,-1-3 0,-2-5 0,-1-6 0,-2-7 0,2-9 0,1-5 0,-6-4 0,0-4 0,1-4 0,-1-5 0,2-8 0,-2-5 0,-1-2-96,6-2 0,0-6 0,4-3 0,0-7-666,0-5 0,6 1 597,2-1 1,9 1 0,5-3 0,2 4 0,2 5 0,0 9 1066,0 6 0,0 8-358,-1 9 1,0 2-545,-4 6 0,-6 10 0,-8 4 0,-2 3 0,-2 2 0,-3 4 0,-4-2 0,-3 4 0,-7 1 0,-2-1 0,-3 0 0,-1-2-4632,-3-2-1875,4-5 78,1-3 6429,11-13 0,12-19 0,10-8 0</inkml:trace>
  <inkml:trace contextRef="#ctx0" brushRef="#br0">32499 5498 7828,'5'-18'2323,"-3"7"365,2-1 0,3 7-1393,2 1 1,-2 14 0,0 9-1,0 8 1891,1 7 0,-6 11-2921,3 6 0,-4 7 0,-1 6 0,-1 1 0,-2-2 0,-3-4-265,-1-8 0,3-6 0,-5-11 0,6-4 0,-1-8 0,2-9 0,4-9 0,2-8 0,3-8 0,6-5 0,2 0 0,0 0 0,3-1 0,-3 3 0,0 2 0,-2 4 0,-1 3 0,1 6 0,-4 0 0,0 0 0,-1 2 0,-1 2 0,5 3-130,-4 6 0,0 0 0,0 0 0,2 0 1,0 0-4787,-1 0 1,2-2 4687,-2-2 1,2 2-1,2-4 1</inkml:trace>
  <inkml:trace contextRef="#ctx0" brushRef="#br0">32886 5459 7833,'6'-25'356,"1"-1"1,1 3 1645,1 6 0,-1-1-845,5 10 0,0 2 0,2 2 0,0 2 0,3 4 0,-1 2 810,1 5 1,-3 2-1273,2 2 0,2 4 0,-2 1 0,-1-1 0,-3 0 1,-3 0-160,-2-1 1,-3 3-537,3-2 0,-5 0-464,1-4 1,-2 1 0,-2 2 0,0 1-3319,0-1 0,0 3 1969,0-2 1,0 6 1812,0-2 0,0 9 0,0 3 0</inkml:trace>
  <inkml:trace contextRef="#ctx0" brushRef="#br0">33157 6118 7833,'-20'13'2027,"1"-1"-1419,6 1 1,0 0 1358,0 0 0,8-1 371,5-4-2338,5-2 0,8-6 0,0 0 0</inkml:trace>
  <inkml:trace contextRef="#ctx0" brushRef="#br0">19218 8002 8040,'0'-7'773,"0"0"-409,0 2 1,0 3 0,0-7-1,-2 0 1,-1 1 1005,-1-1 0,0 5 0,4-5-5,0-1 0,-4-1-697,-1-2 1,0 4 0,0 1 0,-3-2 1391,-4-2-1677,-1 5 0,-1 3 0,-3 9 0,-3 8 0,-2 10 0,1 10 0,-2 12 1369,-2 8 0,1 5-1615,2 7 1,5 0-138,9-1 0,2-9 0,7-7 0,4-8 0,5-11 0,4-10 0,3-9 0,6-6 0,-1-10 0,2-7 0,2-7 0,-5-10-142,1-4 0,-5-9-112,5-4 1,-7 1 0,3 1 0,-6 4 0,-2 6 0,-2 5 1,-3 6 271,0 12 0,-5 4-4,0 16 1,0 7 0,0 10 0,0 1 0,1 0 0,2 0-1506,1 0 0,2-2 1,-2-1-1,5-3-2276,2-1 0,8-6 1145,3-5 2621,2-5 0,13-3 0,3-7 0</inkml:trace>
  <inkml:trace contextRef="#ctx0" brushRef="#br0">19747 7976 8040,'0'-20'0,"0"3"0,-1 3 1490,-4 1 0,2 1-667,-5 4 1,-1-2 556,-4 5 0,0 1 0,0 4 1,-1 1 808,-3 4 0,3 8-1414,-4 8 1,0 9 0,0 6 0,3 4 0,0 5 0,4-1-51,2 1 0,4 2-725,5-4 0,5-7 0,4-10 0,8-3 0,5-11 0,2-4 0,2-5 0,-2-11-245,-2-5 1,2-7 0,-2-10 0,1-6-1,-1-5 1,-1-7-1143,-3-2 0,-1-7 820,-4-3 0,0-8 30,0-1 0,-9 32 0,-1 0 0,0 0 0,0 1 0,-1-2 0,0 1-299,0 0 0,1 1 1,1-31 1186,-4 11 0,0 17 0,-2 19 0,0 11 1,-3 16-1,1 18 397,-2 15 0,5 16 1524,-3 8 0,-2 7-1864,4-33 0,0 1 0,-3 3 0,1-1 0,1 1 0,2 0 0,-1-1 0,1-1-408,0-1 0,0 0 0,1 30-360,0-1 1,6-10 0,4-11-1,4-13 1,5-11 0,1-10-3820,3-7 0,7-7 2076,5-8 2103,-4-11 0,9-7 0,-2-6 0,2-3 0,3-4 0</inkml:trace>
  <inkml:trace contextRef="#ctx0" brushRef="#br0">20354 7925 8040,'0'14'0,"0"5"0,0 5 1481,0 5 0,0 11 1,0-1-1,0 1-1209,0 0 0,0-7 0,0-5 0,0-5-2018,0-5 0,5-10 1054,4-3 0,1-11 13,-1-7 1,1-13 0,-5-13-1,1-7 679,0-4 0,-2-7 0,-4-2 0</inkml:trace>
  <inkml:trace contextRef="#ctx0" brushRef="#br0">20302 7589 8040,'-13'0'-307,"0"6"1,0 7-1,0 7 1</inkml:trace>
  <inkml:trace contextRef="#ctx0" brushRef="#br0">20779 7860 7930,'0'9'1827,"-1"-2"61,-3-1 1,2-1 799,-2 0-2205,-3-4 1,4 9 0,-4-4-1,1 1 1,2 3 0,-2 2 928,-3 0 1,4 3-682,0 2 1,0-1-344,0 5 0,1-4 1,4 4-1,0-1 323,0 0 1,6-6-568,2-1 1,4-2-1,1-6 1,0-2 0,-2-3-1,-1-6 93,-1-7 1,-1-7-316,5-10 0,0-5-518,0-8 0,-4 0 0,-2-7 1,-1-4-743,-4-4 1,0-1 1137,-2-1 0,0-1 0,0 6 0,0 6 0,0 11 0,-2 12 1122,-2 11 0,3 11 65,-4 13 0,4 12-536,1 18 0,0 10 0,0 8 0,0 0 415,0 1 1,0 2-1353,0-4 0,0 0 0,1-6 1,4-3-1,3-5 0,7-6-2445,6-6 1,4-10 19,13-7 1,0-17 1500,9-14 0,0-16 0,5-9 0,-2-4 442,-3-1 0,-8 0 1005,-9 5 0,-4 5 0,-4 8 0,-5 4 438,-3 5 0,-8 4 178,-6 8 1,-6 3 867,-7 6 0,-1 6 0,-3 3 0,-3 2 1340,-1 2 1,-3 0-2069,3 0 1,1 1-1,-1 2 1,3 3-1,2-1 1,3 1 61,4-3 1,4-2-482,5-1 0,0 4-189,0 0 0,10-1 0,4-6 1,5-1-186,4 1 0,1 0 0,2-2 0,-2 4 0,-2-4 0,-5 4 0,-3 1 0,-2 1 0,-4 3 0,-2-2 0,-6 2 0,-1 2 0,-4-2 0,-3 1 0,-9-3 0,-3-1 0,-1-2 0,-1-4-1633,4 1 0,-3-3 0,5-8 0,5-2 1633,5-5 0,4-8 0,2-3 0</inkml:trace>
  <inkml:trace contextRef="#ctx0" brushRef="#br0">21747 7757 7930,'0'-13'1238,"0"0"216,0 0 0,-1 4 0,-3 2 321,-5 2 0,-2 6-1204,-2 8 1,0 2 83,0 2 0,0 0 0,0 1 0,0 2 0,0 3 0,0 1 1402,0 3 1,1 1-1500,-1 2 0,1 0-237,4 0 1,2-1 0,6 1 0,0-1-322,0-4 0,1 2 0,4-6 0,2 0 0,6-4 0,1-1 0,2-4 0,1-3 0,-1-4 0,-2-7 0,-1-2 0,0-8-45,0-1 1,0-6-1,-2 1 1,-1-2-940,-1-2 0,-6 2-607,1 2 1,-1 4 0,0 5-1855,1 0 1,0 7-650,-4 6 4094,0 12 0,-5 8 0,-3 5 0</inkml:trace>
  <inkml:trace contextRef="#ctx0" brushRef="#br0">21670 7757 7894,'-39'-13'879,"1"1"1,-1 4 0,0 4 674,0 2 1,5 8 0,1 4-1,1 6 1,5 5 0,3 5 850,2 4 0,7 3-1765,-3 6 1,10 4-256,3 0 0,4 4 0,1-5 0,1-6 0,5-9 1,6-9-182,3-3 0,4-7-204,-2 1 0,2-8 0,2-1 0,4-7 0,-4-8 0,4-6 0,1-2 0,-2-5 0,-3-4 0,2-1 0,-5-1 0,3-3-257,-4 2 1,5 4-1,-6 2 1,-4 6 674,-1 6 0,-4 2-380,1 3 0,2 7 0,-5 10 0,-3 10 0,0 8-38,-2 3 0,0 4 0,0 0 0,0 0-166,0-4 0,0 0 1,1-2-1,4-2-2408,3-5 1,4-4-152,1-4 0,7-4 0,6-9 2725,7-9 0,4-8 0,2-18 0</inkml:trace>
  <inkml:trace contextRef="#ctx0" brushRef="#br0">22160 7692 8661,'0'-7'4712,"-1"1"-3797,-3 6 1,-8 6 0,-8 3 0,-3 4 598,-4 4 1,-3 3 808,0 6 1,4 4-1407,0 0 0,2 0 0,7-4 1,2 0-773,5 0 0,4-6-145,6-3 0,6 1 0,4 0 0,6-3 0,5 0 0,4-7 0,1 1 0,4 0 0,1 3 0,-1 0 0,-1-2 0,-6-1 0,-3 1 0,-7 3 0,-4 4 0,-8-3 0,-1 3 0,-11 2 0,-12 0 0,-6-1 0,-5 1 0,-2-2 0,1-4 0,-1-2 0,6-2 0,3-5 0,4-2 0,5-14 0,5-2 0</inkml:trace>
  <inkml:trace contextRef="#ctx0" brushRef="#br0">22561 7395 21808,'0'25'3431,"0"6"1,0 12-3432,0 13 0,0 9 0,-1-26 0,0 2 0,-1 1 0,0 1 0,-2 2 0,-1 0 0,-1 2 0,-1-1-304,-1 0 1,-1-1 0,4-7-1,0 0-67,-8 26 0,3-8 0,-3-17 1,0-5 402,0-1 1,1-11 0,-1 2 0</inkml:trace>
  <inkml:trace contextRef="#ctx0" brushRef="#br0">22999 7834 13707,'-7'6'1481,"0"3"1,4 9 0,-1 9 0,1 12 0,3 11 1850,4 9 0,-1 9-3184,6 0 1,-5-9-1,3-10 1,0-7-1,-1-11 1,1-8-149,1-10 0,-6-13 0,3-13 0,-4-10 0,-1-10 0,0-3 0,0-7 0,0-4 0,0-6 0,0-13-266,0-3 1,4 2 117,1 2 1,3 6-1,-2 11 1,1 6 0,3 12-1,2 11 856,1 9 0,5 16-708,4 11 0,-2 12 0,1 5 0,1 8 0,4 2 0,1 1 0,3-1 0,-7-7 0,3-6 0,-8-6 0,3-3 0,-3-6 0,-2-6 0,-3-7 0,-5-6 0,-2-6 0,-6-8 0,5-3 0,-1-6 0,0-1 0,-5-2 0,-2-2 0,-1-2 0,-7-3 0,3-7 0,-4 3 0,1-5 0,1 1 0,1-4 0,1-2-1968,1-2 0,1 8-1428,6 5 1,1 14 3395,4 12 0,13 5 0,9 8 0</inkml:trace>
  <inkml:trace contextRef="#ctx0" brushRef="#br0">23748 7989 7871,'0'17'1699,"0"2"1,0 0 1348,0-1 1,0 5-1681,0-1 1,0 1-1013,0-2 0,1-1 1,2-4-1,2 1 0,-1-1-3173,2-2 563,1-6 0,1-6 2254,1-10 0,0-12 0,4-13 0</inkml:trace>
  <inkml:trace contextRef="#ctx0" brushRef="#br0">23903 7499 7869,'-7'1'2839,"2"5"1,4 8 403,1 11 0,1 6-1930,4 8 1,2 10-645,6 2 1,0 9-1,0 1 1,-1 2 0,1 0-1,0-3-1708,0-4 0,0-6 559,0-7 1,-4-10-454,-1-11 1,1-12-1,4-2-2070,0-5 1,-5-10 760,1-6 2242,-1-11 0,11-15 0,1-7 0</inkml:trace>
  <inkml:trace contextRef="#ctx0" brushRef="#br0">24238 7383 14700,'-7'2'2590,"3"7"1,3 8-669,1 6 1,-5 9-1204,1 2 1,0 8-176,4 1 1,-5 5 0,0-2 0,-1 0 0,-1-3 0,1-4-427,0-5 1,-4-2-119,2-6 0,2-6 0,2-3 0,1-7-751,-2-1-681,4-6 971,-5 2 0,12-5 0,3 0-349,2 0 1,2 0 260,0 0 1,4 0 0,2 0-1,-1 0 1,2 0 0,0 0-2440,3 0 0,6-5 1897,1-4 1,2-2 369,-2-2 1,-1-5 0,4 1-1,-3 1 956,-6 2 0,0 7 655,-6 3 0,-1-2 0,-4 3 671,0 4 0,-6 1-239,-3 6 0,-2 1 0,-2 4 3016,0 0-3794,0-6 1,4-3-59,0-8 1,2-5 0,-3-6 0,1-4 7,-1-1 1,-2 0-342,-1-2 1,0-1 0,0 5 0,-1 1 0,-3 1 0,-6 6-154,-6 3 0,0 4 0,-6 7 0,5 7 0,-4 7 0,5 6 0,-1 0 0,4 7 0,4 0 0,5 2 0,3 0 0,3 0-473,7 1 1,5 1-1095,12-9 1,6 1 0,2-10-1,5-2-5165,4-5 6732,3-5 0,11-22 0,2-4 0</inkml:trace>
  <inkml:trace contextRef="#ctx0" brushRef="#br0">25800 7473 7923,'-1'-23'1455,"-2"10"0,-2 19 0,3 21 0,2 17 0,2 10 1002,3 1 1,1 9-1,-4 0 1,4 8-2054,-2-34 1,-1 0 0,-1 2 0,1 0-1,0-1 1,1 0 0,2 29 0,-2-9 0,0-13-491,0-9 1,5-11-1461,-5-9 0,2-8 82,-2-5 1,-1-2 0,4-4 0,1-2 1463,-1-5 0,-4-8 0,2-3 0</inkml:trace>
  <inkml:trace contextRef="#ctx0" brushRef="#br0">25710 7718 7876,'-20'-19'504,"1"-1"0,8-5 1,2-3 1952,5-2 1,4 7-1,5-3 1,8 1 579,7-4 0,6 0-2485,4-5 1,3 7-175,6 1 1,1 1 0,2 10 0,4 2 0,2 4 0,4 5-379,-3 5 0,-3 6 0,-8 11 0,-5 3 0,-3 9 0,-8-1 0,-6 4 0,-6 0 0,-6 0 0,-4-3 0,-4 4 0,-5-3 0,-8 2 0,-6-2 0,-4-2 0,-6-2 0,-4-1 0,5-5 0,-7 1 0,9-6-740,0 1 0,3-7 1,1-3 739,0-1 0,6-2 0,1-4 0</inkml:trace>
  <inkml:trace contextRef="#ctx0" brushRef="#br0">26910 7563 7749,'0'-20'1829,"0"-3"1,0 6 0,1 3 0,2 5 627,2 9 1,-1 7-1,-4 10 1,0 5-572,0 2 1,4 4-1887,1 2 0,-1 1 0,-4 5 0,0-2 0,0 2 0,0 0 0,0-1 0,0 6 0,0-2 0,0 3 0,0-4 0,0 1 0,1 1 0,2 2 0,1 1 0,1-5 0,-5-5 0,0-1 0,0-3 0,1-4 0,4-3 0,-4-3 0,3-6 0,-2-1 0,-2-4 0,-2-4 0,-2-8 0,-5-5 0,-2-2 0,-2-2 0,0 0 0,-1-5 0,-3 1 0,2 0 0,-2 4 0,1-1 0,0-1 0,-1 1 0,1 3 0,2-1 0,1 6 0,0 1 0,6 6 0,3 3 0,4 5 0,4 4 0,5 4 0,2 5 0,4 2 0,2 2 0,1 0 0,4 0 0,2-1 0,-2 1 0,2-1 0,2-4 0,0-5 0,0-6 0,-1-4 0,1-6 0,0-3 0,0-6 0,0-5 0,-2-12 0,-1-1 0,-3-2 0,-1-3 0,-4-1 0,0 5 0,-2-2 0,-5 2-755,1 3 0,-6 3 0,1 2 0,-2 1 0,-2 4 755,0 0 0,0 2 0,0 0 0</inkml:trace>
  <inkml:trace contextRef="#ctx0" brushRef="#br0">29633 7821 7820,'-25'-18'785,"-1"5"1,0 8 0,0 8 0,0 9 0,0 8 0,1 11 4129,-1 10 0,-3 5-4455,3 5 1,-1 6 0,10 1 0,3-5-1,4-10 1,7-10 0,6-9 0,7-5 0,5-8-1,7-5-536,2-7 0,6-11 1,2-12-1,2-9-163,6-10 0,-2-7 1,0-6-1,-6-3 227,-5 0 1,-1 6 0,-2 9-1,-3 5 3015,-9 10-3003,-4 13 0,-8 18 0,0 11 0,0 13 0,0 12 0,0 8 0,0 3 0,0 0 0,0-2 0,0-10 0,0 2 0,0-9-1040,0 0 0,5-8 1,4-5-1,2-4 1040,2-4 0,6-4 0,1-5 0</inkml:trace>
  <inkml:trace contextRef="#ctx0" brushRef="#br0">30150 7395 7761,'0'-38'2279,"1"8"1,2 7 542,1 8 1,1 14 0,-5 5-1276,0 12 0,0 18 0,0 9 0,-2 8-1124,-2 5 1,1-2 0,-4 6 0,0 0-424,-1-1 0,1 7 0,-1-6 0,0 1-365,4-10 1,3 1 0,-4-2 0,4-4 0,1-7 0,0-9-3389,0-7 0,0-9 2432,0-5 0,1-6 208,4 1 1,3-4 0,8-4 1112,1-5 0,6-14 0,-3-4 0</inkml:trace>
  <inkml:trace contextRef="#ctx0" brushRef="#br0">30008 7796 7787,'-13'-2'1521,"0"-1"1,1-3-1,5 1 1,7-1 820,7 3 1,11 2 0,3 1-1,3-2-2448,2-2 0,4 3-482,0-4 0,5 0 0,-5-1 588,-1-1 0,4-2 0,0-4 0</inkml:trace>
  <inkml:trace contextRef="#ctx0" brushRef="#br0">30498 7266 7844,'-7'-13'1766,"1"1"1,5 0-545,-4 3 1,4 14 0,-3 11 0,2 6 0,2 11 0,0 8 106,0 6 0,-1 9 0,-2 6 0,-1 4-755,1 2 1,-3 1-1,0-4 1,1-2-255,-1-3 0,-3 0 0,4-10 0,-1-7-242,0-5 1,0-14-24,2 2 0,1-9 41,-5 0 1,3-8-261,-3-5 0,5-8 1,-2-6-1,5-6-931,5-5 0,-1-5 221,9-4 1,-2-3 387,11-6 0,-5 2 0,3 1 0,0 3 489,0 1 0,-2 8 691,3 7 0,-5 4 1,3 4-1,-2 5 252,0 3 0,-4 13-554,-5 10 0,0 5 1,2 10-1,-3 4 0,-1-1 1,-2 0-338,2-1 0,-4-1-747,7 1 1,-6-6 208,1-3 1,-1-8 0,0-5 0,3-3-906,1-1 1,-3-6-1740,5-2 1,-1-5 3126,5-5 0,0-8 0,0-7 0</inkml:trace>
  <inkml:trace contextRef="#ctx0" brushRef="#br0">30963 7215 7841,'0'-15'798,"0"0"1,1-1 1113,3 4 0,-1 5 0,4 10 1,-1 6 136,-3 8 1,3 12-563,-2 5 0,0 10-878,-4 8 1,0 5 0,0 9-1,0 2 1,0 2 0,0 0-184,0 1 1,0-4-427,0-7 0,0-2-426,0-7 1,0-5 0,0-4 0,0-6-418,0-6 0,0-9-3109,0-4 0,2-4 3952,2-4 0,3-3 0,6-6 0</inkml:trace>
  <inkml:trace contextRef="#ctx0" brushRef="#br0">31247 8067 12877,'5'-8'674,"-2"3"0,6 3 1,1-1-1,1-2 1,2-1-1,0-1 1,0-2-341,0-5 1,0 1 0,0-6-1,1 1-319,3-4 1,-7-2 103,3-2 1,-8 0 0,-1 2 0,-3 1 0,-2 3 0,-3 1 726,-5 3 1,-2 8 471,-2 3 1,0 5-747,0 5 0,0 8 0,0 9 0,0 7 0,0 6 0,2 3 39,2 5 1,-1-3-612,6 4 0,-1-4-51,5-2 0,2 1 0,2-2 1,5-4-1478,2-7 0,8-6 180,2-7 0,4-6 0,1-2 0,1-7 0,3-6 0,3-10 1348,0-5 0,4-14 0,-4-3 0</inkml:trace>
  <inkml:trace contextRef="#ctx0" brushRef="#br0">31750 7873 7760,'11'-20'1362,"-2"3"1,-2 4 1011,-2 4-924,-4 3 0,5 14-173,-6 5 1,-6 5-1,-3 9 1,-2 5-472,-2 7 0,0-1-1563,0 5 1,5-2 0,0-1 0,3 0 0,2-1 0,1-6-1879,2-5 0,2-3 1306,2-4 1,3-4 1328,6-8 0,6-15 0,1-8 0</inkml:trace>
  <inkml:trace contextRef="#ctx0" brushRef="#br0">31815 7499 8455,'-8'5'-142,"-2"-2"0,5 7 1,-1 3 141,0 3 0,-4 13 0,3-2 0</inkml:trace>
  <inkml:trace contextRef="#ctx0" brushRef="#br0">32111 7796 7790,'0'-13'1492,"0"4"0,-1 2 207,-3 1 1,1 2-1,-6 4 1,-2 1-918,-5 4 0,0 7-564,-5 10 1,5 2-258,-1 2 1,2 0 0,2-2 0,2-1 0,2-1-1,5 1 119,3 1 0,2-4 304,3-3 1,5-2 245,8-2 1,-1-2-1,5-1 1,1-1 0,-1-1-1,0 1 2038,-3 0-1694,-1-1 0,-9 5-974,-4 0 0,-6-3 0,-5 0 0,-7 2 0,-5-2 0,-2 0-1557,-5 3 0,4-2 1,2-2-1,2-5 1557,2-3 0,7-1 0,4 0 0</inkml:trace>
  <inkml:trace contextRef="#ctx0" brushRef="#br0">32382 7912 7785,'-4'8'761,"-2"2"0,-1 5 809,-3 5 0,3 4 151,-2 2 1,1 5-1201,-5 4 1,4 1 0,2-2 0,1-4 0,4-4 0,0-4 325,2-5 0,6-4-552,2-5 1,4-3-76,1-10 0,4-8 1,0-8-1,0-5 368,2-4 1,-9-3-1087,3-6 1,-3 1 0,2-1-1,-2 2 1,-3 2 0,-2 6 497,-2 7 0,-1-3 0,-2 5 0</inkml:trace>
  <inkml:trace contextRef="#ctx0" brushRef="#br0">32731 8209 7735,'1'-26'1048,"2"0"1,2 2 527,-3 2 0,0-2 1,-2 2-1,0-2 490,0-2 0,0 0-1895,0 0 0,-2 2-546,-2 2 0,1 4 0,-4 5-1213,1 0 1504,2 6 1,5 1 0,4 6 0,3 0-4029,4 0 4112,1 6 0,5 1 0,2 6 0</inkml:trace>
  <inkml:trace contextRef="#ctx0" brushRef="#br0">33066 8105 7775,'13'-13'936,"-4"5"0,0-1 0,1 1 902,1 0 0,3-3 1,2 2-1,1-2-2393,-1-2 1,-1-1 77,-3-4 1,-4 4-823,-4-3 0,-3-3 1,-1 0-1,-1-2 534,-3 1 1,-8 6 1843,-5 2 0,-5 2 0,4 7 1,-2 2-1,-2 5 0,1 7 3765,-1 6 0,6 10-3165,-1 8 0,3 3-1679,1 2 0,6 0 0,2 1 0,5 0 0,5-1 0,3 1 0,10-10 0,7-1 0,11-8 0,6-3 0,4-4 0,5-1 0</inkml:trace>
  <inkml:trace contextRef="#ctx0" brushRef="#br0">3820 6789 8280,'13'-6'0,"0"-1"0</inkml:trace>
  <inkml:trace contextRef="#ctx0" brushRef="#br0">4362 6673 16794,'8'1'4934,"-4"3"-4455,-8-2 0,1 4 0,-6-6-56,-1 0 0,-1 0 0,-4 0 1,-1 0-1,-2 0 0,-2 0 169,-3 0 1,-7 0 0,-5 0 0,-3 0-295,-5 0 0,-9 0-298,-8 0 0,-3 0 0,-2 0 0,5-5 0,0 1 0,-1 0 0,3-1 0,0 1 0,1 1 0,-3 2 0,-9 1 0,3 0 0,-3 0 0,9 5 0,4 3 0,0 0 0,-4 1 0,2-1 0,-11 5 0,6-1 0,-5-2 0,2-2 0,2 3 0,4 0 0,4 2 0,3 0 0,2 0 0,-2-2 0,-3-2 0,3 2 0,-2-4 0,6 1 0,6-4 0,7 2 0,2-2 0,10 0 0,-1-2 0,5 1 0,3 1 0,0-1 0,0-2 0,-1-1 0,5 0 0,1 0 0,-1 0 0,4 0 0,0 0 0,7 2 0,-3 2 0,4-3 0,1 5 0,6-6 0,-4 0 0,7 0 0,-5 0 0,5 0 0,-5 0 0,5 0 0,-5 0 0,5 0 0,-5 4 0,5 2 0,1 1 0,1 3 0,2 3 0,0 4 0,6-1 0,2 7 0,4 3 0,0 4 0,3 2 0,2-1 0,3 5 0,5-2 0,0-2 0,-4-2 0,2-3 0,-6-2 0,-1-4 0,-2-4 0,-7-2 0,-3-2 0,-7-6 0,-1-3 0,-12-4 0,-1-4 0,-8-2 0,-5-2 0,-3-4 0,-6 3 0,-1-2 0,-3-2 0,-2-4 0,-2 0 0,-3-5 0,2 4 0,-1-3 0,0-3 0,2-3 0,-2-3 0,-5-6 0,-2 1 0,-5 2 0,5-1 0,-1 0 0,2-5 0,1 2 0,3 2 0,7 4 0,9 5 0,4 6 0,5 1 0,1 2 0,4 0 0,3 1 0,4 7 0,2-1 0,4 6 0,-3-5 0,7 4 0,1-1 0,2 0 0,6-4 0,4 2 0,8 0 0,6 0 0,7-2 0,7-2 0,6 1 0,3 2 0,-5-2 0,2 2 0,3 2 0,1-2 0,-3 6 0,-2-1 0,-5 1 0,-3-1 0,-5 3 0,1-4 0,-10-1 0,-6 1 0,-5-2 0,-4-3 0,-3-2 0,-5-1 0,0 0 0,-6 0 0,5 0 0,-5 1 0,0-1 0,-2 1 0,1 2 0,1 2 0,0-1 0,-4 0 0,0 1 0,0 8-3639,0 4 1,2 6 3638,2 16 0,3 3 0,6 9 0</inkml:trace>
  <inkml:trace contextRef="#ctx0" brushRef="#br0">4995 8299 8468,'-6'8'718,"-3"0"0,-2-3 0,-2-2 0,2 0 0,1 0 1874,1 1 1,0 5-1,-4-5-1104,1-1 1,-1-1-1065,0-2 1,-4 0-1,-1 0 1,3 0 0,-1-2-1,0-1 404,-1-1 0,-6-5 0,1 4 0,-2-1-828,-2 0 0,-1-4 0,-3 1 0,-5-1 0,-8 2 0,2-4 0,-5 5 0,0-1 0,0 0 0,-1 3 0,1 2 0,0-3 0,3 2 0,-4-1 0,-9 5 0,-3 2 0,-7 1 0,-1 2 0,-2 3 0,4 0 0,5 5 0,0-4 0,-6-1 0,-3 4 0,33-5 0,-1 0 0,-2 2 0,0-1 0,-2 0 0,1 0 0,-29 8 0,0 1 0,6-3 0,-2 4 0,-6-4 0,33-7 0,0-1 0,-2 0 0,1 1 0,0 0 0,2-1 0,-31 2 0,8 1 0,4-5 0,-4 3 0,-2-1 0,-1-3 0,-1-2 0,-1-1 0,6-1 0,3-3 0,13 1 0,5-6 0,8 5 0,1-3 0,3 0 0,0-1 0,8 6 0,-8-3 0,9 4 0,-1-1 0,4 0 0,1-3 0,0 2 0,5 2 0,-1 1 0,6 0 0,-3 0 0,8 0 0,2 0 0,3 0 0,6 0 0,0 0 0,0 1 0,1 2 0,4 2 0,-3 0 0,7 0 0,-1 0 0,5 4 0,0 2 0,0-2 0,0 4 0,-1 4 0,6-3 0,-1 4 0,5 2 0,0 0 0,2 1 0,2-1 0,0 0 0,-1 1 0,1-1 0,0 1 0,-6 2 0,-3-6 0,-9-4 0,-3-4 0,-4-1 0,-1 0 0,-6-3 0,-3-5 0,-8 0 0,-5-1 0,-2-2 0,-2-1 0,-1-5 0,-4 5 0,-2-6 0,-5 1 0,-3-2 0,-2-2 0,-6-2 0,-5-2 0,1 1 0,-3-5 0,1 4 0,0-5 0,-1-2 0,0-3 0,0-5 0,0-1 0,2 4 0,6-1 0,0-1 0,4 1 0,3 1 0,6 7 0,5 5 0,3 3 0,6 1 0,4 0 0,-2 0 0,4 0 0,3 0 0,6 0 0,5 1 0,8-1 0,6 0 0,5 0 0,8 0 0,4 0 0,1-1 0,2-2 0,3-1 0,-3-5 0,1 5 0,2-2 0,7 4 0,3-4 0,-1 0 0,-2 1 0,-3 2 0,-7 2 0,-3 1 0,-8 1 0,-5 4 0,-9-3 0,-3 6 0,-4-1 0,-3-1 0,-2 0 0,-2-1 0,-3 0 0,-2-4 0,4 5 0,-6-6 0,0 0 0,0 1 0,0-1 0,-6 5-2485,4-3 0,-3 11 2485,5 0 0,5 11 0,3 10 0</inkml:trace>
  <inkml:trace contextRef="#ctx0" brushRef="#br0">11435 8996 8109,'-11'-3'883,"2"3"0,5 9 0,2 11 0,2 14 1574,0 11 1,5 10-1,0 7 1,3 6-1787,-4-32 0,2 1 0,-1 1 0,1 0 0,0 0 0,1 1 0,-1-1 0,1-1 0,6 33 0,0-8-1229,0-8 0,0-7 0,-1-12 1,1-6-1861,0-7 0,0-9 2418,0-8 0,-6-15 0,-1-5 0</inkml:trace>
  <inkml:trace contextRef="#ctx0" brushRef="#br0">10893 9370 8120,'-16'-31'0,"3"5"2420,6 7 0,12 6 0,7 5 0,9 2 856,3 0 0,9-1-1588,6-6 0,6-4-1531,11 0 0,2-6 0,3 1 0,0-2 0,-3-1 1,-3 2-158,-8 2 0,-7 5 0,-5-1 0,2-2 0,-2 2 0,0 6 0,1 5 0,-3 2 0,-1-1 0,-4 2-2323,0 2 1,-7 7-626,1 2 1,-11 10 818,2 3 0,-9 5 0,1 4 2129,-4 4 0,-12 9 0,-4 3 0</inkml:trace>
  <inkml:trace contextRef="#ctx0" brushRef="#br0">11306 10132 8025,'-21'0'0,"2"1"2974,5 3 0,5 2 0,15 3 32,7-5 0,5-3-2039,8-1 0,6-5-970,2-4 1,8-8 0,4-5-1,4-2 1,7-3 0,6-2-1258,-28 14 1,-1 0 0,0-3 0,-1 0 828,4 1 1,0 0 0,-2-2-1,0 0-2990,0 0 1,-1 0 3420,-2 0 0,-1-1 0,20-25 0,1 0 0</inkml:trace>
  <inkml:trace contextRef="#ctx0" brushRef="#br0">13048 8776 7986,'-25'-5'506,"0"3"1,4-1-1,5 8 1,7 10-1,8 14 586,4 13 0,7 14 0,-2 10 0,-2-30 1,0 2-1,0 3 0,1 0 0,-1 0 1,1 1-53,-1 0 0,1-1 1,-1 0-1,1-1 0,-1-2 1,0 0-1,0-2 1,0 1-1041,3 33 0,1 0-181,-6-14 0,4-6-579,-3-7 1,5 0 0,-2-4-1,4-7 1,1-6 0,0-6-2518,0-2 0,1-6 0,3-8 3054,5-3 1,2-18-1,2-4 1</inkml:trace>
  <inkml:trace contextRef="#ctx0" brushRef="#br0">13474 9654 10972,'6'14'2868,"3"4"0,4 2-2066,4 6 0,-1-1 0,5 0 0,1-2 868,-2-2 1,4-5-957,-2 1 1,-4-8-148,-1-5 1,-2-3-1,-2-2 1,0-5-1,-2-5 1,-2-6-278,-5-3 0,-3-2-290,-1-4 0,-1 0 0,-3 1 0,-8-1 0,-6 0 0,-1 2-1007,0 2 0,-2 3 61,4 7 1,-5 4 0,5 4-1,3 4 1,2 4 0,5 5-2657,1 2 0,3 2 2495,8 0 1,3-4 649,9-1 1,3-5 0,6 2-1,2-4-330,2-1 1,1-6 1211,4-2 0,2-2 0,-3 0 0,2 2 0,-1 3 0,-7 2 1891,-5 1 0,0 4 83,-6 2 1,-1 5-1579,-7 8 0,1 2 0,-4 4 0,-1-2 742,1 2 1,3 0-1142,-5-2 0,4 2 0,-2-5 0,1-3 0,3-2-422,2-4 0,1-3 0,0-12 0,0-3 0,-5-2 0,1-3 0,-1-2 0,0-1 0,2-1 0,-6 5 0,6 2 0,-1 2 0,2 8 0,2 8 0,-4 3 0,-1 12 0,1-5 0,4 4 0,0-1 0,-2 2 0,-1-6 0,-1-6 0,-1-5 0,5-5 0,0 0 0,0-2 0,-1-7 0,-2-8 0,-3-8 0,-2-5 0,4-1 0,-5-4 0,1 4 0,-5 5 0,4 2 0,2 2 0,-1 5 0,1 3 0,4 6 0,-1 4 0,2 3 0,2 1 0,0 0 0,0 1 0,0 3 0,0 2 0,0 3 0,0-4-1606,0-5 1,-1 0-1,1 0 1,0-1 1605,0-3 0,6-3 0,1-6 0</inkml:trace>
  <inkml:trace contextRef="#ctx0" brushRef="#br0">4646 9538 7955,'-13'0'642,"5"4"0,-1 1 3670,-1-3 1026,-1 0-3646,4-2 1,-1 0 0,4 0-863,-5 0 1,-2-2 0,-2 0 0,0-3-141,0 2 1,-5 0-691,-4-1 0,-7 3 0,-1-4 0,-6 3 0,2-1 0,-3-2 0,-3 3 0,-3 0 0,-5 2 0,-8 0 0,-4 0 0,-12 0 0,-1 0 0,34 0 0,1 0 0,-31 0 0,0 0 0,-1 0 0,-3 0 0,35 0 0,0 0 0,-1 0 0,0 0-157,1 0 1,-1 0 0,1 0 0,0 0 156,-35 0 0,35 0 0,1 0 0,-33 2 0,0 0 0,-2 4 0,0 0 0,35-3 0,0 0 0,-32 5 0,4-3 0,9-3 0,8 0 0,-3-2 0,4 0 0,-3 0 0,-2 0 0,1 0 0,0-2 0,4-2 0,6-3 0,5-2 0,6 1 0,8 1 0,5-2 0,3-1 0,1 6 0,4-5 0,2 3 0,1-1 312,2 4 1,10-3-313,2 6 0,4 2 0,1 2 0,-1 2 0,1 4 0,2-1 0,2 1 0,2 5 0,2 3 0,3 3 0,-1-2 0,5 1 0,3 3 0,2 1 0,3 2 0,1 0 0,2 0 0,0-5 0,-1 1 0,-5-2 0,-2 3 0,-4-3 0,-1-2 0,-1 0 0,1 0 0,-6-5 0,-3 0 0,-2 0 0,-2-4 0,0-2 0,0 1 0,-6-5 0,-2 3 0,-10-8 0,-4 0 0,-4-4 0,-3-1 0,-2-2 0,-2 2 0,-2-9 0,-4 3 0,-5-4 0,-4 0 0,-2 1 0,-3-5 0,-3-1 0,-4 1 0,-5-2 0,-4-5 0,-1 3 0,-4-6 0,6 4 0,2 1 0,5 1 0,1-1 0,7 4 0,1 1 0,7 6 0,11 1 0,4 4 0,2 1 0,4 1 0,2-1 0,4 5 0,5-5 0,7 1 0,6-5 0,7 0 0,10 0 0,6-1 0,4-2 0,4-3 0,2-1 0,2 3 0,3-5 0,1 2 0,-1-1 0,4 1 0,2 3 0,3-4 0,-4 1 0,-5 3 0,-8 3 0,-5 1 0,-3 0 0,-9 0 0,-9 0 0,-3 2 0,-1 1 0,0 2 0,0 3 0,0 3-9831,0 5 9144,5 16 1,2 8 0,6 12 0</inkml:trace>
  <inkml:trace contextRef="#ctx0" brushRef="#br0">4517 11125 8298,'-33'6'712,"3"3"1,9 7 0,3 1-1,4-1 1,1-2 4994,0-1-5163,0 0 0,0-2 0,1-2 0,-1-5 0,0-3 0,0-1 0,-1 0 1755,-4 0 1,3-4-1851,-7 0 0,1-5 1,-7 4-1,-2-1 0,-4-1 1,-5 1-450,-4 0 0,-4 0 0,-9 4 0,-4-3 0,-4 2 0,4 1 0,0-3 0,-2 4 0,-7-4 0,-4 4 0,33 1 0,0 0 0,-1 0 0,0 0 0,2 0 0,1 0 0,-34 1 0,8 4 0,1-2 0,-6 5 0,3-5 0,-3 1 0,3-2 0,1-2 0,2-2 0,3-2 0,7 1 0,6-5 0,4-1 0,-5-4 0,-2 0 0,-2 0 0,1 0 0,5 1 0,4 4 0,4 4 0,5-2 0,3 2 0,8 0 0,5 4 0,3 0 0,1 0 0,0 0 0,0 0 0,0 0 0,1 1 0,4 3 0,4-2 0,8 2 0,3 3 0,6 2 0,6 2 0,3 4 0,6 2 0,2 4 0,11 8 0,2 1 0,8 6 0,6 0 0,5 3 0,-31-19 0,1 0 0,27 17 0,-5 0 0,-4-5 0,-2-2 0,-5-3 0,-9-1 0,-2-6 0,-8-3 0,-3-4 0,-3-4 0,-4 2 0,-7-11 0,-3 0 0,-9-4 0,-8-5 0,-2-3 0,-6-1 0,-5-2 0,-5-5 0,-2 0 0,-3 0 0,-3-4 0,-4-5 0,-4 0 0,-9-5 0,-4-2 0,28 18 0,0-1 0,0 0 0,0-1 0,-1 1 0,1-1 0,-26-23 0,2 0 0,14 6 0,8 8 0,6 5 0,8 4 0,7 1 0,6 2 0,7 8 0,0 1 0,6-1 0,3-4 0,4 0 0,4 1 0,4-1 0,4 0 0,2 0 0,3 1 0,6 2 0,5 2 0,2-1 0,8-2 0,2 1 0,0 1 0,-2 2 0,-3-3 0,-5 1 0,-3-1 0,-4 3 0,-5-2 0,-6-1 0,-5-1 0,-2-2-1396,0 0 0,0 0-6300,4 0 7696,2 6 0,2 1 0,7 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24303 13578 7703,'-33'0'598,"6"3"0,8 7 1,5 14-1,7 18 1,7 16-1,8 14 0,0-32 1,3 0-183,2 3 1,1 0 0,2 4-1,1 1 1,2 0 0,1 0-1,-2-2 1,1 0 0,-2-5-1,0 0 1,-1-5 0,-1-1-511,12 31 0,-3-10 0,-2-3 0,-5-3 1,-3-5-1,-2-5-1616,-4-6 1,4-6-1,-4-10 1710,4-3 0,1-11 0,0-11 0</inkml:trace>
  <inkml:trace contextRef="#ctx0" brushRef="#br0">24264 13642 7988,'-13'-39'357,"0"-4"1,2 2 0,2 4 1585,5 5 0,10 5 0,7 1 0,10-1-953,10-3 0,8 2 0,15-3 0,4 1-64,3 0 1,1 5-457,-4 8 0,-9 10-218,-8 7 1,-2 11 0,-4 12 0,-4 4 0,-7 6 0,-9 3 915,-7 4 1,-4 11-554,-6 5 1,-13 2-616,-9 11 0,-8-3 0,11-33 0,-1-1 0,1 1 0,-2 0 0,0 0 0,-1 0 0,-1 0 0,0 0-272,1-1 1,-2-1-1,-1-3 1,0 0-1,1 0 1,1 1-1,-24 24-6857,4-6 7129,5-5 0,35-45 0,6-7 0</inkml:trace>
  <inkml:trace contextRef="#ctx0" brushRef="#br0">24974 14391 7883,'-17'-25'4308,"0"4"-2765,1 4 0,9 8 1,7 6-1,7 6-515,4 6 1,4 4-688,2 4 0,-1 3 0,5 6 0,1-1 1,-1 1-1,1 0 38,1 0 1,-5 0-1,1 0 1,-2-1-480,0 1 1,1-6-79,-6-3 0,1-2-296,0-2 0,-4-2 0,0-4 0,1-8 0,0-11-987,-2-8 1,4-5 0,-5-6 0,1-4 818,1-7 1,-5 2 0,4-3 0,-1 3 614,0 1 1,-3 7 0,3 7 0,-1 6 1111,-3 5 0,-2 9 1,-1 10 518,0 10 0,0 15 0,0 9 0,0 9-731,0 6 0,0 6 0,0 9 1,0 4-677,0-35 0,0 0 0,0 34-339,0-3 1,0-9-672,0-4 0,0-7 0,0-5 0,0-4 1,0-7-1,0-5-3742,0-7 1,5-2 4554,-1-6 0,5-6 0,-5-3 0</inkml:trace>
  <inkml:trace contextRef="#ctx0" brushRef="#br0">26355 14468 7794,'0'9'933,"-1"-1"1,-2 2 0,-2 2 7306,3 1-5704,-6-6-2033,7-1 1,-5-13 0,6-5 0,0-7 0,0-5 0,0-9 550,0-7 1,-1-13-959,-3-12 1,2 29-1,-1-1 1,-2-5-1,-1-2 1,-2-3-1,0-2 1,0-2-1,-1-1 1,-1-3-1,0-1-310,0-1 1,0 0-1,-1 8 1,0 2 261,-2-2 0,0 3 0,-7-24 166,3 14 0,7 14 1,3 16-215,1 12 0,2 10 0,4 17 0,-5 0 0,1-1 0,-6 3 0,2 2 0,-4 6 0,-1 4 0,0 5 0,0 1 0,-4-5 0,0 2 0,0-2 587,4-2 0,0-8-587,0-5 0,7-19 0,6-15 0,7-11 0,11-11 0,-1 2 0,7-5 0,3 1 0,1 4 0,-1 2 0,-1 5 0,0 2 0,-1 12 0,1 3 0,0 8 0,-4 5 0,-2 10 0,-2 7 0,-2 7 0,-2 4 0,-1 2 0,0 0 0,0-1 0,-1 6-261,-4-1 0,4-5 0,-5-4 0,1-1 0,1-2 1,2 1-4095,5-3 1,0-2-1646,6-1 6000,-1-6 0,5-7 0,0-7 0</inkml:trace>
  <inkml:trace contextRef="#ctx0" brushRef="#br0">27336 13965 7848,'-19'-12'1049,"-1"4"1,-6-9 0,2 2 0,3 4 6051,3 2-6570,4 3 1,8 6-1,8 0 1,8 0 0,7 0-1,3 0 1,3 0 1251,1 0-1705,2 0 0,0 0 0,0 0 0,0 0 1,-1 0-70,1 0 1,0 0-1300,0 0 0,0-4 0,-1 0 0,1 1 0,0 0 1,0 0 1289,0-1 0,5-6 0,2 3 0</inkml:trace>
  <inkml:trace contextRef="#ctx0" brushRef="#br0">27465 13397 7812,'-11'-20'0,"1"4"1506,1 6 1,12 11 0,1 11-1,8 4 1,5 1 0,4 2-381,4 2 0,2 3 1,3 4-1,4 0-781,4 3 1,0 4 0,0 0 0,-4 2 379,-4 2 1,-2 0-326,-3-1 0,-6 0 213,-6-4 0,-7-1 1,-11-4-1,-5 1 0,-5-2 1,-7 0-614,-2-3 0,-4 1 0,-2 0 0,7 0-822,-3 0 1,9-6 0,0-3-3877,3-3 1,12-6 4697,7-4 0,16-14 0,6-5 0</inkml:trace>
  <inkml:trace contextRef="#ctx0" brushRef="#br0">28356 13268 7830,'-33'0'482,"1"1"1,2 4 0,1 5 0,3 7 2891,4 9 1,10 8-2496,-1 13 0,9 11 0,1 12 0,7 0 0,11-1 0,9-7 0,12-9 0,8-12 30,8-9 0,2-9-623,-2-14 1,0-4-1,-2-5 1,-3-3-1,-4-5 1,-3-9 509,-1-6 0,-5-5-796,1-2 0,-12-3 0,-2-5 0,-6-3 0,-7 0 0,-5-5 0,-7-3 0,-9-4 0,-7 0 0,-10 1 0,-5 5 0,-8-4-287,-4-1 1,-2 6 0,0-1 0,2 7 0,0 7 0,0 8-4630,-1 11 1,12 15 4497,2 16 0,11 21 1,4 15-1</inkml:trace>
  <inkml:trace contextRef="#ctx0" brushRef="#br0">28549 13552 7846,'-13'-6'9830,"0"-1"-7737,6 0 0,7 2 0,9 10 0,4 3-805,4 4-1478,3 1 1,7 0 0,2 0 0,1-1 0,0 1-107,2 0 0,-1 0-1025,4 0 1,5 4 0,-4 1 0,0-4 0,1-3 1320,0-2 0,-4 0 0,-1 3 0</inkml:trace>
  <inkml:trace contextRef="#ctx0" brushRef="#br0">29272 13823 7773,'-13'-6'1107,"4"5"0,2-2 0,2 6 0,3 7 0,5 4 669,6 3 0,6 6 1,4-3-1,1 2-1508,3-1 0,1-1-474,2 2 0,0-2 0,0-4 1,-2 1-1,-1-3 0,-3-2-2378,-1-4 1,0-5 1249,-2 2 0,-7-4 0,1-4 1,-2-5 1333,-2-10 0,2-5 0,4-2 0</inkml:trace>
  <inkml:trace contextRef="#ctx0" brushRef="#br0">29633 13810 7773,'0'-13'781,"2"4"-586,2 1 0,-2 4 1040,2-5 1,-1 8 0,0 1 0,1 8-1,-1 9 1399,-2 9 0,-1 6-1903,0 6 1,-6 7-461,-2 2 1,-1 3 0,-2 3 0,-4 3 0,1 3 0,-2 1-211,-1 1 1,-2-11-1307,-2 1 1,-3-2 405,2 3 1,3-8 0,4-5 0,3-7 0,5-7 838,1-3 0,2 2 0,4-4 0</inkml:trace>
  <inkml:trace contextRef="#ctx0" brushRef="#br0">30137 12855 7773,'-13'-26'419,"1"2"1,2 4 0,2 7 2081,-2 7 0,4 7-2002,2 8 1,2 1-1,2 12 1,0 2-1,0 5 1,0 6-1,2 6 1,0 3 580,3 2 1,5-3 0,-2 6-1,2 2-536,-1 4 0,3 1 0,-4-6 0,4-1 198,1-2 1,-1-2-483,1-2 0,-6-2-130,-2-11 0,1-1 1,-2-8-1,-1-3 0,-3-5 122,-5-5 0,3-2-396,-7-6 0,0 0-132,-4 0 0,-1-6 1,-2-2-1,-2-5 0,-2-5 1,-3-3-1171,-2-3 1,-1-7 1309,1 1 1,-1 0 126,0 4 1,6 2 0,3 3 0,2 5-1,4 7 1237,2 9 0,4 9-643,5 12 0,5 11-168,4 11 0,8 6 0,5-2 0,3 2 0,4-3 1,1-8-418,-1-6 0,2-6 0,0-5 0,-1 1 0,-4-9 0,-1-3 0,1-10 0,-1-3 0,-3-4 0,-1-8 0,-3-3 0,4-4 0,-5-4 0,6-1-1053,-2-3 0,-2-2 0,0-4 0,-4 2 0,0-2 0,-5-1 1053,-3-2 0,3 6 0,-3 2 0</inkml:trace>
  <inkml:trace contextRef="#ctx0" brushRef="#br0">30898 13397 7791,'-7'-6'1236,"1"-2"1,2-4-1,3 1 1,5 2 0,9 3 1220,5 1 1,5 2-1,7-4 1,6 1-669,6 3 0,-2-3-2425,3 2 0,2-2 0,-4 3 0,-4-1 0,-6 1 0,-9 3 636,-4 4 0,2 4 0,0 5 0</inkml:trace>
  <inkml:trace contextRef="#ctx0" brushRef="#br0">31169 13036 7727,'-13'-10'1302,"0"-3"1,0 0-1,2 1-269,2 4 1,9 5-1,9-2 1,4 4 534,4 1-1217,3 0 0,10 4 0,2 2 0,1 1 0,3 3 0,0 2 1,-1 1 773,0 0 1,-1 4-769,5 0 0,-2 6-129,-2-2 1,-4 4 0,-8 1 0,-4-1 0,-8 1 0,-5 0 388,-7 0 0,-11 4-66,-9 0 1,-8 0-653,-1-4 0,-5-2 0,5-2 0,2-5 0,2-3 0,4-1-3335,5 0 1,3 0-748,1 0 4183,6-6 0,1 5 0,6-5 0</inkml:trace>
  <inkml:trace contextRef="#ctx0" brushRef="#br0">32176 12674 7770,'-13'-20'594,"-1"3"0,-4 4 0,-2 7 0,-1 11 0,-1 13 0,-2 15 940,-5 15 1,2 15 0,12-25 0,0 2-1,1 5 1,2 1-664,1 5 0,1 0 1,0-5-1,2-1-718,3 1 0,2-1 0,-1-7 1,2-2-1,4 27 0,3-9 0,7-11 1,5-9-86,3-8 0,-3-6 0,5-9 1,1-2 132,1-5 1,2-4 2,0-4 0,1-10 175,3-12 1,-3-7 0,2-9 0,-5-2 0,-4-2-1,-1-3-351,-3-1 0,-8-7-28,-3-4 0,0 0-821,0 0 1,-2 0 0,-8 5 0,-5 3 0,-4 5 0,-3 11-2619,1 10 0,-3 14-1539,2 13 4978,-6 17 0,3 10 0,-6 12 0</inkml:trace>
  <inkml:trace contextRef="#ctx0" brushRef="#br0">31957 13307 7760,'7'-2'2821,"-2"-1"1,1-1-690,3 1 0,2 2 1,5 1-1,4 1 405,6 3 1,8-1-1862,1 6 1,2-2-1413,2 2 1,-1 1 0,0-5 0,-4 3 0,-4 0-1,-4 1-2482,-4-1 3218,-4 1 0,1 4 0,1 0 0</inkml:trace>
  <inkml:trace contextRef="#ctx0" brushRef="#br0">28433 11242 7922,'-9'0'1970,"2"1"1,2 6-1,3 12 1,5 14-1340,6 11 1,3 16 0,4 5-1,3 0 1,1-4 0,3-8-262,1-8 0,4-8 0,0-14 0,1-6-686,-5-8 1,1-8 0,-8-5 0,0-6-72,2-6 0,-11-8 0,-1-8 0,-8-1 205,-8-3 1,-9-1 466,-8-2 1,0 6 309,-4 3 1,-1 6-1,-1 7 1,-1 8-1,-1 9 1,-1 12 1822,1 13 1,5 26-1972,13-17 0,2 5 0,3 6 0,2 3-447,1 5 0,3 1 0,1 2 0,2 0 0,4-1 0,2-1 0,2-3 0,2-3 0,3-4 0,3-3 0,1-5 0,3-3 0,19 18 0,2-13 0,-1-21 0,1-6 0,0-11 0,1-4 0,3-8 0,4-10-79,4-9 0,-4-4-46,0-8 0,-7-2 0,-2-2 1,-11 2-1,-9 2 0,-5 0 98,-4 2 0,-2 3 471,-3 8-358,-2 12 0,4 15 0,-6 11 0,0 11 0,0 8 1,1 9-87,3 6 0,5 2 0,8 3 0,-1 1 0,5-9 0,-2-1 0,5-12 0,4-7 0,0-8 0,3-7 0,-1-2 0,0-5 0,-4-6 0,-6-5 0,-3-12 0,-9 0 0,-3-1 0,-4-1 0,-1-3 0,-11-4 0,-6 0 0,-6-8 0,-3-3 0,-1-1 0,-2 1 0,0 3-276,5 6 0,1 1 535,10 10-319,3 3 1,13 16 0,4 3-1,9 4 1,5 3-169,6 1 0,8 4 162,-1-3 1,4-1 84,0-4 0,1 0 0,-2 0 1,-1 0-1,-3 0 0,-3 0 246,-5 0 1,-5 6-1,-7 2 1,0 4-266,-1 1 0,0 0 0,-3 0 0,-4-1 0,-5 1 0,0 0 0,0 0 0,0 0 0,0 0 0,0-6 0,-1-1 0,-3-6 0,2-2 0,-2-2 0,2-4 0,2-4 0,0 3 0,0 1 0,0-1 0,0-4 0,2 0 0,1 1 0,2-1 0,3 0 0,-4-2 0,4-2 0,1 3 0,4-3 0,-4 2 0,-1 2 0,1 0 0,-1 2 0,0 1 0,-3 1 0,1 6 0,-2-1 0,-2 3 0,3 6 0,-3 4 0,1 4 0,1 3 0,-1 1 0,-2-1 0,-1 2 0,0 0 0,0 0 0,0-1 0,0-6 0,0 1 0,0 0 0,0-1 0,0-3 0,0-4 0,0-8 0,0-4 0,0-5 0,0-1 0,0-3 0,0-3 0,0 0 0,0-5 0,0 4 0,2 1 0,2-2 0,-1 2 0,6-1 0,1 3 0,0 4 0,1 3 0,2 2 0,-3 3 0,7 6 0,-2 2 0,-2 2 0,1 3 0,2 6 0,1-1 0,0-2 0,2-2 0,2 2 0,-2-4 0,-2-2 0,2-2 0,-2-2 0,6-6 0,-3-4 0,0-6 0,-3-5 0,-2-5 0,-2-4 0,-1 3 0,1-4 0,-1 4 0,-4 1 0,0 6 0,-4 4 0,3 8 0,0 8 0,0 11 0,-2 11 0,-4 4 0,3 4 0,2-3 0,-2 3 0,-1-3 0,0-1 0,1-1 0,5-4 0,-2-2 0,2-6 0,-5 0 0,5-1 0,-5 0 0,5-3 0,1-5 0,-5-3 0,1-1 0,-6 0 0,0 2 0,0 2 0,0-3 0,0 7 0,0-4 0,0 5 0,0 2 0,0-2 0,0-1 0,0-3 0,0 3 0,0 1 0,0 4 0,0-6 0,0-3 0,0-8 0,0-5 0,0-8 0,2-5 0,2-5 0,5-6 0,2-5 0,3-16-466,4-1 0,2-7 621,5-3 0,1 7 1,0 2-1,0 5 0,-2 10 1,-1 11-156,-1 10 0,-7 11 0,3 5 0,-4 9 0,-1 8 0,-2 2 0,-2 6 0,-5 2 0,-2 2 0,-2 0 0,0 1 0,-6 0 0,-3 0 0,-3 0 0,-6-1 0,3 1 0,-7 0 0,-1 0 0,-1 0 0,-8 5 0,-1 2 0</inkml:trace>
  <inkml:trace contextRef="#ctx0" brushRef="#br0">31195 11629 7765,'-13'-16'1676,"0"5"1,0 3 559,0 5 1,-5 2 0,-2 2-2237,0 4 0,-11 8 0,4 7 0</inkml:trace>
  <inkml:trace contextRef="#ctx0" brushRef="#br0">32447 13784 7690,'-4'9'1132,"-1"-1"0,2 2 0,2 2 0,1 2 1011,0 3 0,1-1-1360,4 6 1,3-1 0,10 5 0,3 0-1,5-2 1,4-1 0,4-1 0,4-1-420,0-1 1,0 3 0,-4-6 0,-5-2-1245,-6-5 0,-2-3-5003,-8-3 5883,3-2 0,-9-2 0,6-7 0</inkml:trace>
  <inkml:trace contextRef="#ctx0" brushRef="#br0">32924 13694 7687,'-12'0'1819,"3"0"1,0 0 0,-1 0-28,-1 0 1,-2 7 0,-1 7 0,-4 12-619,-3 11 0,-9 11 0,-6 12 0,16-27 0,0 1-1066,-2 1 1,1 1 0,-2 0 0,0 1-1,2-4 1,2-2 0,-16 27-1401,7-8 1,3-11 0,11-11 0,1-5-2787,6-6 4078,4-8 0,3-3 0,0-6 0</inkml:trace>
  <inkml:trace contextRef="#ctx0" brushRef="#br0">33415 12429 7728,'-7'-26'2589,"1"5"0,6 11 0,0 20 2326,0 20 0,0 19-4658,0 11 0,-4 7 1,-2 3-1,3-33 0,0 0 1,0 2-1,-1 2 1,1 2-1,0 1 0,0 3 1,-1 0-1,1-1 1,0-1-258,1 0 0,-1-2 0,0-6 0,1-1 0,2 26 0,-1-8 0,-3-8 0,2-6 0,-2-5 0,1-7 0,-1-5 0,1-6 0,-6-7 0,-1-1 0,-1-8 0,-2-1 0,-1-10 0,-4-7 0,3-10 0,-6 0 0,1-3 0,2-3 0,-1 1 0,3 1 0,2-4 0,1 5 0,2 6 0,2 6 0,-1 4 0,6 4 0,1 6 0,3 11 0,3 14 0,4 4 0,4 1 0,1 5 0,11 2 0,3 0 0,2-3 0,8 0 0,-2-2 0,4-5 0,1-3 0,-2-9 0,0-7 0,-1-2 0,0-2 0,-2-7 0,-8-6 0,-4-2 0,-1-6 0,-5-2 0,1-6 0,-3-1 0,-1 1 0,0 1-9831,0-2 9589,-6 2 1,5-3 0,-5 5 0</inkml:trace>
  <inkml:trace contextRef="#ctx0" brushRef="#br0">27426 15359 7777,'-31'-32'1355,"-4"11"1,-8 1 0,-5 10-1,-5 10 1,-5 8 0,1 7 0,1 3 1920,6 2 1,5 2 0,11 4-2753,4-1 1,10 0 0,7-4-525,7-4 0,12 2 0,8 0 0,10 1 0,9 3 0,10-5 0,9 7 0,5-9 0,7 5 0,-4 2 0,-1 3 0,-9 3 0,-7 1 0,-7 5 0,-16-6 0,-5 6 0,-7 0 0,-14 3 0,-14 0 0,-23 1 0,-17 0 0,26-19 0,-1-1 0,-4 0 0,0-1 0,1-1 0,0 0 0,1-1 0,1-2 0,-30 14 0,9-3 0,8-4 0,15-4-2458,8-9 0,13-5 1,11-13-1,11-11 2323,13-11 0,13-17 1,11-4-1</inkml:trace>
  <inkml:trace contextRef="#ctx0" brushRef="#br0">27530 15630 7777,'12'-5'1496,"1"3"2691,0 3 0,-4 12 811,0 13-2806,-7 5-1503,10 14 0,-9-4 1,5 7-102,2 0 1,3-5 0,3-2-589,1-6 0,6-10 0,-1 1 0,6-15 0,2-2 0,1-9 0,-6-7 0,0-9 0,-4-6 0,-3-8 0,-4-6 0,-3 0 0,-2-7 0,-2-2-690,-3-3 1,-2 4 0,1 1 0,-6 4 0,-6 5 0,-2 3-4000,-2 4 0,1 7-303,4 3 4992,2-3 0,6 0 0,0-6 0</inkml:trace>
  <inkml:trace contextRef="#ctx0" brushRef="#br0">28046 14881 7747,'-13'-6'4915,"4"1"0,2-1-2983,1 10 0,2 16 0,6 21 0,2 9-249,4 9 0,5 9-1683,-4-31 0,0-1 0,-2 4 0,1 1 0,3 0 0,0 0 0,-1-1 0,0 0 0,1-4 0,1 0 0,8 27 0,-1-12 0,-4-11 0,0-8 0,-8-11 0,-1-8 0,-6-8 0,0-11 0,0-7 0,0-8 0,1-8 0,3-6 0,11-8 0,11-4 0,12-2 0,14 2 0,-1 8 0,5 11 0,-3 5 0,-1 7 0,-3 6 0,-6 6 0,-3 9 0,-14 8 0,-5 6 0,-12 7 0,-5 4 0,-11 1 0,-10 2 0,-13 3 0,-12 1 0,-9 2 0,-7 4-250,26-21 1,0-1 0,-1 1 0,1 1-2429,0-1 1,0-1-1,-32 15 2678,4 2 0,7-3 0,6 2 0,-2 2 0,-1 2 0</inkml:trace>
  <inkml:trace contextRef="#ctx0" brushRef="#br0">29143 15410 7762,'0'-37'0,"-2"6"0,-2 9 3276,-4 12 1,0 7 0,0 5 1638,-2 2 0,3-1-4291,-2 5 1,6 1-791,-1 4 1,2 1-1,2 2 1,0 1-1,0-1-2424,0-2 0,8-1 1886,4 0 0,3-6 1277,6-2 0,1-4 0,4-2 0,1-2 0,2-2 0,1 1 1416,-2-2 0,-2 5-1989,-4-3 0,-4 2 0,-5 2 0,-7 7 0,-7 5 0,-12 5 0,-12 3 0,-9 4 0,-8 5 0,1-2 0,-7 4 0,7 0 0,-2-1 0,7 0 0,3-5 0,3-2 0,5-3 0,7-2 0,9 0 0,3-6 0</inkml:trace>
  <inkml:trace contextRef="#ctx0" brushRef="#br0">24793 17114 7865,'-25'0'1640,"0"1"1,4 8 0,5 14 0,6 21-1,8 24 817,5-25 1,2 3-1,1 3 1,2 1-2299,4 4 1,2-1 0,0-2 0,2-1 0,-1-7 0,0-2 0,-1-1-1,1-1 1,-2-3 0,1 0 0,10 30 0,-2-9 0,-5-8-1603,-3-10 1,-6-6-1,-4-9-78,-3-2 0,-6-5 191,-4-9 0,-4-5 1042,-4-11 1,-8-7 0,-6-13 0,-1-7 0,-1-9 0,0-11-31,15 24 0,1-2 0,0-2 0,2-2 418,0-3 0,0-2 0,1 0 0,1 0 6,-1-3 0,2-1 0,1 0 1,0-1-1,1-1 0,2-1 1,0-2-1,1 0 0,3 1 1,1 1-1,2 3 0,2 1 1439,2 5 0,3 2 0,10-28-197,14 10 1,3 17-788,5 13 0,2 12 0,2 15 0,3 4 0,-1 3 1,0 5 2,-2 4 1,-3 8-565,-5 5 0,-7 1 0,-5-1 0,-12 2 0,-1 4 0,-7-3 0,-4 0 0,-8 0 0,-12 3 0,-4-1 0,-8 0 0,-1 2-791,-3-2 1,-1-2 0,0 1 0,2 0-1,4 1 1,7-1 790,7 2 0,7 0 0,3-2 0,5-4 0,2-2 0</inkml:trace>
  <inkml:trace contextRef="#ctx0" brushRef="#br0">25181 17785 13559,'0'-8'8764,"0"-1"-8097,0 6 1,5-3 0,4 6 0,2 0-456,2 0 0,0 5 0,2 0 1,0 3-1207,3 2 1,4-5 210,0 0 0,1-4-463,-2-1 1,2 0 0,-4-1 0,0-5 0,1-7 0,-2-9-857,1-6 0,-6-1 2773,-4-5 1,-2 5 411,1-1 1,-2 8 0,-6 8-1,0 10 2219,0 12 0,0 20-1900,0 10 1,0 15-1088,0 3 1,0 10 0,0 5 0,0-1 0,0 0 0,0-4-973,0-4 1,4-6 354,1-9 0,-1-4-686,-4-9 1,0-3 0,1-10-1,2-4 988,2-2 0,5-8 0,-3-2 0</inkml:trace>
  <inkml:trace contextRef="#ctx0" brushRef="#br0">26316 17888 10333,'0'-12'3991,"0"-1"1,0 0-2782,0 0 0,-4 0 0,0-1 0,1-2 0,1-1-399,2 1 1,0-4 0,-1-2 0,-2-2-622,-1-2 1,-6-7 0,1-7 0,-4-10-264,-4-9 0,1-11 0,6 32 0,-1 0 1,-1-3-1,1 0-32,-1-2 1,-1 1-1,3 5 1,-1 0 203,0-1 1,0 3 0,-4-20 22,-3 12 0,4 14 0,1 14 1,0 6-1,0 9-122,1 7 0,-1 12 0,0 7 0,4 4-81,0 4 0,2 3 1,-1-2-1,3-1 1,4-2-1,1-8-426,0-4 0,6-4 271,2-7 0,4-4 246,1-5 1,5-2-1,4-6 1,4-7-1,2-7 1,2-5 599,-1 0 0,3-1-147,-2 2 1,-2 1-464,-6-1 0,2 6 0,-4 3 0,1 4 0,-4 4 0,-3 5 0,-2 8-359,-4 5 0,2 8-808,-5 4 1,5 4-1,-3 2 1,1 3 1166,1 5 0,0 2 0,3 2 0</inkml:trace>
  <inkml:trace contextRef="#ctx0" brushRef="#br0">26858 17282 7756,'-12'0'7865,"-1"0"-6432,5 0 1,8 0 0,9 0-1,4 0-320,4 0 1,5 0 0,6 0 0,4-2-706,1-2 1,1 1-258,5-5 1,-2 5-805,-2-2 1,2 3 0,-4-1-1,0-2 1,-3 3 0,-4 0-2291,-5 2 0,-2 0 1045,-6 0 0,-6-1 876,-3-4 0,-2-2 1,-2-6-1,0-1 1022,0-3 0,0-9 0,0-7 0</inkml:trace>
  <inkml:trace contextRef="#ctx0" brushRef="#br0">27297 16908 7756,'-26'0'1629,"1"0"304,-1 0 1,-4 0-990,0 0 1,-1 1 0,7 3 0,3 5 0,3 2 0,5 2 1780,5 0 1,2-4-1934,6-1 0,12 1-428,5 4 1,13 1-1,7 1 1,6 0 0,2-2-1,-1 0-100,-2-3 0,-2 5-264,-1 2 0,-6 0 0,-3-4 0,-4 0 0,-5 1 0,-5 2 0,-6 3 0,-6-1 0,-2 1 0,-8 2 0,-3-3 0,-8 4 0,-4 0 0,-4 2 0,-1 1 0,1-2 0,0-2 0,2 1-8310,2-2 8310,11-2 0,-8 1 0,11 1 0</inkml:trace>
  <inkml:trace contextRef="#ctx0" brushRef="#br0">28381 16572 7753,'-13'-32'1549,"-4"11"0,-1 1 0,-2 8-145,-3 8 0,-2 16 0,-2 12 1,-3 17-1,-5 21 0,17-24 1,1 2-600,-1 3 0,1 2 0,3 5 0,2-1 0,3 0 0,3 0 0,0 0 1,3-1-806,2 0 0,2-1 0,4-4 0,3-3-235,3-2 0,4-3 0,23 23 235,14-19 0,1-8 0,6-11 0,-3-7 0,-6-7 0,-5-8 43,-5-6 0,-7-8 0,-5-14 0,-6-6-43,-9-6 0,-2 1 0,-6-6 0,-1-2 0,-4-7 0,-6 3 0,-3-3 0,-2 3 0,-3 0 0,-5-2-3557,-7-1 0,-5 2 3557,-8 6 0,-1 7 0,-3 5 0,-5 0 0,-2 2 0</inkml:trace>
  <inkml:trace contextRef="#ctx0" brushRef="#br0">28433 17191 7686,'9'0'3796,"-1"0"0,4 0-1339,3 0 1,6 0-1,4 0 1,3 2-677,2 2 1,3 2-1782,5 3 0,7 2-1000,2-2 1,3-2 0,2 1 0,-2 2 0,-2 0 999,-5-1 0,2 3 0,1-5 0</inkml:trace>
  <inkml:trace contextRef="#ctx0" brushRef="#br0">29311 17308 24187,'13'13'896,"1"-1"1,3 3 0,6 1 0,4 1 0,3 0-2260,-1 2 1,3-5-79,-2 3 0,0-2 0,-4-4 0,0-2 1,-2-8 1440,-3-8 0,4-13 0,-5-13 0</inkml:trace>
  <inkml:trace contextRef="#ctx0" brushRef="#br0">29737 17282 8656,'4'-13'0,"0"0"2627,-1 0 0,3 7 749,-2 6 1,0 13-238,-4 13 1,-4 7-2852,0 10 0,-6 7 0,1 8 0,-2 2 0,-2 3 1,0 1-289,0 0 0,0-4-1698,0 0 1,0 3 320,0-3 0,0-5 0,2-8 1377,2-11 0,-2-7 0,4-3 0</inkml:trace>
  <inkml:trace contextRef="#ctx0" brushRef="#br0">30214 16495 15781,'0'24'2451,"0"7"1,0 21 0,0 15-1069,0-26 1,0 0 0,0 2 0,0 2-1384,0 4 0,0 1 0,0-5 0,0 0 0,0-2 0,0-1 0,-1 26 0,-2-13 0,-1-12 0,1-7 0,0-6-225,-2-9 0,3-8 0,-7-8 1,-2-4-1,-5-1 0,-6-3-787,-2-5 0,-2-7 851,0-11 1,0 1 847,1-1 0,0 0 1,4 2-1,5 2-215,6 5 1,6 4-473,8 4 0,5 11 0,8 11 0,3 1 0,7 8 0,2 1 0,2-1 0,2 0 0,3-5 0,-3-2 0,2-3 0,-7 0 0,2-3 0,-2-5 0,-3-10 0,3-5 0,-1-7 0,-1-2-43,-6-3 1,0-5-4547,-3-2 1,2-2 4588,-2 2 0,3-3 0,6-6 0</inkml:trace>
  <inkml:trace contextRef="#ctx0" brushRef="#br0">31001 16791 7710,'-7'-13'2457,"3"-1"1,3-2-1,2 1 1,3 2-1,5 3 1,7 7-1,2-3 1,4 2-1808,5-1 1,3 1-774,5 4 1,0-4 0,-3 0 0,0 1 0,-2 1 122,-6 2 0,2-6 0,-6-1 0</inkml:trace>
  <inkml:trace contextRef="#ctx0" brushRef="#br0">31195 16430 7675,'-13'-20'1813,"0"1"1,2 6 4889,2 0-5451,3 6 0,8 3 0,2 7 1,6 3-1,6 1 0,5 4 1901,4 5-3197,1-2 1,-1 5 0,3-6 0,0 1 0,4 2 151,1 1 0,0 0-108,1-4 0,-1 0 0,-4 2 0,0 0 0,-4 4 0,-3 1 0,-3 3 0,-4 1 0,-6 2 0,-3 1 0,-6 4 0,-6-3 0,-4 5 0,-4-1 0,-5-4 0,-1 1 0,-3 1 0,3-8-1324,-2-1 1,7-2-464,-3-6 1787,10 3 0,-9-9 0,2 6 0</inkml:trace>
  <inkml:trace contextRef="#ctx0" brushRef="#br0">32215 16365 7714,'-23'-28'720,"-2"1"1,-3 4 0,-2 4-1,-3 7 1,1 10 0,-1 10 1736,0 14 1,4 11-1,1 14 1,5 9 943,6 6 1,8 2-3402,5 1 0,6-1 0,11-1 0,16-2 0,14-7 0,-16-29 0,3-3 0,2-1 0,2-3 0,4-1 0,0-2 0,3-4 0,0-1 0,-2 0 0,-2-3 0,31 1 0,-8-8 0,-7-11 0,-7-7 0,-6-8 0,-6-10 0,-12-3 0,-9-2 0,-9-11 0,-10 2 0,-7-10 0,-8-2 0,-9-1 0,11 31 0,-1 0 0,-2-1 0,-2 1 0,-1-2 0,0 1-245,-1 0 0,0 1 0,3 2 0,-1 1-2739,-23-14 0,1 13 0,-2 19 2984,5 9 0,3 25 0,2 12 0</inkml:trace>
  <inkml:trace contextRef="#ctx0" brushRef="#br0">32215 16701 14687,'5'-7'2260,"8"1"1,9 6 0,4 2-461,4 2 1,4 2-1,8 4 1,2-2-2238,2 2 1,1 2-1,5-1 1,-2-1-2031,-2-1 1,0-6 2466,-5 1 0,0 3 0,-4 0 0</inkml:trace>
  <inkml:trace contextRef="#ctx0" brushRef="#br0">32757 17166 7683,'17'7'2202,"2"-1"1,1-1-1,1 4 1,1 2 254,-1 2 1,1 4-1,3 2 1,1 0-1284,0-1 0,-4 4-1376,-1-5 1,-5 0 0,1-4 0,-4 0 0,-3-1 0,-3-2-5845,-1-2 6046,-2-5 0,-9 3 0,-3-6 0</inkml:trace>
  <inkml:trace contextRef="#ctx0" brushRef="#br0">33105 17075 7683,'-13'-13'1146,"-4"2"1,-2 2 0,1 5 1310,-1 3 1,-5 8-1,-2 7 1,-7 10 1401,-4 9 0,-6 9-3859,0 1 0,-5 6-649,5-2 0,2 2 0,8-2 0,7-4 1,9-4 648,7-5 0,-2-2 0,5-6 0</inkml:trace>
  <inkml:trace contextRef="#ctx0" brushRef="#br0">33544 16378 6748,'-1'8'-460,"-2"-3"79,-2 1 381,1-5 0,-2 11 0,-1-5 0</inkml:trace>
  <inkml:trace contextRef="#ctx0" brushRef="#br0">33505 16353 7682,'-7'-32'1399,"0"6"1,4-1 0,-1 5 238,1 4 0,1 8 1,4 11-1,2 11 0,5 9 1,2 8 101,2 5 0,-1 5 0,-1 4 0,-1 4-1740,0 4 0,5 0 0,-7 1 0,4-1 0,1 1 0,-6 0 0,-3-1 0,-3 1 0,-1 0 0,0-7-544,0-2 1,0-4-853,0-4 1,-5-5 0,-2-9 0,-1-4 0,3-4-8436,-1-4 7511,4-3 2320,-3-18 0,5-2 0,0-12 0</inkml:trace>
  <inkml:trace contextRef="#ctx0" brushRef="#br0">33492 16185 7682,'-14'-5'1242,"-2"1"0,-1 3 301,1 4 0,1 11 0,-1 13 0,-3 9 934,-1 6 1,3 2-1510,-5-1 1,2-1-478,-1 5 1,-2-11 0,6-2 0,1-6 0,1-8 1365,3-7-1509,4-6 1,-2-9-278,6-2 0,0-8 1,4-6-1,0-4 0,1-4 1,3-4-72,5-3 0,8-5 0,5-5 0,2-5 0,2 5 0,0 0 0,0 6 0,-1 4 0,3 6 0,-1 7 0,-1 5 0,2 7 0,-6 12 0,-3 9 0,-2 8 0,1 5 0,0 4 0,-3 3 0,0 0 0,-2-3 0,0-2 0,-1-4 0,1-2 0,0-4-1053,0-5 0,4 0 1,2-1-1,1-4 0,4-4 1,4-1 1052,2 2 0,6-4 0,-4 5 0</inkml:trace>
  <inkml:trace contextRef="#ctx0" brushRef="#br0">27052 16546 7844,'-29'-21'664,"4"1"0,6 4 1,9 6-1,11 4 0,15 2 1,17-2 739,17-3 0,-14 1 0,1-1 1,6-1-1,0-1 0,7-2 1,1 0-1034,5-2 0,3 0 0,9-4 1,4-1-1,-19 5 0,2-1 1,1 1-1,0 0 0,2-1 0,0 1 1,2 0-1,0 1 0,2 0 1,1 1-1,1 0 0,-1 0-488,2 2 0,-1-1 1,1 1-1,0 0 1,0 1-1,-1 1 1,-6 1-1,-1 1 1,0 0-1,-5 1 1,-1 1-1,-1-1 117,18-1 0,-2 0 0,-9 2 0,-1 1 0,-4 0 0,-1 0 0,-1 2 0,-2 1 0,-7-1 0,-1-1 0,28-2 0,-28 0 0,-7 3 305,-7 0 1,-15 1-237,-2-4 0,-12 4 131,-6-3 1,-2-2-1504,-2 2 0,-6-2 1,-1 3-1,0-1 1,2 1 1302,-1 1 0,-1 8 0,-6 1 0</inkml:trace>
  <inkml:trace contextRef="#ctx0" brushRef="#br0">25039 18766 7808,'-52'-26'645,"8"6"1,6 4 0,11 6 0,10 7 0,7 6 555,5 6 0,17 2-960,9 2 1,17-1 0,15-4 0,11-2-1,-27-4 1,1 0 0,3 1 0,1-1 0,2-1-1,1 1 1,4-1 0,1-1 141,4 0 0,1 0 0,4-2 0,1-2 0,5 0 0,0 0 0,1-2 1,-1-1-212,-1-2 0,0 1 0,-5 1 0,-1-1-344,-1 0 0,-2-1 0,-5 1 0,-2 0 246,-7-1 0,-1 1 1,26-2-1,-11-3 1,-14 3-1,-11 1 1,-7 1 708,-5-2 0,-11 3 23,-7-2 1,-12 2-553,-9-2 0,-15-1 0,-9 6 0,-8 1 0,-7 3 1,-6 4-204,30 0 1,-1 1 0,-4 3 0,-1 1-154,-9 2 0,-1 0 0,4-1 0,0 0 50,-6 0 1,0 1 0,3 0-1,0 0 1,-2 2 0,0 1 0,-3 0-1,0 1 1,-1 0 0,-1 0-1,3-1 1,2 1 260,4-2 0,3 1 1,-19 6-1,18-4 1,15-5 41,14-2 0,8-2 0,16 1 0,6-2-463,8 0 0,16-5 1,7 4-1,10-4 227,12-1 1,-28-4-1,2-2 1,9-1 0,3-2-1,1-1 1,1-1 36,-1-2 0,0-1 1,2-1-1,0-1 1,-4 1-1,0-1 1,2-2-1,-1-1 44,1-2 0,0 0 0,-3-2 0,-2 0 0,-8 4 0,-4-1 1,18-13 381,-22 5 0,-20 8 1,-20 4-756,-8 6 0,-19 4 124,-11 6 1,-16 9-3247,25-2 0,-1 3 3399,-5 2 0,-1 2 0,-4 4 0,0 1 0,-2-1 0,-1-2 0,0 0 0,1 0 0</inkml:trace>
  <inkml:trace contextRef="#ctx0" brushRef="#br0">32886 18198 7840,'24'-30'240,"-1"-1"0,-1 0 1,-1 3-1,-1 3 0,-1 1 1,-2 0 1464,0-2 1,-1 0 0,-7 2 0,-5 2 404,-3 5 1,-2 4-1438,-3 4 0,-9 4 0,-9 5 0,-4 1 0,-5 3 0,-9 5 3288,-10 2-3923,-8 8 0,-12-3 1,34-6-1,0 0 1,0-1-1,-1 1 1,-33 5-1,2 1 1,8 0-39,6 1 0,12-4 0,16-4 0,8-5 0,9 5 0,3-5 0,9 3 0,6 0 0,8-1 0,7 1-174,6 0 1,9 2 0,10 2 0,7-1-670,8-1 0,8-6 707,-31-1 1,0 0-1,-2-1 1,1 0 87,0-1 1,1 0 0,1 0-1,0 0 1,-1 0 0,1 0-1,-1 0 1,1 0 0,0 0-1,1 0 1,-3 0 0,0 0-89,-2 0 1,-2 0 0,30 0 357,-18 0 1,-11 0-10,-11 0 1,-13 0-1,-15 0 1,-9 0 403,-9 0 0,-10 0 0,-8 0 1,-10-2-597,-17-2 0,-7 2 0,29 0 0,-1 0 0,-1 1 1,0 1-22,-2 0 0,0 0 0,0 0 0,0 0 0,1-1 0,0 0 0,-1 0 0,-1-1 0,-2 0 0,1 0 0,6-1 0,2 0 0,3 2 0,1-1 0,-20-2 0,18 1 0,12-2 0,15-1 0,4-1 0,8 4 0,10-2 0,7 4 0,9 1 0,7 0 0,11 0 0,11-1-39,12-4 1,-28 4-1,1-1 1,6-1 0,1-1-1,0 1 1,-1-1-124,-1 0 0,-1 1 0,2 1 0,0 0 1,-2-2-1,1 0 0,2 1 0,1-1-123,1 0 1,-1 1 0,-5 2 0,-1-1 230,-3 0 0,-1 0 0,20 0 88,-24 2 0,-11 2 0,-20 1 0,-12 1-556,-9-1 0,-10 0 235,-6 1 1,-3-1-818,-15 6 0,-4-5 0,-13 6 1,33-4-1,-1 1 1104,-1 0 0,0 2 0,-1 0 0,1 0 0,-1 0 0,0-1 0,0 3 0,1-1 0</inkml:trace>
  <inkml:trace contextRef="#ctx0" brushRef="#br0">29143 12752 8127,'-39'0'323,"-1"-2"1,-2-1 0,-3-1 0,-3 3-1,-1 2 1,6 3 3898,6-1-3497,6-1 1,11-2-1,5 0 1,11 0-1,15-2 1,19-4-1,22-5 1,17-6 2106,-30 7 1,1 0-2652,6 2 1,1 0 0,4-4 0,1 0 0,8 1 0,2 0 0,4-2 0,0 0 0,5-1 0,0 0 0,-21 3 0,0 1 0,1-1 0,0 0 0,2 0 0,-1 0-820,1-1 0,0 0 0,0 0 0,0 0 0,0 0 0,-1-1 638,-2 0 0,1 0 0,-2 0 0,1 2 0,-1 1 0,-1 0 0,17-4 0,-1 2 0,-8 3 0,-3 3 0,18 2 0,-13 3 0,-11 1 0,-5 0 541,-4 0 1,3 5-542,-11 4 0,-6 1 202,-7-1 1,-4 2 0,-4-2-203,-5 2 0,-14-2 0,-7-1 0,-18 5 0,-9 5 0,-10-1 0,-11 0 0,29-8 0,-1 1 0,-3 0 0,0 0 0,-3-2 0,0-1 0,-4 2 0,-1 0 0,-3 0 0,-1 0 89,-4 0 0,0 0 1,-6 0-1,-1 0 1,-4-1-1,-2 0 1,20-2-1,0 0 1,-1-1-1,0 0 1,0 0-1,-1 0 0,2-1 1,0-1-1,0 1-89,-23 0 0,0 1 0,4-1 0,0 0-440,0 2 1,3 1 0,13-1 0,3 0-40,7-2 1,3 0-1,-14 6 1,20-5-1,8-1-420,8 2 0,23-4-2422,15 7 3321,21-6 0,11 3 0,4-6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23464 13500 7726,'-13'-6'2457,"-1"1"1,-2 0-1,0 14 1,5 18-1230,5 16 1,15 6 0,5 13 0,5 4-1,-8-31 1,2 1 0,0 3 0,1 0-587,1 1 1,0 2-643,1 3 0,-2 0 0,-1-2 0,-1 0 0,-1 0 0,-1-1 0,-1-4 0,0 0 0,3 29 0,-3-4 0,-5-4-184,-2-2 1,-2-2 0,0-7 0,0 0-660,0 1 0,-4-2 0,-1-3 1,2-8-1418,2-7 1,1-2 279,0-10 1980,0-5 0,-6-6 0,-1-6 0</inkml:trace>
  <inkml:trace contextRef="#ctx0" brushRef="#br0">1174 9293 8085,'-57'-30'481,"7"11"1,10 19 0,10 20-1,7 17 1,6 12 0,4 8 4591,4 7-4862,-2-3 1,9-23 0,1 2 0,-3-4-1,0 1 1,-1 34 0,3-9 0,7-12 0,6-11-1,6-9 1,3-8 553,3-9 1,3-8-1,3-9 1,1-6-496,-1-6 0,2-11-35,-1-12 1,-4-2-65,-4-11 1,-12 3 0,-2-8 0,-5 2 0,-4 4 0,-4 5 1125,-3 4-1197,-9 9 0,-8 2 0,-6 6 1,-2 5-1,-3 7-458,-1 8 1,2 6 0,4 8 0,3 8-2237,8 6 1,10 8-231,6 4 0,5-4 1262,8-1 1562,11-2 0,19-14 0,7-2 0</inkml:trace>
  <inkml:trace contextRef="#ctx0" brushRef="#br0">1575 9254 8166,'-15'43'434,"-1"1"1,1 8 1228,3 10 0,6-22 0,1 3-338,2 5 0,1 3 0,-2 5 0,-2 1-1032,2 5 0,0 1 0,-2-4 0,0 0 0,1-2 0,-1 0 0,1-1 0,0-1 0,1-3 1,1-1-1,0-2 0,0-1-303,1-1 1,1-3-1,0 26-994,1-5-1,0-12 57,0-10 0,1-6 0,3-14 0,5-6-836,2-8 1,2-8 1783,0-5 0,6-9 0,1-7 0</inkml:trace>
  <inkml:trace contextRef="#ctx0" brushRef="#br0">1962 10545 8013,'-5'8'3776,"1"1"-2588,6-6 1,5 1-470,6-8 0,0-9-400,0-9 1,-1-2 0,0-3 0,-2-2 0,-3-1-1,-1 0 529,-3-2 1,-2 5-545,-1-3 0,-1 4-135,-4 5 1,3 3-1,-9 10 1,-1 3-1148,-4 4 1,-1 2 149,4 4 0,0 6 0,1 8 0,2-1 0,3 1 828,1-3 0,8-13 0,5-5 0</inkml:trace>
  <inkml:trace contextRef="#ctx0" brushRef="#br0">2117 9551 8013,'0'-19'1012,"0"5"1,1 1 717,3 9 0,-1 9-852,6 8 0,-1 13-213,5 13 1,-4 7 0,0 10 0,-1 4 0,1 2 0,-2-1 481,-1-1 0,2-5-707,-3 1 1,0-9-672,0-4 1,-4-14-229,3-8 1,-2-12 159,-2-9 1,0-13-1,0-13 1,0-8-1,-2-9 1,-2-7-902,-5-5 0,2-8 886,-1-2 0,-5-5 377,4 32 1,1-1-1,-2-2 1,1 0 0,1 0-1,0 0 1,-1 2-1,0-1 1,-1 3 0,1 1-1,-8-27 840,5 10 0,1 10-258,6 13-298,1 11 1,14 21-1,6 12 1,7 11 920,8 7 0,7 7-977,5 4 1,3 5 0,-21-22 0,1 2 0,0 1 0,0-1-1,0 1 1,0 0 0,-1-1 0,0 0 419,22 22 1,-7 0-840,-5-7 0,-8-1 141,-1-8 1,-11-7 0,-7-5 0,-3 1 70,-2 1 1,-3-2-592,-4-1 0,-5 1 1,-6 5-1,-4 3 1,-1 5-1,-3 2-2141,-2 2 0,4-2 653,-1-3 0,2-2 143,-1-6 0,2-14 1852,6-7 0,6-21 0,1-11 0</inkml:trace>
  <inkml:trace contextRef="#ctx0" brushRef="#br0">3110 8854 8081,'-27'7'862,"-1"12"1,10 6 0,4 23 30,4 24 1,4-25-1,2 3 1,1 7 0,2 1-1,0-2 1,2 0 0,1-4-1,1-1 1,4-5 0,1-2-28,0-4 1,2-1 0,2-3 0,2-3-1,16 20 1,-1-14-528,-2-15 1,0-14 0,4-6-1,3-5 25,3-8 1,2-12-112,0-18 1,-5-7-160,1-10 1,-8-7-1,-3-6 1,-8 2-95,-6 1 0,-9-3-47,-1 0 0,-1 32 0,-3 0 0,-3 1 0,-2 0 0,-11-34 0,-7 4 0,-6 7-2096,-8 6 1,-2 0 1218,-4 10 1,7 11-743,6 11 0,9 11 1,2 7-1,7 9 1666,9 11 0,4 9 0,3 12 0</inkml:trace>
  <inkml:trace contextRef="#ctx0" brushRef="#br0">3407 9254 8120,'-8'13'1304,"-1"0"1,5 1 1363,5 3 1,12-2-632,9 2 0,3-3-1464,6-1 1,-3-4 0,5-2-1,-1 0 1,-4-1 0,0 0-200,-2-4 0,-1 0-1084,1-2 0,0-6-739,0-2 0,0-5 1,-2-5-1,0-5 1449,2-5 0,-9-5 0,8-6 0</inkml:trace>
  <inkml:trace contextRef="#ctx0" brushRef="#br0">4827 7641 8110,'-17'-2'-110,"0"-1"1,1-1 0,2 1-1,1 2 1,-2 1 0,-1 0 286,-1 0 1,-6 0-1,2 0 1,-5 0 53,-4 0 1,1 1-81,-5 3 0,4 5 0,-3 8 1,1 5-1,3 4 0,4 4-44,3 4 0,3 9 1,8 4-1,2 5-46,5 4 0,4-1-16,4 5 0,9-6-74,9 2 1,2-4-1,2-5 1,0-4 54,0-3 1,-5-2 45,1-4 0,-2 2 0,1-6 1,-5-1-1,-4-2 0,-5-1 206,-2 0 1,1 4-224,-2 0 1,-2-2-54,2-6 1,-2 1 0,-2-6 0,0-1-111,0-2 1,0-1 85,0 0 1,0 0 0,0 0-1,-2 0 1,-2 0-40,-5 0 0,-2-1 55,-2 1 1,0-1-13,0-4 0,4 4 0,1-5 0,-1 2-52,2-1 0,0 1-7,3 4 0,2-5 1,-2 1-1,4 1-108,4 2 1,-2 0 167,2 1 0,2-4 0,-1 0 0,1 1 0,1 1 11,0 2 0,-2 0 45,3 0 0,-3 1 71,3 3 0,1 3 0,4 6 0,0 0 0,0 1 0,0 3 189,-1 5 0,-3-2-188,0 1 0,-6-4 59,1 5 1,-4-5 0,-4 4-1,-7 2 201,-4 1 0,-1-2-343,-6-1 0,-3 1 0,-6 3 1,1 0-1,0-4 0,-1-2-54,-2-1 1,3-4-90,-5 4 0,2-8 90,-1-2 1,2 1-1,6 3 1,1 3 35,-1 2 0,0 4 9,0 9 1,0 6 0,1 11 0,11-25 0,2 0 0,-1 4 0,1 0 0,1 3 0,-1 0 38,1 3 1,1-1 0,-1 3 0,0 1-41,-2 5 0,1 2 0,1-2 0,0 1-4,0 4 0,1 0 0,0-3 0,-1-1 0,1 4 0,-1 0 1,2-1-1,1 0 0,0-1 0,1 0 0,1 1 0,1 0 190,0 4 0,1 0 1,1-2-1,1 1-298,0 5 1,4-1 0,2-1 0,3-1 242,1 0 0,1 1 1,3 1-1,1-1 1,0-2-1,2-1 1,1-3-1,1-1 1,0-6-1,2-2 0,1-7 1,0-2-69,0-5 1,0-2 0,3-2-1,0-1-648,25 22 1,-4-12-6,-1-9 1,-1-10-1,1-11 1,4-9 570,3-12 0,6-3 0,0-15 0,0 2 0</inkml:trace>
  <inkml:trace contextRef="#ctx0" brushRef="#br0">13345 7434 8017,'-13'13'37,"5"-4"0,1-1 0,1 2 0,3 2 497,2 1-264,1 0 1,-2-1-1,-2 0 1,-3-2-1,-2-3 1,0-1 637,-1-3 1,-5-2-703,-3-1 0,-4-4 0,0-3 0,-2-3 0,-4-6 0,0-1 45,-2-2 0,-8-5 0,1-1 0,-6-3-211,-3-1 1,-10-3-2,-4 2 0,27 13 0,0 0-11,-27-13 1,-3 0-1,-2 2 1,1 1-1,-1 0 1,-2 4-40,30 13 0,1 0 1,-1 1-1,-1 1 33,-5 1 0,0 1 0,5-1 0,1 1 35,1-1 1,-1 1-1,-32-3 1,-1 2-1,32 4 1,-1 0 0,-2 2-1,0 0 1,0 0-1,2 0 149,-35 1 1,9 0-215,4 0 0,2 0 15,4 0 0,-4 6 0,-6 1 0,1 2 1,1-1-1,2 2-135,5 2 0,5-4 75,3 1 1,-3 0-61,-1 3 1,-2 6-1,-8-1 1,0 0-1,5 0 1,4 2-263,6 1 0,2-3 154,6 5 1,5-5 193,0 4 1,4-3 0,-3 2-1,1 0 1,3 0 0,2 1 101,1 0 0,2 3 70,2-3 0,2 8-120,3 1 1,7 0 0,-3-2 0,3 0 0,1 2 0,2 0 9,2 2 0,0-3-53,5 5 0,-4-4 4,0 5 0,-1-7 0,4 2 0,-2-1 0,-1 1 0,1 3-173,1 0 0,4 6 233,2 0 0,3-1-5,6 5 1,6-4 0,2-2-1,5-1 1,4 2 0,5-3 388,2 3 1,2-5-202,0 1 1,-1-1-36,1 1 0,-5 2 0,-1-4 0,0-1 0,-1 2 0,1 0 110,0 3 1,-2-3-173,8 2 0,-2-5-91,11 4 1,-2-1 0,2 2 0,-2-4-1,-1-1 1,-4 0 70,-1-1 0,-2 3-28,-4-2 0,3 0 1,-2-4 0,4-2 0,4-1 0,4-3 0,2 0 0,-1-1 259,0-1 1,-7 0-189,2-6 0,0 6-83,-4-1 0,-2 0 1,-6-4-1,4 0 0,8 1 1,8 2 97,3 1 1,8 5-122,-2-5 1,-1 0-38,1-4 1,-5 4 0,2 1-1,0-1 1,6 0 0,8 0-62,-33-9 0,1 0 0,3 1 0,-1 1 32,-2-2 1,0 1-1,31 8 31,-10-4 1,2 0 0,8 1-1,-32-6 1,0 0 0,2 0-1,0 1 1,0 0 0,-1-1-27,-1 2 1,-1-1-1,0-2 1,0 0-167,32 11 0,-30-9 0,1 0 176,-1 0 1,0-1 0,3 1-1,0 0 1,-1-3 0,-2 0-1,0 1 1,0 1 0,-2-1-1,-1 2 1,34 8 46,-2-1 0,3-2-59,-34-8 1,0 1 0,0 1-1,2 1 10,0-1 0,-1 1 1,28 10-1,-6-2 1,-2 3-1,0 2 1,10 1-5,-31-10 1,0 1 0,-2-1 0,-1 0 23,3 2 0,-1 0 0,30 12-13,-6-1 1,-2 0 0,-7-1 0,3 0 6,1-4 0,4 4-10,6-4 1,-6-1 0,-3 0-1,-6-1 1,-6-2 0,-5 0-12,-2 1 0,6 5 22,5-2 0,2-2-32,1-2 1,5 3 0,2 0 0,-1 2 0,-1-1 0,-6 1 125,-5-2 1,-4 3-29,2-6 0,4 6-43,9-2 1,-1-1 0,5 1 0,0-1-1,-1-2 1,-3 2 103,-3 0 1,-1-4-128,-1 1 0,2 2-5,3-2 1,5 2 0,6-3-1,0 1 1,-3 0 0,-9 0-65,-6 0 0,1 6 77,-2-1 0,8-2-55,4 2 0,3-1 0,0 5 0,-3 0 0,-5-1 0,-5 1 290,-3 0 0,-4 0-89,5 0 1,5 0-58,7-1 1,3 0-1,0-2 1,-1-2 0,-3 2-1,-2 0-13,-3-1 1,-3 2-163,0-3 0,4 0 4,9 0 1,4-1 0,-4 3 0,-5-1 0,-4-1 0,-5 1-87,-3-1 1,8 1 135,-4 3 1,5 1 11,0 0 0,3 0 0,5 1 0,-2 2 1,-5 1-1,-6-1 45,-6-2 0,6 3-58,0 0 0,11 5 10,-28-20 0,1 0 1,-1 0-1,-1 0 0,29 11 1,-5 1-1,-1 1 0,-4 3 12,-2-3 0,3 4-14,-6-2 1,14 1 65,3 0 0,2 0 0,-6 4 0,-4-7 0,-4-2 1,-3-2-124,-2 4 1,5-1-60,4-6 0,-1 2 116,-3-5 1,0 5 0,1-2 0,-2 2 0,-2 0 0,-9-3-21,-5-1 1,1 2 62,-2-4 1,9 6-26,4-1 0,4-2 0,2 1 0,1 2 0,2 0 1,-3 0 12,-4-1 0,-5-5-77,-5 4 1,0-5 39,-1 1 0,7 2 0,2-2 1,3 1-1,3-1 0,2 0-128,1-1 0,-2 2 110,-6 0 1,-4 0 3,-5-1 0,2-1 1,5 4-1,6 0-27,1 0 0,4-2 72,-1 3 1,0-4 0,-6 3 0,-2-1-1,-5-2 1,-3 2 7,-1 2 0,1 0 92,3 0 0,3-5-67,5 1 0,1 2 1,0-2-1,1 0 30,3 2 0,-9-5-77,0 3 0,-1 2 1,0-2-1,6 0 1,8 1-1,6-1-210,1-1 0,-2-2 134,-5-1 1,-4 0-83,-9 0 1,-2-1 0,-5 0 0,1-2-191,2-1 0,8-7 239,0 3 1,-3-4-1,3 1 1,-2 1 0,-3 1-1,-3-1-2,-3-2 1,-1 1 114,0 2 1,6-3-49,7 4 0,1-4 0,6 0 0,-2 2-7,-2 2 1,-4 0 18,-3 0 0,2-4 1,-4 3-1,1-2 0,2-2 1,4 0 51,6 0 0,4 0-62,1 0 0,-9-6-57,-4-3 1,-8-2-1,1-2 1,-3 0-88,2 0 1,-1-1 122,5-3 0,-4 1 0,6-4 0,1 0 0,0 1 0,-4-1-32,-4 0 0,-4 3 133,1-5 0,-4 2-33,-1-1 1,-4-4-1,4 4 1,1-4-22,-2 0 0,4-5-23,-2-1 1,-4-3-1,-1 2 1,-4 1-1,-3-1 1,-3 2-213,-1-1 1,-4 3 132,-6-2 0,1 3 231,-6 1 1,5 0-1,-5 1 1,-1-1-1,-1 0 1,-2-1 11,0-3 0,-2-2 7,-2-2 1,0-4-89,-9 4 1,3 1 0,-9 0 0,2 0 0,-3 1 0,-3 1 99,-4 2 1,-8 1-200,1-3 1,-8 0 50,-1-4 1,-4 0-1,4 3 1,0-2 0,1-5-1,2-3-11,3 1 0,1 1-11,-3 1 1,0 4-27,1 1 1,-1 5 0,-1-1-1,-2 3 1,-1 1 0,2 0-152,0 1 0,4 0 168,3 4 1,-4-4 2,4 4 0,0-4 0,-4 0 0,-3-1 0,-5 0 1,-6 0-27,-2 0 0,-4 1 148,2-1 0,9 4-49,0 1 1,1 4-1,1-4 1,0 1 0,-6 2-1,-2-1 92,-3 3-128,-5-4 1,2 4-1,-6-5 1,4-1-1,3 2-15,7 3 0,1-2 1,-6 1-1,-6-1 38,-5 1 0,2-4-209,1 5 0,5 0 75,7 4 0,5-2 0,-1 0 0,0-3 0,-3 3 1,0 0-244,-1 2 1,-4-1 244,0-3 0,2 2-22,7-2 0,2-1 1,6-1-1,-1 0 1,-1 1-1,-4 1-30,-1-2 0,-2 5 31,-8-4 0,3 0 94,-3 0 0,8 0 0,5 2 1,3-1-1,0 0 0,-2-1 46,-1 1 0,-1-1 158,1 0 1,-7 3-83,-6-7 0,-4 2 0,5-3 0,5 2 0,5-1 0,5 1 24,2-1 1,-5 5-72,-1-5 1,-6 7-40,-1-3 1,-5 0-1,-6-1 1,3 0-1,3 1 1,6 1 1,6-2 0,2 3-16,-1-5 1,-4 3-5,-9-3 1,1 4 0,-5-3 0,0 0 0,0-1 0,2 0-65,5 1 1,3-5 71,7 4 1,-7 1-41,-6-2 0,-10 1 0,3-5 0,0 0 0,3 0 0,4 1-58,5-1 0,0 1 81,3 4 1,-2-3-8,-1 2 0,-5 2 0,-2 0 0,1 1 0,1 3 1,6 1-42,5-3 1,5 4-94,2-3 1,-6 3 145,1 1 1,-5 0-1,0-2 1,-3 0-1,-4-4 1,-1 0 102,2 1 1,7-5-81,4 1 0,2 2 17,3-1 1,-7-1 0,-2-2 0,-5 1 0,-4 3 0,-4 0 184,-3 0 0,6 4-138,5-1 1,2-2-17,7 2 1,-7 0 0,-2 4 0,-7 0-1,-3 0 1,1 0 143,1 0 0,4 0-127,-5 0 0,8 0-89,2 0 1,-2 0 0,1 1-1,-8-1 1,-5 0 0,-1 0 43,3 0 0,4-1-7,4-4 1,-1 4-5,8-3 0,-2-2 0,-3 1 0,-3-1 0,-3-1 0,-1 0 105,0-3 1,5 3-160,-1-2 1,8 2 20,0-1 0,0-2 1,-8 4-1,-3 0 0,-1-1 1,-1 2-155,0-1 1,2-4 78,-1 2 1,11-2 27,2 1 1,-5-2-1,-1 1 1,-6-6-1,-5-4 1,31 17 0,0-1-160,-30-13 0,4-3 141,7-1 1,3-5 68,-2-4 0,1 7 0,-11-1 1,0 4-1,-2 3 0,-2 0-5,0-1 0,8 1 141,5 5 1,1-1-73,4 0 1,-9-4-1,-6-2 1,29 16 0,-1 1-1,-2-2 1,0 1-1,0-1 1,0 1 9,1-2 0,1 0 1,1 0-1,0 0-37,-31-16 0,31 15 0,0 2 2,-1 1 1,-1 2 0,-2-2-1,-2 2 1,-2 0 0,-1 2 0,1-1-1,2 0 1,0 0 0,1 0 0,-30-11 6,-1 2 1,33 10 0,0 1-221,-4 2 1,-2 1-1,1-3 1,-1 1 165,-1 1 0,0 0 0,6 0 0,1 0 0,-29-7 0,1-3 0,-3 1 0,30 8 0,0 0-191,-1 0 1,0-1 0,2-1 0,-1-3 98,0-1 1,1-2 0,2-3 0,-1-1-1208,-1-1 1,-1-2 1314,-5-5 0,0-1 0,-1-2 0,1 0 0,-3-5 0,0-2 0,2 2 0,1-1 0</inkml:trace>
  <inkml:trace contextRef="#ctx0" brushRef="#br0">11319 11242 7946,'-52'5'1072,"5"8"0,8 10 0,15 6 0,11 4 0,10 0 0,6-3 0,9-4 256,8-5 1,8-4 0,17-7 0,6-2-669,8-3 0,6 0 1,5-5-1,-32 0 0,1 0 1,4-1-1,0 0 1,4 0-1,0-2-415,2-1 0,1-1 1,-3 0-1,0-1 0,0 0 1,-1-1-1,0 1 1,-1-1-520,0 1 1,2-1 0,1 1 0,1-1 273,-1 1 0,-1-1 0,-6 1 0,-1-1 0,29-5 0,-8 0 0,-11 3 0,-1 4 0,-4 0 0,-2 1 131,-5 1 0,-7 2-131,-9 1 0,-8 0 0,-5 0 0,-8 0 0,-1 0 0,-6 0 0,-6 0 0,-13 0 0,-8 0 0,-10 0 0,-9 0 0,-13 0 0,-4 0 0,31 0 0,0 0 0,-3 0 0,-1 1 0,-3 1 0,-1 1 0,-2 0 0,-1 1 0,-3 0 0,-1 0-166,-3 1 1,0-1 0,-2 0 0,0 1 165,-4 1 0,-1 0 0,1 0 0,-1 0 0,5-2 0,0 1 0,4 0 0,2 0 0,7-3 0,3 1 0,4 0 0,3 1 0,-23 7 0,12-4 0,12 1 0,8-1 0,10 3 0,8-2 0,9-1 0,11 0 0,12 2 0,10 4 0,15 1 0,7 3 0,9-7 0,-29-3 0,2-1 0,4-1 0,2 0-256,4-1 1,0-1 0,5 1 0,0-2 255,1-1 0,0-2 0,0-1 0,0-2 0,-1 0 0,0 0 0,1-2 0,1 0 0,0 0 0,0 1 0,-3 0 0,-1 0 0,-3 0 0,-2 1 0,-5 1 0,-1-1-76,29-5 0,-3 2 76,-14 3 0,-5 2 0,-14-2 0,-7 3 1291,-8 1-1291,-9-6 0,-6 3 0,-12-6 0,-9 1 0,-11-1 0,-10-1 0,-7-4 0,-10 5 0,-4-4 0,-10 5-55,32 3 1,-1 1-1,-7-1 1,-2 0 0,-3 2-1,-1 2 1,0-1 0,-1 1 54,1 0 0,0 0 0,-1 4 0,1 0 0,-2 1 0,0 1 0,-1 0 0,-1 1 0,0 1 0,1 1 0,5-1 0,3 1 0,4 1 0,2 0 0,-29 6 0,10 0 0,3-4 557,5-2 1,10-2-558,17-3 0,5-2-795,7 2 0,10-3-813,11-1 0,15 0 1608,25 0 0,-1 0 0,10 0 0</inkml:trace>
  <inkml:trace contextRef="#ctx0" brushRef="#br0">17114 9473 8055,'0'-13'870,"1"1"1,7 0-1,10 3 1,17 5 0,13 3 451,11 1 1,12 5 0,-33-1 0,1 1 0,4 1 0,1 0-409,4 0 1,2 0 0,5 3 0,2 0-784,3-1 1,0 1-1,2 0 1,-2-1 0,-6-1-1,0-1 1,-1 1-1,1-1 1,1 0 0,-1-1-1,0 0 1,0-1 720,-3-1 0,0-2-721,-6 0 1,-1 0-1,26-1 1,-7 0-1,-1-2 1,-4-1-132,0-1 0,-10-4 0,-9 3 0,-7-3 0,-12 2 72,-7-1 1,-8 0-73,-9-2 0,-6-3 0,-13 4 0,-13-4 0,-12 1 0,-14 1 0,-10 1 0,32 6 0,-2-1 0,-6 0 0,-2-1 0,-3 2 0,-1 1-111,-5 1 0,-2 2 0,0-1 0,0 0 1,-2 0-1,-2 0 0,0 0 0,-2 1 111,-4 1 0,-1 0 0,2 0 0,1-1 0,-2 3 0,0 1 0,5-1 0,2 1 0,6 1 0,1 0 0,0 0 0,2 0 0,3-1 0,2 0 0,5-1 0,3-1 0,-27 3 0,24 2 204,15-3 1,13 1-205,8-2 0,8-3 0,1 4 0,9-4 0,6-1 0,7 6 0,8 2 0,16-2 0,17 0 0,-24-4 0,2 0 0,6 0 0,2 0 0,5 0 0,0-2 0,3-1 0,1-1 0,-4 1 0,1-1-328,3-2 1,0 0 0,-2 0 0,1 0 327,1 0 0,0 0 0,-2-1 0,0 0 0,-1 2 0,1 0 0,-3 0 0,0 0 0,-4 0 0,-1 0 0,-3 1 0,-1 0 265,29 2 1,-10 0 0,-14 0-266,-13 0 0,-17 0 0,-19 0 0,-12 0 0,-5 0 0,-9 0 0,-8 2 0,-11 2 0,-16 3 0,21-1 0,-2 1 0,-3 1 0,-1 1 0,-5 0 0,-2 1 0,-1 0 0,0 0 0,-1 1 0,-2 1 0,0 0 0,-2 0-321,-1 1 1,0 0 0,2-2 0,0-2 320,-1 0 0,1-1 0,1 0 0,1-1 0,4 0 0,1-1 0,1-2 0,1-1 0,6-1 0,3 0 0,-32-2 610,15-4 1,12-3-611,15-6 0,11 0 0,17 1 0,6 2 0,9 2 0,7 5 0,10-1 0,12 2 0,13 2 0,-18 0 0,1-1 0,7-1 0,2 1 0,1-2 0,0 0-1212,2-1 1,0 1 0,1 1 0,0 0-116,0-3 1,1 1 1326,8 0 0,1-1 0,-2 1 0,1-2 0,6 0 0,1-1 0,-2 0 0</inkml:trace>
  <inkml:trace contextRef="#ctx0" brushRef="#br0">24561 7537 7802,'-37'-48'211,"2"-4"0,4 0 0,-1 5 0,-1 8 0,-1 8 0,-1 4-297,0 1 1,2-4 0,-2-2-1,-1 1 1,-1-1 0,-3 3 297,-3 2 0,-6 7 0,-11 3 0,-9 2-100,32 8 0,0 2 0,-2 0 0,1 2-208,2 1 1,-1 0 0,0 1 0,0 1 129,-32 0 1,30 2 0,-1 3 0,1 0 0,-1 1-1,-1 3 1,0 1 0,0 1 0,-1 1 0,2 2 0,1 1-37,2 0 0,0 1 0,-1 3 0,0 2-31,1 2 0,1 2 1,-2 2-1,0 3 50,-1 1 0,0 2 0,-2 3 1,1 2-1,-2 4 0,2 3 1,0 2-1,1 2 0,1 2 1,1 1-1,2 2 0,0 0 48,0 3 1,0 1-1,-3 2 1,-2 0-305,12-17 1,-1 0 0,0 0 0,2 1-1,0 0 1,1 0 270,1-1 0,0 0 0,2 0 0,-8 22 0,3 1 0,5-6 0,2 0 0,-1 0 0,-1-1 79,0 0 0,-1 0 0,-1 0 1,1 1-110,0-2 1,1 0 0,1 1-1,1 0 1,3-5 0,1-1-1,2 1 1,0 0 0,2 0-1,2 1 1,1 0 0,3 0 92,1 0 0,3 0 1,4 0-1,2-2-40,3-3 0,1-1 0,3 5 0,2 0-48,4-1 1,2 1 0,2 0 0,2 0-1,5 0 1,3-1 0,1 0 0,1-1 232,1 0 0,2-1 1,2 3-1,2 0-201,-2 0 0,3-1 0,4-3 0,4-4 0,4-1 0,3-4 0,3 0 0,2-3 0,1-1 0,0-1 0,1 0 0,1-1-215,-20-12 1,1 1 0,-1-1 0,17 9 0,1-1 57,3 0 1,1-2 0,-7-2 0,-2-2 5,-2-5 1,0-1 0,2-2 0,0-1 0,0-1 0,0-2 0,-1-1 0,-1-1 132,-5-1 1,-1-3 0,-2-2 0,-2-1 129,0-1 0,-1-2 1,1-1-1,2-1 1,3-2-1,-1-3 0,-2-2 1,-3-2-1,-3-3 1,-2-3-1,-4-2 1,-1-3 239,-2-1 1,0-2-1,2-6 1,0-3-82,3-3 1,1-1-1,0-3 1,0-2-214,1-2 1,-2-2 0,-3 1 0,-2-2 0,-3 1 0,-1-1 0,-2-1 0,0-1-142,-1-2 1,-1 0 0,-4 1 0,-1-1-45,2-2 0,-1-1 0,-1-2 0,0 0 0,1-3 1,1-1-1,0-5 0,0-2 0,-6 20 0,0-1 1,-1 0-1,2-2 0,-1 0 0,-1 0-62,0 0 0,-1 0 1,0 0-1,0-1 1,-1-1-1,-1 0 110,0-1 1,-2 0-1,0 0 1,-1-3 0,0 0-1,-1 0-105,1-1 1,-2-1 0,0 1-1,-1 2 1,-1 0 0,-1 0 0,0-3-1,-1 0 1,0-1 0,0 0-1,0 1 1,-1-1-25,0-2 1,0 0 0,0-1-1,-2 0 1,0-1 0,-1 0 132,-1-1 0,0-1 0,-1 1 1,-3 4-1,-1 1 0,-2 0 1,-2-1-1,-1 1 0,-3 0 1,-1 3-1,-2 0 0,-1 2-68,-1-1 0,-1 2 0,-2 0 0,-1 3 0,-2 1 0,0 0-40,0 2 0,0 1 1,-2 2-1,1 3 0,-1 1 1,-1 2-1,-16-16 1,-2 3-1,-2 5 0,-3 4 144,-2 6 0,-3 2 0,-1 3 0,-2 2 0,-2 3 0,-1 0 0</inkml:trace>
  <inkml:trace contextRef="#ctx0" brushRef="#br0">18766 11939 7861,'-52'-12'0,"5"1"0,1-7 1381,2 10 1,-5 5 0,-1 4 277,-9 4-1722,-7 2 1,30-1-1,-1 1 1,-35 4 0,2-2-1,1-5 1,-1-2-1,-3-2-217,35 0 0,0 0 240,-3-3 0,-1 0-66,-3 0 0,-1-1 1,2-2-1,-1-1 1,-1 0-1,-1-1 1,-1 0-1,0-1 1,-2-1-1,0-1 1,-5-1-1,1-1-167,-3 1 1,0-2-1,-3 0 1,0-2 84,0 1 0,-1 0 1,-4 0-1,-2 2 292,1 1 1,-1 2-1,-3-2 1,0 1-1,20 4 1,1 1 0,-2 0-1,0 0 1,-1 0-1,1 0 110,-2 0 1,1-1 0,-1 1 0,-2 0 0,0 0 0,0 1-151,2 0 1,0 1-1,0 0 1,-1 1 0,1 1-1,-1 0 1,-3 0 0,0 0-1,-1 2 1,1-1 0,0 2-1,0 0 1,0 1 0,0 0-1,-1 1 1,1 1 0,0 1-1,1 1-41,-1-1 0,0 2 0,0-1 0,1 1 1,-1 0-1,1 1-86,-3 0 1,1 1 0,-2-1 0,-1 1 0,0 0-1,0-1-17,0 1 0,1-1 0,0 1 0,2 0 0,-1-1 0,1 1 0,0 0 0,1-1 0,-1 1 0,-1-1 0,0 1 0,0 0 11,0-1 0,0 0 1,-1 1-1,-2 1 0,0 0 1,0 0 39,3 0 1,0 1 0,1-1 0,-1 0 0,1 0 0,0 0 0,2-1 0,1-1 0,-1 1 0,1-1 0,0 1 0,0-1 9,0 1 1,1 0 0,-2-1-25,0-1 1,-1-1 0,1 1 120,5 1 1,2 1 0,-1-1 0,-3-2 0,0 1 0,1 0 0,3 1 0,1 1 0,0-1 0,-24 5 0,1-1 104,-1-2 1,0 1 0,2 3 0,0 1-171,-2-3 1,2 2 0,6 2 0,2 2 0,5-1 0,2 1 0,-3 1 0,0 0-276,-1 3 1,1-1-1,2 1 1,1 1 237,6 0 1,3 1-1,0 1 1,2 0-1,2-1 1,0-2-1,-1 1 1,-1 0 0,-1-1-1,1-1 1,3-1-1,2 0-73,4-1 0,2 1 1,-23 19-1,19 0 0,3-1 151,3 1 1,11-2 7,8-2 1,4-2-69,8-3 0,13 3 0,10 5 0,13 1 0,11 1 9,8 3 32,-21-22 0,2-1 0,8 5 0,2 0 45,7-1 1,2-1 0,5 2 0,2 0-105,0 1 1,1 0 0,-18-8 0,2 1 0,0 0 0,-1 0-1,1 0 1,0 0 0,4 1 0,1-1 0,0 1 23,3 1 1,0-1 0,0 1 0,1-2 0,0-1-1,1 1-16,2-2 0,-1 1 0,2-2 0,0 0 0,1 0 0,0-2 0,0 0 0,0-2 0,0 1 0,4 0 0,0 0 1,0-1-257,3 2 0,0-2 1,0 1-1,-1 0 1,1-1-1,-1 0 270,2 0 0,0 0 0,0-1 0,2 0 1,0-1-1,0 0 0,0 0 0,0-2 0,1 0 1,-16-1-1,1-1 0,-1 0 0,2 0-3,1-1 0,1 1 0,0-1 0,0 0 1,-2-1-1,-1 0 0,1-1 0,0-1 13,4 0 1,0-1-1,1 0 1,0-1-1,-2 1 1,1-1-1,-1 1 1,1-1-1,3 0 1,1 0 0,0 0-1,0 0 1,2 0-1,0-1 1,1 1-1,0-1 1,-1 0-1,1 0 1,-1 0 0,1-1-1,-1-1 1,1 0-1,0 0 1,0-1-38,-2-1 1,-1 1-1,0-1 1,0-1-1,-2-1 1,-1-1-1,0 1 1,1-1-222,1-1 0,1 1 0,0-1 0,-1 0 0,0 0 0,-1 0 0,0-1 0,0 1 240,2-1 0,0 1 0,-1-1 0,1 0 1,-4 1-1,0-1 0,0 0 0,0 0 1,-1 1-1,-1-1 0,1 1 0,-1-1 0,-1 0 1,1 0-1,-1 0 0,0 0 49,-1-1 1,0 0-1,0 1 1,0-1 0,1-1-1,0 1 1,0-1-1,-1-1-51,0 0 0,-1-1 0,0-1 0,-1 1 0,15-3 0,-1-1 0,0 0 0,-2-1 0,0 0 0,0 0 0,-3 0 0,-1 0 0,0-1 0,-2 1 0,-1-1 0,0-1 0,-2 1 0,0-2 0,-1 1 56,-1 0 1,0 0-1,-2-1 1,-4 0-1,-2 1 1,-1-1 40,18-10 0,-3 0 0,-2-3 0,-1-1-27,-1 1 1,-2-3-1,-9-2 1,-4-2-1,-5 1 1,-4-1 0,-6 2-1,-5-2 52,-4 4 0,-4-1 1,-6 1-1,-3 0 15,-1-2 1,-3-2 0,-4 0 0,-2-2 0,-3-2 0,-3 0 0,-2 1 0,-4 0-25,-2 2 0,-3 2 0,-5 0 0,-3 1-57,-5 1 1,-3 1 0,-5-2 0,-4 1 0,-6-1-1,-3 1 1,0 0 0,-2 2 31,2 2 0,-1 3 0,-4 1 0,-1 3-191,-2 3 1,-1 2 0,-3 1 0,-3 1 0,22 10 0,-2 0 0,1 2 0,-1 0 0,-1 2 0,1 0-293,-1 1 0,0 1 1,1 2-1,-24 0 1,1 1-1065,-1-1 1,0 2 1470,21 3 0,0 2 0,1 0 0,2-2 0,0-1 0,0 2 0,-3 2 0,0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11151 12597 7944,'-18'0'329,"3"0"99,-2 0 1,3-5 0,1 1 0,1 0 1309,4-2 0,2 3-1298,6-5 0,0 3 1,1-2-1,4 1 1,3 2-1,5 0 1,3 0-1,3 1 631,1 1 0,1 2 1,5 0-1,0 0-456,0 0 1,4 6 0,0 1 0,0 2-110,2-1 1,-4 1-1,7 4 1,1 0 353,1 0 0,4-2-265,7-2 0,-1 1-595,9-6 0,3 5 0,1-5 0,3-1 0,0-2 0,-3-1 0,-4 0 0,-1 0 0,1 0 0,3 0 0,5 0 0,-5 0 0,-5 0 0,-5 0 0,-6 0 0,-3 0 0,-1 0 0,-6 5 0,-3-1 0,-3 0 0,-1-4 0,0 0 0,0 0 0,-2 0 0,-2 0 0,-4 0 0,1 0 0,-5 0 0,4 0 0,-4 0 0,-1 0 0,-2-1 0,-1-2 0,-3-3 0,1 0 0,-1 1 0,-4-5 0,2 7-601,-5-6 0,0 5 0,0-5-3840,0-1 1429,0-1-840,0-2 3852,0 6 0,0-5 0,0 5 0</inkml:trace>
  <inkml:trace contextRef="#ctx0" brushRef="#br0">11229 13913 7989,'-18'-4'526,"0"0"1,-1 1 0,1 1 0,2 4 3602,1 2-3476,8 3 1,2 6 0,5 0 0,0 0-1,1 0 1397,3 0 0,2-5-1663,3 1 1,2-5-1,-2 3 1,2-1-1,3-2 1,2 1 495,1-1 0,5 0 0,-3-4 0,1 0-273,3 0 1,1 0-611,2 0 0,4 0 0,0 0 0,6 0 0,1 0 0,9 0 0,10 0 0,7 0 0,6 0 0,-31-2 0,0-1 0,3-1 0,0-1 0,2 0 0,0-1 0,-2-1 0,-1 1 0,4-1 0,0-1 0,-1 0 0,0-1 0,1-1 0,-1 0 0,1-1 0,0 1 0,-3-1 0,0 1 0,-4 1 0,0 0 0,31-8-152,-17 4 0,-3 1 152,-1 4 0,-1 2 0,1 4 0,-4 0 0,-4-3 0,-3 2 0,-2 2 0,-7 1 0,-1 0 0,-6 0 0,-7 0 0,0 0 0,0 0 0,0 1 0,0 2 0,0 2 0,-5-1 0,1-4 0,-6 0 0,4-2 0,-4-2 304,1-4-304,0-4-3777,-4-1 1,0 0-4138,0 0 7914,0 6 0,0 1 0,0 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  <inkml:brush xml:id="br2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14055 18727 8023,'13'0'17,"0"0"1,0 0 0,1-1 0,2-2 0,3-1 0,1 1-1,3 1 427,1 2-426,2 0 0,4 0 0,0 2 0,0 1 0,0 1 0,2-1 0,1 0 1,1 0-1,-1 1-994,-3-1 976,3-2 0,-5-1 0,3 0 0</inkml:trace>
  <inkml:trace contextRef="#ctx0" brushRef="#br0">19824 10235 7946,'-8'4'137,"-1"2"0,1 3 1,-1 5-1,2 6 1,1 6-1,3 4 1329,2 4 1,-4 4-1254,1 0 1,0 1 0,4 0 0,0 1-1,0 3 1,0 3 0,0 1 0,0 0-1,0 2 1,0 1 353,0 2 0,0-2 0,0-1 0,0-2-389,0 2 0,0 6 0,0 3 0,0 4-7,0 4 0,0 1 0,0-2 0,0-1 194,0 1 1,0 5-463,0 3 1,0-35-1,0 0 150,0 1 0,0 0 0,0-1 0,0 1 0,0 1 1,0-1-1,0 1 0,0 0 0,0 1 0,0 0 1,0 0-1,0 0-26,0 0 1,0 1 0,0 2 0,0 1-78,0 2 1,0 1-1,0 1 1,0-1 37,0-3 0,0 0 0,0 3 0,0-1 0,0-2 0,0-1 0,0 2 0,0 1 0,0 1 0,0-1 0,0 0 0,0-1 9,0-1 1,0 0 0,0 1 0,0-1-14,0-2 1,0 0 0,0 0 0,0 0-8,0 4 1,0 1-1,0-2 1,0-1 0,0 0-1,1-1 1,1 0-1,-1 0 1,1-1 0,0 0-1,0 0 1,-1 1-43,0 1 1,0-1 0,-1 0 0,0 0 62,0-3 1,0-1-1,0 2 1,0 0-21,0-4 1,0 1-1,0 2 1,0 1-1,0 3 1,0 1-1,0-2 1,0 0-1,0 0 1,0-2-1,0-1 1,0-1-295,0-3 1,0 0-1,0 2 1,0 0 401,0 0 1,0-1 0,0 34-123,0 1 0,-2-6 0,-1-3 0,-1-3 0,0-2 0,0-2-142,-1-2 0,0-6 177,0-2 0,4-5 35,-4 1 1,3-9 0,-1-2 0,-2-2 0,3 0-1,0-2 149,2 0 1,0-8 149,0-3 1,0 2-384,0-2 0,0 4 0,0-2 0,0 0 0,0-1 0,0-2 94,0-2 1,0 4-92,0-1 1,0 0 39,0-4 1,0 0 0,0 0 0,0 0 302,0 0-267,0-6 0,0 4-14,0-2 1,2-2 0,0 2 0,3 1 0,-2 1 4,-2 2 1,-1-4-122,0-1 1,0-4 72,0 5 1,1-5 0,2 5 0,2 1-80,-2 2 105,-2 0 0,0 0-1,4-4 1,-4 4 0,5-5-12,0 0 65,-5-1 1,6-6 148,-2 0 1,-3 4 0,7 1 128,1-2 0,1-2 30,2-1-203,0 0 1,2 0 0,0 0 0,3 0-1,-1 0 1,1 0 248,4 0 1,2 0-143,2 0 1,0 0-164,0 0 0,1 0 0,3 0 0,3 0 0,2 0 0,-1 0 205,2 0 0,-3 0-286,1 0 0,5 0 69,4 0 0,6 0 0,-1 0 0,7 0 0,5 0 0,3 0 158,2 0 0,-6 0-164,-3 0 1,4 0-50,4 0 1,-27 0 0,1 0-1,3 0 1,0 0 0,-1 0-1,0 0 1,-1 0 0,1 0 0,-1 0-1,-1 0-22,1 0 1,0 0 0,5-1-1,1 1-252,2-2 0,0-1 1,1 1-1,-1-2 239,0 1 0,1-2 0,-2-1 0,-1 0 0,1 3 0,0-1 0,1 0 0,1 0 0,1 0 0,1 0 0,0 1 0,0-1 112,0 0 1,-1 1 0,0 2 0,0-1-67,-2 0 0,0 0 0,4 0 0,1 1-27,4-1 1,0 0-1,-2 1 1,0 0 0,-2-1-1,1 0 1,-3 1 0,1 1-1,2 0 1,-1 0-1,2-1 1,1 0 4,0-1 1,0 0-1,0 1 1,-2 0-13,-4-1 0,1 0 0,5 1 0,0 1 4,4 0 1,-1 0 0,-4-2 0,1-1 0,1 1 0,1 0 0,-5 0 0,1 0 0,-1 0 0,0-1 0,4 1 0,0 0 33,4 1 0,-1-1 0,-5 0 1,0-1-73,-1 0 1,1 1 0,0 0 0,0 0 41,1 2 0,2 0 0,0-2 1,0 0-1,0-1 0,0 1 0,-3 1 1,1 0-1,-2 0 0,0 0 1,0 1-1,1 0 35,1 0 1,1 0-1,0 0 1,0 0-20,-5 0 0,1 0 0,0 1 0,1 0 3,0 1 1,1 0 0,0-1 0,0 1 0,0 1 0,1 1 0,-4-1 0,1 0 0,-1-2 0,1 0 0,1 0 0,0 0 24,3-1 0,0 0 0,-3 0 0,-1 0-24,-1 0 1,1 0-1,-1 0 1,1 0-9,4 0 1,0 0-1,-3 0 1,0 0-1,3 0 1,-1 0-1,-4 0 1,-1 0 0,-1 0-1,0 0 1,1-1-1,0 0-29,4-1 0,0 0 0,-1 1 0,0-1 29,-1-2 0,-1 0 0,-3 2 0,-1 1-59,-2-1 1,0 0 0,4-1 0,1 0-1,4 0 1,0 0 0,-3 0 0,0 0 0,-6 0-1,0 1 1,-3-1 0,-1 1-1,0-1 0,0 1 1,1 1-1,1 0-346,2-1 0,0 0 0,-5 1 0,-1 0 107,34 1 0,-13 0 1,-8 2-1,-8 1 1,-4 2-1,-2 1-1480,-4 0 0,-4 0-2187,-8-2 2067,-4-3 1868,-11 5 0,-1-6 0</inkml:trace>
  <inkml:trace contextRef="#ctx0" brushRef="#br0">30008 16507 10117,'-38'-12'1309,"8"0"1,-8 3 0,0 7-1,1 7 1,0 13 0,2 10 0,5 9-315,3 7 0,7 9 0,4 13 0,10-29 0,2 2-547,1 3 1,2 0-1,0-3 1,0 0-556,1 34 0,7-9 1,6-8-1,9-8 0,7-10 1,5-8-1,5-8 0,4-8-257,4-5 1,7-3 453,2-6 1,0-8 63,-4-5 1,-8-2-1,-3-11 1,-7-4-1,-4-5 1,-6-2 1390,-5-3 0,-10-9-1545,-5-2 0,2-7 0,-2-6 0,-5-1 0,-8 1 0,-2 0 0,-4 3 0,-2 3-801,-4 5 1,0 12 75,0 15 1,-1 7-1926,-3 11 1,-6 3-1,1 13 2650,2 9 0,0 9 0,3 12 0</inkml:trace>
  <inkml:trace contextRef="#ctx0" brushRef="#br0">30008 16972 11468,'13'0'4915,"1"1"0,3 4-3072,5 3 0,3 4 0,4 1 1,3 0-1844,1 0 0,-3 4-1812,4 0 0,1 5 413,3-5 1,-3 0 0,-2-4 1398,-2 0 0,5 5 0,-3 2 0</inkml:trace>
  <inkml:trace contextRef="#ctx0" brushRef="#br0">18624 10816 7739,'-9'0'2799,"2"3"0,2 7-1695,2 11 1,7 9-619,5 9 1,2 7 0,3 5 0,2 8 0,1 4 0,-1 0 0,-1-2 0,-4-7 338,-2-5 1,1-9-464,-6-6-855,0-16 1,-11-4-48,-6-23 0,0-5 0,-4-13 0,1-5 1,1-6-1,-4-10-2014,-1-6 1,4-1 1859,-1-5 0,2 0 458,3-5 0,-1 4 1,0-1-1,1-1 1,4 3-1,3 2 336,4 8 1,7 10-54,2 10 1,9 8 346,5 5 0,-2 4 0,2 3 0,2 1 1,5-1-1,4-1 1588,0-2 0,4 4-1133,-3 1 0,-2 5 176,-2-1 1,-4 4 0,-5 4 0,-5 5 0,-6 4 1204,-6 4 1,-8 3-1513,-4 6 1,-10 1-719,-3 3 0,-8-1 0,-1 5 0,1 0 0,2 1 0,1-2 0,0-2 0,5 4-2051,-1-5 1,2 0 699,-1-4 1,4-6 1350,8-3 0,-2-2 0,3-3 0</inkml:trace>
  <inkml:trace contextRef="#ctx0" brushRef="#br0">19244 12713 7929,'0'-26'1738,"0"6"1,1 3-1,5 4 1,8 4-793,10 5 0,9 3 1,10 1-1,6 0 1536,6 0-2298,4 5 1,-1-3-1,-2 2 1,-4-3-1,-5-1 1,-4-1-1,-3-2-546,-1-1 0,-4-5 0,-2 4 0,-1-3-1876,1-2 0,-4-1 138,1-2 2100,-2-6 0,3-1 0,2-6 0</inkml:trace>
  <inkml:trace contextRef="#ctx0" brushRef="#br0">17269 12558 7953,'0'-13'690,"1"2"1,4 2 0,5 5 717,5 2 1,1 2-1257,6 0 0,-5 6 0,3 1 0,-1 3 0,-4 2 0,-2 2 0,-4 2 0,-5 2 1385,-2 4-1202,-2 2 1,-2 2 0,-2 0 0,-6 0 0,-6 1 733,-5 3 1,1-1-548,-2 5 1,1-4-1,-5 5 1,1-1-1,4 1 1,5-2 72,6-2 0,4-1 0,6-5 0,2-2-899,2-2 1,5-9 208,8 1 0,3-9-823,6 0 1,0-2 0,1-2 0,1-2-1,3-2 1,-1-6-1408,1-6 1,-4 0-1394,4-5 3718,-4-7 0,-1-5 0,-1-5 0</inkml:trace>
  <inkml:trace contextRef="#ctx0" brushRef="#br0">17695 12816 7953,'0'-13'2041,"0"0"-1402,0 6 1,1 1-224,4 6 1,-4 2 155,3 2 0,-1 3 1,1 8-1,4 0 0,0 4 1,1 0 546,1-1 0,1 0-753,2-5 1,2-2-200,2-2 1,-3-4 0,3-5 0,-1 0 0,0-1 0,1-3 139,-1-5 1,-3-2-276,-5-2 0,2-6 48,-5-3 0,-1 2 0,-5 0 0,-4 2 1,-3 2-1,-5 3-360,-4 4 1,-2-1-587,-3 6 0,-1 1 48,6 7 1,0-1 0,4 6 0,2 2 817,2 5 0,-2-1 0,3 3 0</inkml:trace>
  <inkml:trace contextRef="#ctx0" brushRef="#br0">18250 12519 11662,'0'15'2338,"0"0"1,0 6-1192,0 3 1,0 0 0,0 12 0,0 3-386,0 2 0,1 2-880,4-4 1,-4-4-954,3-1 0,2-7 0,-2-1 0,1-9-2213,0-7 0,1-5 3284,3-10 0,2-13 0,-4-10 0</inkml:trace>
  <inkml:trace contextRef="#ctx0" brushRef="#br0">18534 12493 11416,'0'15'1445,"0"2"0,0 3-955,0 0 1,4 5 0,2-4-1,1 3-192,3 2 0,0-6-355,-1-2 1,2-6 54,-2-3 0,2-3 0,2-6 0,1-2 0,1-3 1,-1-8-320,-2-7 1,-2-9-122,3-1 1,-1-5 465,1 5 0,-5-3 0,-3 6 0,0 4 2066,-1 3 1,0 11-1208,-4 14 0,0 9-614,0 16 1,0 3-1,-1 7 1,-2 2-1,-1 2 1,1 2-1576,1 3 1,4-4 252,2-2 0,-1-2 1053,5 2 0,7-3 0,5 5 0</inkml:trace>
  <inkml:trace contextRef="#ctx0" brushRef="#br0">19528 13900 7872,'-6'-7'894,"4"-4"1,1 3 0,8 1 0,10 3 0,8 1 0,5 0 408,4-1 0,4 0 1,2 4-1,3 0-1807,4 0 1,3 0-6,2 0 0,-1 0 0,1-2 0,0-1 0,-2-2 509,-3-3 0,-2 0 0,-7-5 0</inkml:trace>
  <inkml:trace contextRef="#ctx0" brushRef="#br0">17463 13913 8017,'-8'-13'431,"-2"0"0,6 0 1,1 1 265,2-1 1,2 0 0,5 0 0,5 0 0,7 0-86,2 0 1,-3 5 0,4 0-1,2 3-281,2 2 1,0 1-1,0 2 1,-4 0 200,-3 0 1,-4 8-85,-1 4 1,-6 3-53,-3 6 0,-2 2 1,-5 7-1,-4 5 1,-8 2-1,-2 2 527,-2-1 0,1 1-695,1 0 0,4-5-41,0 1 0,0-2 0,6 0 0,0-6 0,2-6 0,4-2-788,1-3 1,10-3-557,3-5 0,10-2-52,3-6 0,5-6 0,8-2 0,0-5 1,-1-4-1,1-5-642,0-2 1,-5-3 758,1-4 0,-8 3 938,-1-7 0,-6 2 1,-9-1-1,-1 2 1,-3 4-1,-1 2 2161,-3 6-698,-2 10-802,-1 4 0,0 7 1,0 5-1,0 6 1,0 5-1,0 2 1213,0-1 0,0-1-1289,0-4-1,2 0-196,2 0 0,-1-6 1,6-2-1,1-4 1,1-2 51,2-4 1,-4-2-105,-1-6 1,-5-4-182,1 0 1,2-5-1,-2 4 1,-1-2 0,-3-2-1,-4 2 34,-5 3 0,-4 2-226,-4 2 0,3 2-302,-3 2 0,-2 4 1,0 5-1,1 1 1,-1 5-1,3 5-1294,2 5 1,3 6-72,2-5 1,3 6 1857,6-2 0,6-2 0,1 0 0</inkml:trace>
  <inkml:trace contextRef="#ctx0" brushRef="#br0">18301 13836 7996,'0'-9'4549,"0"1"-4057,0 5 0,0-2 500,0 10 1,6 3-601,3 10 1,-2 3-1,2 8 1,1 2-1,0 2 1,0 2-88,-2-2 0,-5 2 1,3-3-1,-2 0-481,0-1 0,1-1-458,-5-4 0,0-6-918,0-3 1,1-4-1,2-3 1552,1-1 0,12-6 0,-2 3 0</inkml:trace>
  <inkml:trace contextRef="#ctx0" brushRef="#br0">18663 13784 7913,'0'-8'745,"0"-1"2272,0-1-2555,0 4 1,0 2 0,0 8 0,0 5 596,0 2-828,0 2 1,0 0-4,0 0 1,0 0-1,-2 0 1,0 0-1,-3 0 1,2-1 593,2 1 0,-1 6-142,-2 3 0,3 3-238,-4 5 0,4-1 0,1 7 0,0 3 1,0 2-1,1 2 135,4 2 1,2-11-565,6 1 1,0-8-97,0-6 0,5-3 0,4-10 0,2-5 0,2-6 0,0-7-471,0-6 1,-1-5-219,1-9 1,-6 3 473,-2-4 0,-6 0 1,-3 1-1,-5 2 0,-2 4 1,-4 5 185,-2 5 1,-5 0 475,-8 9 1,-3 3-244,-6 6 0,2 5 0,1 8 1,1 4-1,1 4 0,1 0-2617,3 1 0,2-4 478,2-1 2018,6 7 0,-4-1 0,4 4 0</inkml:trace>
  <inkml:trace contextRef="#ctx0" brushRef="#br0">22096 12506 9977,'-7'2'1403,"2"2"1,5 3-837,5 0 1,2 4 0,6-7 0,0-1-308,0-2 1,0-1 0,-1-1 0,1-2 0,0-3 0,0-1 122,0-3 1,-4-3 0,-2-3 0,-1-1 666,-4 1-592,0 2 0,-4 2-253,-2 4 0,-3 2 0,-6 9 0,0 4 0,2 6 0,2 3 93,5 2 0,-2-2-485,2 6 1,1-7 194,7 3 1,-1-5-1,6-3 1,1-3 0,1-1-1,2-4 158,0 0 1,-4-4-295,-1-2 0,-3-3-522,3-6 1,-5 0-1,1 0 1,-2 0 0,-2 0 649,0 0 0,-6 1 0,-1-1 0</inkml:trace>
  <inkml:trace contextRef="#ctx0" brushRef="#br0">22290 16249 7814,'-6'-13'1352,"3"-4"0,-4 0 0,1 1 3699,3 2-4590,2 7 0,2 1 0,2 9 1,3 4-1,1 7 0,2 5 944,-2 4 1,3 1-1356,-6 2 0,2 1 0,-3 2 1,1 3-1,-1-1 0,-2 1-1113,-1-4 0,0 4 1,2-2-1,1 0-478,1 2 1,0-4 1540,-4 7 0,6-7 0,1 4 0</inkml:trace>
  <inkml:trace contextRef="#ctx0" brushRef="#br0">21593 17514 7856,'-13'-8'-9,"1"-1"0,4-1 793,3-2 0,4 4-612,1-1 1,0 5-1,1-3 1,4 0 0,3 1-1,4-1 1,1 1 0,-1-1 474,1 0 0,5-1 0,-1-2 0,-1 3-191,-2 1 0,-1 2 1,0 4-1,1 0-116,3 0 1,-7 2 0,3 2 0,-3 6-48,-3 6 0,-1 4 1,-6 7-1,0 3 320,0 5 1,-7 2-215,-6 2 0,-1 4-13,-8 0 1,2 4-1,-3-4 1,3-1-1,2-2 1,2-3 294,1-3 0,8 1 1,3-8-1,4-5-346,4-7 0,9 1-232,9-7 1,3-5-887,6-4 0,2-6 0,5-8 0,1-3 0,-2-5 0,-2-2-2131,-5-2 1,-3-1 0,-1-3 2913,0-5 0,-1-8 0,1-3 0</inkml:trace>
  <inkml:trace contextRef="#ctx0" brushRef="#br0">22122 17579 11400,'0'13'1988,"0"-1"1,0 1-1453,0 0 0,1 6 0,3 1 1,5 0-71,3-3 0,5 1-361,0-6 1,6 3-48,-2-11 0,0 0 0,0-4 0,1-3 0,-2-4 0,-3-6 353,-3-1 1,-7-6-315,-2-2 0,-4 0-166,-1 0 0,-1-2 0,-4 2 0,-5-1 0,-5 2 0,-6 3-625,1 4 0,-3 3-834,6 2 1,0 3 348,4 6 1,0 0-1,2 2 1179,2 2 0,3 3 0,6 6 0</inkml:trace>
  <inkml:trace contextRef="#ctx0" brushRef="#br0">22470 17411 7856,'0'13'1022,"0"0"0,0 0 461,0 0 0,5 5 0,-1 4 1,0 3-777,2 6 0,-5-4-610,4 3 0,0 1-392,0 0 0,-1 0 0,-3-4 0,2 1 0,2-5 1,-3-3-521,0-5 0,-2-5 815,0-1 0,6-6 0,1 3 0</inkml:trace>
  <inkml:trace contextRef="#ctx0" brushRef="#br0">22754 17385 7856,'-8'-7'3057,"0"4"-2428,3 6 1,0 4-1,5 7 1,2 4-222,2 3 0,-1-1 0,6 2 1,1-1-377,1-1 0,2-1 0,0-8 0,1-2-345,3-5 1,-1-2-1,4-2 1,-1-3-167,-3-6 0,-1-5 1,1-13-1,1-3-106,-1-5 0,-3-1 773,-4 2 0,2 2 401,-2 7 1,-3 4-1,-2 7 1,-3 10-1,-1 14 1054,0 13 1,0 14 0,-1 10 0,-2 4-917,-1 0 0,-2 5-942,2 0 0,2 0-192,-2-4 0,2-11 0,2-5 0,0-6 0,2-7 0,2-4 407,5-8 0,-3 2 0,-1-6 0</inkml:trace>
  <inkml:trace contextRef="#ctx0" brushRef="#br0">27375 15978 7828,'-9'-4'1213,"0"0"1,1 2 0,1 8-1,1 13 1,2 14 489,-1 11 0,-3 18 0,2 7 0,3-32 0,0 0-1697,0 2 0,1 0 0,-3 32-598,5-2 0,0-9 0,2-7 1,1-10-1,2-12 0,2-11 592,4-6 0,-6 5 0,1 1 0</inkml:trace>
  <inkml:trace contextRef="#ctx0" brushRef="#br0">26807 17463 7724,'-2'-9'615,"0"0"0,-3-1 1,2-1 76,2-2 1,2-1-1,4-2 1,3-1 0,4 1-1,1 1-189,0 3 0,1-1 0,2 1 1,1 2 91,-1 2 1,2 5 0,-1-2-1,-1 4 205,-1 1 1,-2 7-423,-1 6 0,-3 3-128,0 10 1,-8-2 0,-1 10 0,-7 4 0,-6 3 0,-3 5 756,-1 0 1,-6 4-571,2-2 0,2 3-207,2 5 1,-1-3-1,4 3 1,4-4 0,3-5-1,5-5-187,5-7 0,2-4 1,8-11-1,4-7-1023,1-8 1,8-5 0,0-5-1,6-8-3434,1-7 1,5-12 1693,1-7 2481,0-5 0,11-8 0,-4 1 1</inkml:trace>
  <inkml:trace contextRef="#ctx0" brushRef="#br0">27349 17579 7724,'-13'0'4704,"0"0"-3736,0 0 0,5 10 0,0 4 0,3 3-201,2 2 1,1 8 0,4-1-1,2 1-515,5 0 1,8-2-240,4-4 1,-1-3 52,2-10 0,0 2 1,2-7-1,-3-3 1,-3-6-1,-4-4 198,-1-4 1,-2-8 219,-2 1 0,-3-3-344,-6-2 0,-6 0 1,-3 0-1,-2 0 0,-2 0 1,-1 2-1437,-4 3 0,3 2 0,-5 6 1,1 2-1749,3 2 0,2 3 3044,1 6 0,6 6 0,1 1 0</inkml:trace>
  <inkml:trace contextRef="#ctx0" brushRef="#br0">27633 17463 17497,'0'12'1237,"0"3"0,0 2 0,0 4-559,0 4 1,1 5 0,2 3 0,3 1-517,1 2 1,0 4-1377,2-5 1,1-4 744,-6-1 0,6-4 0,-3-4 0,2-6 0,0-8-5319,1-8 5788,-5-11 0,13-15 0,-4-7 0</inkml:trace>
  <inkml:trace contextRef="#ctx0" brushRef="#br0">27943 17256 7724,'7'-13'1762,"-3"0"-716,-3 0 1,-1 5-244,0 8 0,0 8 0,0 20 1,0 2 157,0 4 1,-1 9 0,-2 4 0,-1 4-87,1 0 0,2-3 1,1-3-1,1 1-563,3 0 0,3-10 0,6-2 0,0-6-139,0-7 1,4-4 0,2-8 0,1-5-86,3-2 1,-3-12 0,0-5 0,-1-3-105,-3-5 1,-2-2 0,-3 1-1,-2 1 504,-5 2 1,-2 5-205,-2-1 1,-6 4-49,-3 4 1,-3 3-1,-4 6 1,-3 0-1,1 0 1,-3 0-1164,1 0 0,5 6-2380,-3 3 1,4-2 3306,1 1 0,0 1 0,0 4 0</inkml:trace>
  <inkml:trace contextRef="#ctx0" brushRef="#br0">27233 13720 7799,'-5'-13'321,"1"0"1,1 0 0,2 0 0,1 0 0,0 0 420,0 0 1,0-1 0,0-2 0,0-1-563,0 1 0,1-2 21,4 0 0,-4 1 0,5 6 0,-2 1 743,0 1-663,1 6 0,-10-1 0,0 8 0,-3 6 0,0 5 1,-1 3 290,1 2 0,0 0 0,-2 3 0,3-3-5,1-1 1,1 2-55,0-3-404,4-1 0,-5-4 1,8-2-1,2-2 122,5-5 0,2-4 1,2-4 1,-4-5-340,-1-8 1,-5 3-1,1-5 1,-2 2-1,-2 0 1,0 1 376,0 2 0,0 5 0,-2 2 287,-2 1 1,1 2-492,-5 4 1,3 4 72,-3 0 0,5 6-209,-1-1 0,4-3 0,2-1 0,4 0 54,1-1 0,-2 0 99,3-4 0,1 0 0,4-1 0,0-3 1,0-5-1,-1-4 380,1-4 1,-4 1-124,0-5 0,-5 5-78,4-1 1,-5 2 0,2 2-1,-5 2 1,-5 2 419,-3 5 1,-4 10-477,-1 7 1,2 5-248,2 8 1,-1-2 0,6-1 0,1-1 0,2-1 0,1 0-834,0-4 1,0-7 644,0-2 0,5-5-359,4 2 1,-2-5-1,2-5 1,1-5 0,0-4-1,0-3-1600,-2 1 1,-3 2 2187,3 1 0,-5 0 0,3 0 0</inkml:trace>
  <inkml:trace contextRef="#ctx0" brushRef="#br0">22367 12390 7838,'-9'-8'347,"2"-1"0,0 0 0,0 2 455,-3 3 1,0 4 0,1 4 0,3 5-124,1 2 0,2 4-352,-6 2 0,6-3 0,-1 3 0,3-2 770,1-2-615,0 0 1,-2-6 0,-1-4 83,-1-6 0,-2-4-206,2-6 0,1 0-233,-5 0 1,3 1 0,-3 2 0,-1 2 0,0-1 0,1 1 131,-2-1 1,3 6-303,-2-1 1,5 2 42,-5 2 0,2 2 1,-2 2-1,4 5-50,-1 2 132,4 2 331,-3 0 0,6-6 86,3-3 0,-1-4-296,6-4 0,-6 1-836,1-5 1,-3 3 0,-1-3 0,2-1-2158,2 2 2790,-2 1 0,9 6 0,-4 0 0</inkml:trace>
  <inkml:trace contextRef="#ctx0" brushRef="#br0">20224 12055 7689,'9'0'500,"0"0"0,1-2 425,1-2 0,2 3-498,0-4 1,-2 2-158,-2-1 1,3 3 0,-4-4 0,4 4 0,1 1 233,-1 0 1,-3 0-488,0 0 1,-1 0-1,5 1 1,2 2-1,0 1 1,3 1-19,-3 1 1,5-5 75,2 3 0,-2 2 15,1-2 1,0 5 0,1-3 0,-1-1 0,-1 3 0,0-3 280,3 1 0,-5 3-233,0-5 1,-4 5-29,-1-5 0,4 2 0,0-4 0,-1 3 0,-2-2 149,-1-2 1,0-1-129,0 0 1,0 0-45,0 0 0,1 0 0,2 0 0,3 0 0,-1 0 0,1-1 70,-3-4 1,2 4-200,-1-3 0,5 2 53,-5 2 1,5 0-1,-5 0 1,0 0-1,2 0 1,1 0-45,0 0 0,0 0-63,-3 0 1,-1 4 124,6 1 1,-5-1 0,3-4 0,-2 0 0,0 0-1,-1 0 88,0 0 1,0 0-91,-4 0 1,0 0-19,0 0 0,0 0 0,0 0 0,0 0 0,0 0 1,0 0-119,-1 0 1,1 1 74,0 4 1,2-2-98,2 5 1,-3-3 0,5 2-1,-2 0 1,2-1 0,1-1-55,3-2 1,-3 3 142,1-2 0,2 1 151,7-5 1,-2 4 0,2 0 0,-3-1 0,-3-2 0,1 1 164,0 2 0,-6-1-158,7 6 1,-7-5-65,2 5 0,1-2 0,3 3 0,0-3 0,-2 0 0,-2-1 89,2 0 1,6-1 92,1 0 1,4-4-145,-3 3 1,0-1 0,-2 0 0,1 1 0,-1-1 0,-2 0 74,-1 1 0,-2-1-133,-3 6 0,0 0-97,-4 3 0,-3 1 1,5 0-1,-2 0 1,2 0-1,1 0-187,3 0 1,2-5 240,6 1 0,-3-5 46,7 5 1,-1-5 0,3 3 0,-1-1 0,-3-3 0,0-2 55,0-1 1,-4 5 0,1 1 0,-3-1 100,-1 1 0,-4 4-126,-1-1 0,1-2-158,3 1 1,5 1 0,2 4 0,1-2 0,3-1 0,1-1-75,2 1 0,0 0 147,-1-1 0,0 2 88,-4-2 1,3-2 0,-4 0 0,2 0 0,-2-1 0,0 1 426,0 0 1,7-2-272,7 3 1,3-3-167,2 3 1,0-3 0,-1 3 0,-1 1 0,-4-1 0,-6 1-40,-4 1 0,-6 1-52,5 2 1,2 0-11,2 0 0,7 0 0,-6-1 1,3-2-1,3-2 0,-2 2 28,1 2 0,-2 1 25,-5 0 0,-3-5-15,-1 1 0,1-1 0,2 5 0,-1 0 0,0 0 0,2 0 8,4 0 0,7-2 48,-2-2 1,-1 2 6,1-2 0,-5-2 0,1 0 0,-3 1 0,-1-3 0,-1 1 34,1-3 1,1 3-18,3-2 1,-1 4-63,5-3 0,-5 5 0,1-3 0,-3 2 0,-3-1 0,-2 2-52,-5 2 0,-3 1-52,-1 0 1,1-1 90,3 1 0,-1-1 1,5-2-1,2-3 0,2 0 1,2 0 93,3 3 1,-5-4-98,1-2 1,-2 2 234,-6-2 0,3 2 0,-4-3 1,-3 3-1,-2 0 0,-4 1 68,2 0 1,3 2-156,4 3 0,-3 0-136,3-4 1,-1 4 0,0-3 0,2 2 0,2 2 0,3-2-72,1-2 0,-2 3-98,-1-4 1,-4-1 166,5 2 1,-5-6 0,3 2 0,-2 0 0,0-1 0,0 0 192,4 2 0,2 0 71,2 2 1,-1 4-190,1-3 1,0 2-1,-1 3 1,0 2-1,-4 1 1,-4-1-159,-2-2 0,2 4 23,0-1 1,0 0-11,-4-4 1,1 0 0,3 0 0,6 0 0,4 0 0,4 0 150,2-1 0,2 0-77,3-3 1,1 2 67,0-2 1,-9 2 0,-2 1 0,1-2 0,1 0 0,6 1 84,6 1 0,3 3-67,2-6 0,-1 5-9,1-1 1,0 7 0,-8-7-1,-5 0 1,-2-1 0,-1-4 174,2 2 0,6 2-288,4 1 0,-5-2 41,-3-2 0,-8 2 1,0-4-1,-6 2 0,-1-1 1,-1 1-39,-1-2 1,4 0-35,-5-2 0,6-2 48,-2 5 0,-1-5 0,0 1 0,-1-2 0,-4-2 0,-2 0-292,-4 0 1,-4 0-77,-5 0-527,0 0 0,-1 1 0,-4 4 0,-3 3-7680,-4 4 8582,-7 6 0,-7 2 0,-7 6 0</inkml:trace>
  <inkml:trace contextRef="#ctx0" brushRef="#br0">4479 11655 8129,'-12'0'1392,"6"11"1,11 22 0,10 22-1,-4-20 1,1 1-320,1 4 0,0 1 0,0 1 0,-1 2-785,-2 3 0,1 0 0,1-2 0,0 1 0,-1 0 0,-1-1 0,0-2 0,0-1 0,-2-2 0,1-1 0,5 31 0,-2-10 1,-4-12 208,-3-12 1,-3-14 0,1-4 0,2-4-321,-3-1 1,-2-6 0,-4-3-360,-4-2 1,0-8-1,-2-3 1,-3-3-391,-2-6 1,-4-7-134,2-10 1,1-4 460,-5-4 0,5-8 0,-3-9 0,2-5 0,-2-5 0,10 33 1,1-1 20,1 0 1,0 0 0,-1-3 0,1 0 324,4 3 1,2-1-1,0 0 1,1 1 132,3-3 0,2 0 1,1 2-1,3 2 1,18-31-1,3 12 1,4 12-1,4 10 858,0 8 1,4 7-644,-3 11 1,-3 3-127,-11 10 1,-5 6 0,-2 8 0,-4 1 0,-3 3-1,-2 1 457,-5 2 1,-2 0-782,-2-1 0,-2 6 0,-2-1 0,-3 4 0,-7-2 0,-2 1 0,-3 3 0,0 1-705,1 2 0,-4-5-1458,5 0 1,-4-4 213,3 5 1949,7-1 0,-1-1 0,5-1 0</inkml:trace>
  <inkml:trace contextRef="#ctx0" brushRef="#br0">5137 12390 11822,'-13'6'812,"1"-3"0,2 5 1,3 2 207,1 2 0,-2-3 0,4-1 1931,1 2-1818,-4-4-958,-1 0 0,-5-18 0,1-5 1,0-7-1,2-6 0,1-5-52,-1-2 1,0-6 71,2 0 0,-2 0-27,5 4 0,1 2 1,4 4-1,2 6 1,2 5-1,4 3 0,4 4 1,5 5-665,0 1 0,6 6-225,-1-1 1,2-2 0,2 2-1,0 1 1,0 0 0,-1 0-5271,1-1 5991,0 0 0,0 4 0,0 0 0</inkml:trace>
  <inkml:trace contextRef="#ctx0" brushRef="#br0">5369 12210 8004,'0'14'332,"2"2"0,0 1 534,3-1 1,0-2 0,0-3 219,3-2 0,4-3-110,1-6 1,-5-2-653,1-2 1,0-3 0,3-7 0,0-4 0,-3-3 0,-4-4 188,1 0 1,-5-1-498,4 0 1,-4 0 185,-1 0 0,-6 2 0,-1 3 0,-1 3 0,-1 4 0,-1 2 1123,-1 4 1,-1 4-606,3 8 1,-2 10-299,2 12 0,4 3 0,0 8 0,4 3 0,1 0 1,0 0-670,0-1 1,6-4 17,2-1 1,9-7-991,5-1 0,4-7 1,2-11-1,4-3 1,1-7-1,3-6-5720,1-10 6939,2-10 0,0-11 0,-1-7 0</inkml:trace>
  <inkml:trace contextRef="#ctx0" brushRef="#br0">5898 11500 8004,'-21'-19'0,"1"-1"0,0 1 2006,0 6 0,2 8 1,-2 9-1,2 6-624,2 6 0,-3 5 1,2 8-1,1 4-93,2 4 1,2 1-410,4 9 0,2 0-418,6 5 0,7 5 1,5 2-1,5 1 0,3-1 1,3-2-657,1-2 0,2-8-112,0-4 0,0-7-1028,0-2 0,-5-5 0,-1 0 0,-1-6 0,-5-6 0,-2-3-5073,-4-1 6407,1-6 0,-2-1 0,-1-6 0</inkml:trace>
  <inkml:trace contextRef="#ctx0" brushRef="#br0">5756 12248 8004,'-15'-1'9830,"2"-3"-7981,8 2 1,5-4-1302,9 6 1,7 0-554,1 0 1,6 0-1,-3 0 1,1 0 0,1 0-1,1 0-2730,1 0 0,-2-5 668,-1-4 2067,1 3 0,9-11 0,2 3 0</inkml:trace>
  <inkml:trace contextRef="#ctx0" brushRef="#br0">6234 12377 8000,'-25'0'4174,"4"0"-3678,4 0 0,4 6-1175,4 3 0,9-4 679,9 0 0,2-4 0,2-1 0</inkml:trace>
  <inkml:trace contextRef="#ctx0" brushRef="#br0">5176 15707 7956,'-33'-18'608,"-2"9"0,9 0 1,8 9-1,5 9 1,6 10-1,-1 8 1,3 7 5286,-1 4-5369,2 0 0,5 11 0,5 6 0,5 6 0,5 9 0,-7-32 0,-1 0 0,1 3 0,-1 0 0,1 1 0,0 1 0,-1-1 0,-1 0 5,1-1 1,-1 0 0,-1 0 0,-1-2 0,0-1 0,0-2 0,2 27-1522,-1-7 1,3-6 0,-3-1-1,1-5-641,3-4 1,-5-5 0,0-14 1630,-4-4 0,-1-8 0,0-3 0</inkml:trace>
  <inkml:trace contextRef="#ctx0" brushRef="#br0">4595 16456 8035,'-16'-27'1983,"3"-1"1,6 1 2113,4 3-3589,9 6 1,12-7-1,12-1 1,6-7-1,4-4 1,4-4-1,3 0 1549,3-2 0,5 0-1573,5 4 0,-1 2-394,5 2 1,-1 8 0,-8 7 0,-5 1 0,-7 4 0,-9 2 372,-8 4 1,-6 3-220,-7 6 1,0 2 83,0 2 0,0 9 1,0 9-1,-2 2 0,-1 3 1,-1 5-329,1 6 0,1 3 0,2 6 0,-4 5 0,-1 3 0,-3 9 0,2-3 0,-1 2 0,-3-4 0,-2-4 0,-1-4 0,0-6 0,0-7 0,0-10 0,0-11 0,0-10 0,0-8-1095,0-11 0,0-14 195,0-12 0,0-13 450,0-9 1,0-4-1,1-4 1,2-1-1,2 2 1,-3 4 311,0 7 0,2 7 228,0 15 1,2 4 383,-1 8 1,-3 9 0,7 10 292,1 6 1,-3-1-214,2 2 1,-5 2-487,5-2 0,-1-1 0,5-6 0,0-3 1,0-1-236,0-3 0,-2-1-192,-2-2 1,3 0 201,-4 0 1,-1 1-1,0 2 841,-1 2-187,-2 5 0,1-1-128,-1 8 0,6 9 1,-3 8-1,3 5 0,2 6 1,2 6-370,0 8 0,5 9 0,-2 1 0,1 7 0,-6 1 0,6-3 0,-1 3 0,-1-4 0,-2-5 0,-1-9 0,0-9 0,-5-5 0,1-7 0,0-5-2226,4-2 0,-5-10 0,-1-2 1,0-2 2225,1 1 0,-5-7 0,2-5 0</inkml:trace>
  <inkml:trace contextRef="#ctx0" brushRef="#br0">5679 16507 7939,'-10'9'1208,"-3"0"1,-1 1 1639,-1 1 1,10 2 0,6-1 403,10-4 1,4 4-2273,6-4 0,1-2-1008,4-2 0,4-2 0,0-2 0,-2-2 0,0-2 1,-2-5-374,-1-2 0,1-8-1073,0-2 1,1-7 576,3-6 1,-7-2 0,3-10 0,-3 0-1,-1 2 1,-2-1-187,-2 4 1,-1 12 1803,-4 8-293,6 11 0,-5 11 0,4 13 0,-4 11 1,-3 9-1,-1 8 2490,-1 5 0,-5-1-1830,5 1 0,-6-5-796,1 1 0,2-4 0,-2-3 0,0-5 1,1-4-293,-1-7 0,0-11 0,-4-9 0,0-13 0,0-13 0,-1-8-221,-3-13 0,1-6 1,-4-13-1,1-2 0,3-1 1,2 3 584,1 5 1,0 6-68,0 12 1,5 9-298,4 17 0,2 5 0,2 15 0,0 6 0,0 8 0,0 7 0,0 6 0,4 3 0,0 6 0,1 4 0,-6 0 0,-3-1 0,0-7 0,1-2 0,1-1 0,1-5 0,-4-4 0,4-10 0,-5-7 0,4-18 0,-2-6 0,-5-11 0,-2-10 0,-2-8 0,0-8 0,0-2-13,0-3 0,0 4 19,0 9 1,0 9-1,1 11 1,3 8-7,5 9 0,4 19 0,4 21 0,-3 12 0,4 5 0,0 9 0,1 4 0,1 3 0,2 2 0,-1-2 0,1-3 0,-2-4 0,1-9 0,4-4-1659,-4-8 1,2-5-1,0-10 1,-3-7 1658,-1-7 0,4-11 0,-3-2 0</inkml:trace>
  <inkml:trace contextRef="#ctx0" brushRef="#br0">8634 15630 7911,'-18'0'853,"3"0"1,-2 0-1,3 1 1,2 4 0,4 5-1,4 5 1,2 8 1309,2 6 0,2 8 1,2 9-1,4 3 86,4 4 1,5 9-1978,0 2 0,1-1 0,-6 5 0,0-4 0,-2 2 1,-3 0-273,-1 0 0,-2-7 0,-4-8 0,0-7 0,0-6 0,0-2 0,0-1 0,0-7-561,0 2 1,0-8 0,-1-5 0,-2-3-1,-3-2-4355,-1-4 1,4-5-218,-1-11 5133,-3-12 0,-1-19 0,-4-7 0</inkml:trace>
  <inkml:trace contextRef="#ctx0" brushRef="#br0">8428 15991 7891,'-32'0'649,"5"0"0,-3 0 1,4 2 714,5 2 1,1 7 0,4 8 0,-1 1-271,1 3 0,6-3-678,1 2 0,6-7 31,-1 3 0,4-5 0,4-6 179,5-7 1,4-13-211,4-13 0,-1-7-214,5-10 1,1-9 0,5-8 0,2-3-1,1-3 1,-16 32 0,1 1 146,-2-2 1,1 1 0,-1-2 0,0 2 391,12-27 1,0 8-373,-4 19 0,-2 12 0,-5 11 0,2 5 0,1 9 0,-2 8-163,-5 10 0,1 7-206,-2 2 0,5 5 0,-1-5 0,3 4 0,-8-2 0,4 1 0,2 3 0,1 0 0,-3-2 0,4-4 0,-7-8 0,1 0-44,-1-4 1,2-1 0,-2-6-1,2-2-4159,2-5 0,-4-2 977,-1-2 3226,-5 0 0,9-6 0,-5-1 0</inkml:trace>
  <inkml:trace contextRef="#ctx0" brushRef="#br0">4362 13074 8409,'-7'-13'743,"0"0"1,4 1-1,-1-1 1,0 1 1153,-2 4 0,4 5 0,-2 11 0,4 11-409,4 8 0,4 13 1,4 13-1,1 9 956,0 5-2344,-6-30 0,-1 1 0,1 0 0,1 2 1,-1 2-1,1 0 0,1 1 0,1 0 1,-1-1-1,1-1 0,-1-1 0,0-2 1,7 29-101,-2-8 0,-1-17 0,0-8 0,-1-7 0,-4-5 0,-2-4 0,-6-10 0,-6-4 0,-2-8 0,-4-5 0,-2-5 0,-3-8 0,1-2-409,-6-15 1,2-4 99,-1-13 1,-2-4 0,6-9 0,8 33 0,2-1 0,-1-1 0,1 0 0,1-1 0,1 0 10,0 1 1,1-1 0,1 2 0,1 1 204,2-37 0,1 12 344,3 6 0,9 9 1,10 13-1,6 7 407,5 7 1,4 11-219,0 3 1,1 5-1,-2 5 1,-1 5-1,-3 4 1,-3 3-441,-5-1 0,-5 0 0,-7 1 0,-2-1 0,-2 5 0,-3-5 0,-6 3 0,-2-2 0,-2 0 0,-5 0 0,-2 2 0,-8-3 0,-2 5 0,-2-4-1371,1 5 0,-2-5 0,4 3 0,0 0 1,4-1 1370,6 0 0,4 4 0,6-3 0</inkml:trace>
  <inkml:trace contextRef="#ctx0" brushRef="#br0">5034 12868 8269,'-6'-12'4915,"-3"4"0,3 5-3558,2 11 1,3 10 0,1 16-1,0 12 1100,0 11 1,0 9-2402,0-27 1,0 0 0,0-1 0,0 1-57,0 0 0,0 0 0,-1-1 0,0 1 0,0 0 0,-1-1 0,0 1 0,-1-2 0,-3 34 0,0-10-219,3-8 0,-2-9 0,-1-1 0,0-5-3328,0-3 1,2-10 3546,4-7 0,6-10 0,1-2 0</inkml:trace>
  <inkml:trace contextRef="#ctx0" brushRef="#br0">5188 13539 8124,'-12'13'648,"0"5"0,3 5 1,5 6 1781,3 6 0,1 2-1010,0 2 0,0-2-1040,0-3 0,4 6 0,2-7 1,-1-4-1,1-6 0,-1-4 660,0-4-806,-3-6 1,3-5-50,-5-8 0,0-5 1,0-8-1,0-6 1,-1-5-1,-2-10 48,-1-8 1,-2-4-234,2-14 0,2-4 71,0 30 0,0-1 0,1 0 0,1 0 0,-1 1 1,2-1-1,-1 0 0,1-1 0,1 1 0,0 1 1,2 1-1,1 1 942,6-28 1,4 16-523,2 9 1,-1 16-214,5 10 0,-4 16 0,4 7 0,-1 13 0,-2 11 1,2 8-279,0 5 0,-4 3 0,1 2 0,-2-5 0,-2 1 0,4 0 0,0 6 0,-1-3 0,-2-5 0,-2-4 0,-4-4 0,4-5-3461,-4-3 0,4-4 331,1-4 1,-5-5 3129,1-8 0,-6-4 0,3-5 0</inkml:trace>
  <inkml:trace contextRef="#ctx0" brushRef="#br0">5408 13642 8167,'-12'-13'1625,"2"2"1,3 1 550,1 1 0,2 5 0,4-5 0,2-1-30,2-1 1,4-4-2848,10-2 1,-3-3-51,7-6 1,-1 0 0,4 1-1,-2-1 1,-2 1 0,2 4-2457,2 4 1,3-2 1790,-2 2 1,3 4 1118,-8 4 0,-2 7 0,-2-3 1,-3 5-1,-1 5 0,-1 3 1202,-4 4 1,3 2-590,-7 3 0,4 3 626,-3 6 1,3 1-1,-2 2 1,0 1-1,1 0 1,0-1 3115,3-3 0,-3 2-3186,2-6 1,0-3-67,3-2 0,1-9 0,0-3 1,0-7-807,0-6 0,-4-2 0,-1-12 0,-5-4 0,1-4 0,-2-6 0,-2 2 0,0-2 0,0 0 0,0 3-1530,0 2 1,-4 1-2964,-1 4 1,1 0 820,4 0 3672,0 6 0,0 1 0,0 6 0</inkml:trace>
  <inkml:trace contextRef="#ctx0" brushRef="#br0">6208 13487 8081,'0'13'1269,"0"0"1,0-4-676,0-1 0,0-3-3,0 3-742,0-5 151,0 3 0,0-6 0</inkml:trace>
  <inkml:trace contextRef="#ctx0" brushRef="#br0">6853 13332 9020,'-20'0'1130,"2"2"1,5 2 0,1 6 0,4 7 0,3 11 1265,4 9 0,2 2-2003,4 4 1,2-5-1,7-3 1,2-7-1,1-5 1,-1-7-1,-2-6 1,-1-5 576,0-4 0,0-8-852,0-6 0,-2-1 0,-2-8 0,-5-1 0,-2-1 0,-2-1-714,0 4 0,0 2 236,0 6 1,0 5-1171,0-1 0,0 8 0,0 1-371,0 7 1,0 4 1411,0 2 0,0 0 396,0 0 1,-2 0 0,-1 0-1,-1 0 1,0 0 746,-2 0 1177,5-6-846,-11 4 1,5-9 0,-6 2-115,0-3 1,5-1-623,-1 0 1,5-1-25,-5-3 0,5-4 0,-3-4 0,-1-3 1,1-2-1,-3-5 596,-1-2 1,-2-7-386,0-4 1,0-2-23,0-2 1,6-1 0,3 0 0,2 1 0,2 6 0,2 6 140,2 5 1,3 4-556,6 5 0,1 4 0,4 1 0,-3 5 0,5-2 0,0 5 0,-1 3 0,0 2-96,-3-3 1,2 1-2922,-1 2 0,5-4 822,-5 3 1,5-2 2194,-5-2 0,6 0 0,-3 0 0</inkml:trace>
  <inkml:trace contextRef="#ctx0" brushRef="#br0">7228 13423 8010,'-6'7'8847,"4"-1"-7990,-3-6 0,10-10 53,4-3 1,3-9-560,0 1 1,1-4 0,-1-2 0,-2-3 0,-3-3 0,-1-1 462,-3-1 0,-2 8-16,-1 1 0,0 2-308,0 6 1,-6 7 0,-1 8-1,-1 7 1,0 11 0,1 9-491,0 9 0,4 9 0,-1 1 0,8 4 0,5-4 0,2 0 0,2-6 0,2-4 0,2-7 0,6-7-2012,5-5 1,1-8 446,5-6 1,-1-13-1076,2-13 0,-4-5 1,-5-9 2639,0-4 0,0-1 0,0-7 0</inkml:trace>
  <inkml:trace contextRef="#ctx0" brushRef="#br0">7679 12635 8010,'-13'0'428,"5"2"1,1 4 0,1 9 3234,3 14 1,2 11-2287,1 16 0,0 9-896,0 8 0,0-36 1,1 0-1,1 1 1,0-1-1,7 32 0,2-8 1,2-12-944,0-10 1,2-7 199,2-7 1,-3-9-627,3-3 0,3-9 0,1 1 0,0-4 0,1-2 0,0-4 888,3-3 0,1-15 0,0-4 0</inkml:trace>
  <inkml:trace contextRef="#ctx0" brushRef="#br0">8067 13126 8000,'-13'0'1263,"0"0"0,1 1 1300,4 4 0,-4 2-764,4 6 1,0 5-1307,0 4 1,4 4-1,-4 2 1,3 4-1,2-1 1,1 1 339,2-3 0,5-3-706,-1-5 1,6-4-143,-1-8 1,2-3 0,2-9 0,0-6 0,0-8 0,0-6-132,0-3 0,-2-4 50,-2 0 0,1 0 82,-6 4 1,5 4 0,-4 2 0,2 3 0,2 4 0,0 5-549,-1 2 1,-3 2 136,3 4 1,-3 5-254,3 4 1,-4 2-1,5 2 1,0 0-1,-1-1 1,1-4-627,1-3 0,0-5 492,-1-5 1,2-3 596,-2-9 1,1-11 0,-2-10 0,-2-10 0,-2-6 0,1-5-33,-3 0 1,4 3 2115,-2 9 1,1 14-1164,-5 11 1,1 15 0,2 14 0,1 18 0,1 16 1357,0 12 0,-2 5-1417,6 2 1,-5 2-1031,5-6 0,-2-6 0,3-7 0,-1-4 0,-1-6 0,-1-8-4297,-2-6 3368,2-10 468,-6-4 0,4-12 1,-10-4-1,-3-5 1,-4-1-1,-1-1-558,0 1 0,2-4 2313,2 4 824,-2-1 0,5 5-30,-2 1 0,3 4-531,10 4 0,2 3-616,6 1 0,1 0 0,2 0 1,2 0-1,1 0 0,1 0 406,0 0 0,0-6-801,2-3 1,1-4-32,-6-4 0,0 1 0,-4-4 1,0 0-1,0 0 0,-2-1 1580,-2 1-832,-3 1-568,-6 12 1,0 2 0,0 10 0,-2 5 0,-1 6-313,-1 5 0,0 2 0,4-1 0,0 0 0,0-4 0,0 3 0,1-4 0,3-1 0,5-1-1966,3-3 0,5-3 0,1-2 1,2-2 1965,3-7 0,2-4 0,1-7 0</inkml:trace>
  <inkml:trace contextRef="#ctx0" brushRef="#br0">8996 13023 7997,'-13'0'-1,"-1"0"0,-2 0 1160,-1 0 0,-1 0 1548,5 0 1,1 1-1798,-1 3 0,0 4 1,0 4-1,0 3 1,1 2-1,2 5 757,2 2 1,1 6-710,-2 0 1,3 5-660,6-5 1,2 0 0,2-4 0,6-2 0,4-4 0,4-7-85,-3-7 0,6-5-215,0-1 0,2-7 0,-2-6 0,4-7 0,-5-10 0,0-5 0,-1-3 0,-2-4 0,0-1 0,-4-6-128,-4 2 0,-2-7 87,1-2 0,-2 3 0,-6 10 1,2 11 249,2 12 1,-1 17-210,5 20 0,-1 16 0,2 19 0,3 1 0,-5 7 0,1 0 0,1-2 0,0-5-3200,-2-4 1,4-9-648,-2-2 3765,8 1 0,-3-17 1,5 2-1</inkml:trace>
  <inkml:trace contextRef="#ctx0" brushRef="#br0">9796 12132 8062,'-13'0'1161,"-4"2"0,0 5 1,0 11-1,-2 17 1,-3 18 1295,10-19 1,0 4-1,-1 8 1,2 4-2127,-1 9 0,2 2 1,1 3-1,1 0 1,3 0-1,1 1 1,2-2-1,1-1 1,3-6-1,1-1 1,2-5-1,3-2 1,1-7-1,3-2 1,17 27-2935,5-13 1,4-14 1286,0-13 0,2-8 0,3-10 0,5-8 1316,2-8 0,2-20 0,-1-7 0</inkml:trace>
  <inkml:trace contextRef="#ctx0" brushRef="#br0">10067 12894 7985,'-11'-9'166,"1"0"679,1-1 0,5 5 1,-4-1 3048,3 0-2947,-5 5 1,4 1 0,-4 8 0,3 4-1,1 1 750,3 0 1,2 0-1530,1-1 1,0-3 0,0 0-336,0 1-265,0 1 138,0-4 2986,0-1 1,-2-6-1868,-2 0-691,3 6-134,-5 1 0,6 2 0,0-1 0,0 2 0,0-3 0,0 2 0,0-5 0,0 5 0,0-1 0,0 5 0,0 0 0,1 2 0,2 0 0,1 3 0,5 5 0,-5-2 0,6-1 0,-1 2 0,2-7 0,4 3 0,1-5 0,2-5 0,2-4 0,3-2 0,2-4-825,0-2 0,1-3-499,0-6 1,0-6 0,-2-2 0,-1-3 0,-3-4-1,-1 0-6334,-3-3 7658,-2-10 0,-1 1 0,0-12 0</inkml:trace>
  <inkml:trace contextRef="#ctx0" brushRef="#br0">10325 12313 7985,'-8'0'2913,"-1"1"-679,-1 4 0,4 15 367,2 14 1,4 18-1970,4 16 0,-3-31 0,1 0 0,2 6 0,1 1 0,0 1 0,0 0 0,0 1 0,1 0 0,1-2 0,-1 0-249,0-4 0,1-1 1,6 22-384,0-9 0,-5-16 0,1-6 0,-5-10 0,5-11 0,-6-5 0,1-8 0,2-5-574,-2-8 1,0-5 0,-2-6 0,2-4 0,3-1 0,3-3-1116,3-1 1,-3 4 1409,8 3 1,2 8 282,1 5 0,4 4 0,0 5 0,3 5 0,0 7 0,2 9 414,-1 7 0,-2 4-445,-1 2 1,-4 0 54,-1 0 1,-5-5 0,1-2-1,-3-5 1,-1-7-457,0-4 1,-6-8-1,-1-5 1,-2-8-463,1-8 0,3 1 61,-3-5 0,3 4 686,-3 4 1,3-1 0,-3 5 0,-1 0 0,0 3 256,0 3 1846,1 2-1307,-5 3 0,-2 1 0,-2 8 0,-3 3 0,-2 7 0,1 5 1260,-2 3 1,0 3-1047,1 7 0,-1 0-746,6 9 1,-2-7-1,3 5 1,-1-4-1,1-4 1,1-2-122,2-1 0,5-6 0,-1-3-339,6-3 0,-3-7 0,6-4 0,0-7 0,0-9 0,0-7-533,0-4 1,1-4 0,2 0 0,1-2 186,-1 1 0,-2 3 398,-1 5 1,0 1 218,0 2 0,0 10 0,0-2 0,0 4 0,0 2 0,1 2-88,3 5 0,-3 4-24,4 6 0,-4 1 106,-1 4 1,0-4 0,0 3 0,0-2 0,-1-4-1,1-1-63,0-1 1,-4-6 0,-1 1 508,3-3 1,0-1 0,0-1 1519,-2-3-1523,-3-4 1,-6-5-34,0 1 1,-2-1-1,0 0 1,-3 0 0,1 0-1,0 0 873,-1 0 0,1-4-1367,4 0 0,0-2-1024,0 2 1,0 3 0,1-4-1,2 3 1,3 0 0,3 1 1181,5 2 0,-1 2 0,6-3 0</inkml:trace>
  <inkml:trace contextRef="#ctx0" brushRef="#br0">11538 12945 20339,'12'-13'310,"-2"0"1,-1 1-332,1-1 1,0-5-1,0 1 1,-2 1 117,2 2 1588,-4 1-1046,0 6 1,-6 4 0,0 10 0,0 9-1,1 6 715,3 5 0,-2 6-1302,2-3 1,3 4-414,2-4 0,4-1 0,3-7 1,2-5-1,2-4 0,5-6-2506,3-7 0,0-13 1681,2-13 0,-7-5 1007,-2-8 1,-5 0 0,0 1-1,-5 0 1,-4 5 0,-1 7 2962,-3 8-2180,-1 9 1,-2 6 400,0 12 1,1 8 0,2 18 0,1 9 0,-1 9 0,-2 7-350,-1 3 1,0 8-657,0 2 0,0-2 0,0 3 0,-1-8 0,-2-2 0,-3-7 0,1-5 0,-3-5 0,1-4 0,4-10-3823,-1-7 872,3-6 1,1-14 2950,0-6 0,5-17 0,3-10 0</inkml:trace>
  <inkml:trace contextRef="#ctx0" brushRef="#br0">12106 13152 7903,'-11'-9'3672,"2"1"0,3 3-2847,6-3 0,0 3-356,0-3 1,5-1-192,-1-4 1,5-4-1,-5-2 1,0 1-1,1-2 1,-1 1 2125,-1 0 1,-2 2-1412,-1 4 1,-6 6-600,-2 3 1,1 4 0,0 4-1,-1 8 1,3 6 0,-1 11-395,3 7 0,2 0 0,1 7 0,1-5 0,3-3 0,3-4 0,8-5 0,2 0 0,5-3 0,3-5-3533,5-5 1,3-11-2227,6-6 5759,11-9 0,-2-25 0,9-2 0</inkml:trace>
  <inkml:trace contextRef="#ctx0" brushRef="#br0">12597 12945 7903,'0'13'0,"-2"0"0,-2 0 0,3 4 1150,-4 0 0,4 1 0,1-4 0,0 2 0,-2 1 5356,-2-1-5609,3-2 0,-6-7 107,2-3 1,2-4 0,-4-4 0,1-6 0,4-4-158,0-3 0,2-2-847,0 2 0,0-2 0,0-2 0,0 1 0,2 4 0,2-1 0,4 1 0,5 1 0,5 3 0,-3-1-426,7 0 0,1-2-687,7-2 1,4 3 0,11-5 1112,6 1 0,1-3 0,5-4 0</inkml:trace>
  <inkml:trace contextRef="#ctx0" brushRef="#br0">13023 12261 7988,'-8'-20'2020,"4"7"0,4 13 0,6 19 1,7 18-1038,7 18 0,3 13 0,-11-26 0,0 1 0,0 1 0,1 0 0,0 1 0,1 1 0,-1 0 0,0 0-637,-1 0 1,-1 0-1,-1-4 1,-2 0-1,-1 0 1,-2-2-1,-1-2 1,0-1-347,1 27 0,-11-3 0,-7-18 0,-7-2-350,-4-1 0,-2 9-7309,0 3 7019,0 2 1,-5 4-1,-2 0 1</inkml:trace>
  <inkml:trace contextRef="#ctx0" brushRef="#br0">14094 12584 7899,'0'-13'2900,"0"4"1,0 5 0,0 7-444,0 11 1,1 11-1,4 9 1,2 9-2085,0 6 0,3 5 1,-4 5-1,-1 7 0,3 4 1,-3 2-374,1-5 0,3-5 0,-5-15 0,-1-5 0,-2-6 0,-1-2 0,0-8 0,0-3 0,0-10-4916,0 0 1,0-12 1683,0-5 3232,-5-12 0,3-10 0,-4-7 0</inkml:trace>
  <inkml:trace contextRef="#ctx0" brushRef="#br0">14055 12610 7822,'-24'0'1201,"1"0"1,3 0 3290,1 0-3863,-4 0 1,13 5 0,-4 4-1,1 4 1,0 4 0,2 5-1,-1 2 243,1 2 0,2 1 0,2 0 0,1 1-346,3-4 0,-3-3 0,2 1 687,1-5-877,2-8 1,7-11-180,2-11 1,8-7 0,3-10 0,2-6 0,5-5 0,3-5 407,-1 0 0,0 0-306,-3 3 0,-3 9-259,-1-1 0,-1 8 0,3 7 0,-3 6 0,-1 5 0,-3 6 0,-2 9 0,-5 7 0,-1 14 0,1 3 0,-2 5 0,-1 0 0,-5 1 0,2-3 0,2-1 0,0-4 0,0-6 0,-4 1-2441,3-6 1,-1-1 0,0-6 2440,1-1 0,6-7 0,-2 4 0</inkml:trace>
  <inkml:trace contextRef="#ctx0" brushRef="#br0">7705 11151 8049,'-8'-13'1251,"-1"0"1,-1 2 2238,-2 2 0,5 6-2367,3 12 0,7 3 0,3 13 1,1 8-1,3 9 0,1 11 1,4 9-1,0 6-585,-6-32 0,0 0 0,-1 1 1,1-1-539,-3 3 0,1 0 0,1 0 0,1 1 0,0 0 0,-1 0 0,0 0 0,0 0 0,-1-1 0,-1-2 0,4 32 0,-2-7 0,-5-5 0,2-7 0,-4-2 0,-1-5 0,0-7 0,0-2 0,0-4-150,0 4 0,0-6 0,1-7-9681,4-15 9141,-4-25 1,11-32 0,-5-15 0</inkml:trace>
  <inkml:trace contextRef="#ctx0" brushRef="#br0">7615 11358 8161,'-20'-20'0,"3"4"5015,2 6-3858,2 4 0,2 8 1,2 2-1,3 3 0,2 2 1,-2-1 937,-1 2 1,3 6-1493,-5 1 0,1 6-175,-5-1 0,0 2 0,0 2 0,0 0 1,0 0-1,0-1-136,0 1 1,2-6-293,2-3 0,-2-2 0,5-10 0,-2-6 0,5-10 0,6-9 0,4-11 0,6-3 0,1-3 0,3-2 0,3-5 0,5-2 0,-2 0 0,-2 1 0,3 2 0,5 0 0,-2 2 0,3 8 0,-2 5 0,-2 5 0,4 12 0,0-2 0,4 9 0,-4-1 0,0 4 0,-2 1 0,0 1 0,2 4 0,-1 2 0,-2 0 0,-5 3 0,-1-6 0,-5 2 0,1-1 0,2-4 0,-2 5 0,-1-2 0,-2 2 0,-1-1 0,0 1 0,0 4 0,0-1 0,-2-2-1073,-2 2 0,3-1 1,-4 5-1,4-1 1,1-2 1072,-1-2 0,1 1 0,0 4 0</inkml:trace>
  <inkml:trace contextRef="#ctx0" brushRef="#br0">4866 14739 8245,'-13'-6'971,"0"2"1,1 1-1,4 12 1,4 11 0,2 10-1,4 9 1486,2 7 1,3 7-1,6 6 1,0 7-345,0 4 1,1-3-2171,3 2 0,-1-14 0,6-8 0,1-7 0,1-6 0,2-6 0,1-10 0,2-9-3220,1-6 0,4-9 0,-2-4 3185,1-6 0,-5-15 0,4-9 0</inkml:trace>
  <inkml:trace contextRef="#ctx0" brushRef="#br0">4388 15062 8438,'-37'7'823,"10"-1"0,-1-6 1634,17 0 1,12-6-1,18-3 1,7-2 1451,7-2 0,10-7-3440,4-6 1,13-7-470,-27 12 0,-1-1 0,2 0 0,-1-2 0,0-2 0,-1-1 0,0 0 0,0-2 0,0 0 0,0-2 0,-1 0 0,1-1 0,0-1 0,0 1 0,-2 3 0,0 1-182,2 2 1,1 0-1,-2 4 1,0 0-264,20-12 1,2 2 0,-11 8 0,-5 4 0,-5 7 0,-5 7-4472,-1 5 1,0 6-750,-1 4 5665,-10 8 0,8 9 0,-9 7 0</inkml:trace>
  <inkml:trace contextRef="#ctx0" brushRef="#br0">4788 15527 8195,'-25'7'1353,"0"-3"5,4-3 1,9-1 0,12-1 0,9-5 289,7-7 0,4-5-795,5-8 0,7 0-591,2 0 0,5-5 0,4-4 0,4-1 0,5 1 0,3 2 261,0 1 0,0 3-208,-8 8 0,-2 4 39,-7 8 0,-9 5 0,-4 8 0,-5 6 0,-5 4 0,-2 5 805,-4 1 1,1 2-663,-6 3 1,1 0-498,-5-4 0,0-1 0,0-4 0,0 1 0,0-1 0,-2-3 0,-2-4 0,1 1 0,-6-6 0,5 0 0,-5-4 0,5-7 0,-3-7 0,1-11 0,3-9 0,2-8-776,1-5 0,0-3 423,0-2 1,1 6 503,4 3 0,2 9 1,7 5-1,2 8 1,3 8-1,-1 7 519,1 5 0,4 12-666,-2 6 1,2 8-5,-1 5 0,2 3 0,-2 6 0,1-1 0,0 1 0,-2-2 0,2-2 0,1-8-707,2-5 1,0-8-767,0-1 0,0-6 0,1-9 1,2-3-1,1-10 0,0-12 1473,1-14 0,-3-11 0,3-13 0</inkml:trace>
  <inkml:trace contextRef="#ctx0" brushRef="#br0">6182 14855 8180,'-6'-7'0,"4"1"1866,-7 6 1,2 11-659,-2 1 1,-2 16 0,2 2-1,-1 7 1,2 6 0,3 6 1218,4 5 1,1-5-1265,0 3 1,3-11-875,5-2 0,2-12 0,12-11 0,1-6 0,1-6 0,2-4-128,0-4 0,0-5-498,-1-8 0,1-3-119,0-6 1,-6 1-1,-3-1 1,-2 0-189,-2 0 0,-1 5-158,1-1 1,0 6 0,0 1 580,0 5 1,-1 5 653,-4 10 0,-1 2-281,-2 6 0,-3 4 0,7 0 0,0 0 0,1-1 0,1-2 427,4-2 0,2-8-292,0 0 0,-1-2-241,5-2 0,-4-7 0,4-6 0,-3-7 0,-2-5 0,-2 0-250,-1-1 0,-6 0-78,-2 0 1,-5 0 19,-5 0 0,-2 2 1,-7 3-1,-2 3-191,-1 4 0,-5 7 609,5 3 1,-4 2 0,3 2 0,3 2 0,0 2 0,2 4-37,1 4 1,3 1-249,0 0 1,6-5 99,-1 1 1,4-2 0,4 3-1,5-3 1,3-1 0,2-3-17,3-2 0,2-1 627,2 0 0,4 0-297,-4 0 0,3 0 0,4 0 0,-1 0 0,0-1 0,-2-2 651,-1-1 1,-4-1-637,2 5 1,-7 5-302,3-1 0,-6 6 0,-2-1 0,-2 2 0,-1 2 0,-1 0 0,-1 0 0,0 0 0,-5 0 0,0-5 0,0 1 0,0-8 0,0-1 0,0-5 0,0-8 0,0-2 0,0-2 0,0 3 0,0-3 0,0 2 0,1 2 0,3 0 0,-1 2 0,6 2 0,-5 4 0,5 5 0,-2 5 0,3 4 0,-1 4 0,1 4 0,0 5 0,-2 2 0,2-3 0,-5 1 0,5-2 0,-2 2 0,-2-4 0,0-5 0,-1-1 0,4-4 0,2-5 0,2-12 0,-4-5 0,0-12 0,-1 5 0,4-1 0,-2-1 0,-3 0 0,0 2 0,0 4 0,-2 2 0,3 2 0,-5 6 0,7 3 0,-4 7 0,1 3 0,2 1 0,-2 3 0,3 1 0,-6 2 0,6-1 0,-1-4 0,2-1 0,2-4 0,1 2 0,2-4 0,1-2 0,-1-4 0,3-6 0,-2-2 0,2-6 0,-2-7 0,-3 1 0,2-1 0,-6 0 0,-4 0 0,-2 2 0,0 2 0,1-1 0,-5 6 0,-6 4 0,-3 5 0,-2 5 0,-2 0 0,1 6 0,2 5 0,3 5 0,2 4 0,-4 2 0,5 3 0,-1 2 0,5-2 0,6 0 0,3 1 0,4-2 0,4-3 0,4-4-1972,4-3 1,12-6-5181,6-5 7152,6-5 0,14-14 0,3-8 0</inkml:trace>
  <inkml:trace contextRef="#ctx0" brushRef="#br0">8738 14223 8027,'-6'-13'563,"-1"0"0,-2 0 0,1 2 1834,-2 2 0,2 5 1,1 10-1,1 8 2215,4 10-4022,0 8 1,2 12 0,0 5 0,0 6 0,0 5 0,0 6 0,2 4-488,-1-33 0,2-1 0,0 1 0,1-1 0,9 27 0,1-1-294,4-2 1,-4-15 0,5-4 0,-2-8-1389,0-8 0,0-5-1629,-4-7 1,0-6 1643,0-3 0,0-4 1564,0-4 0,-6-15 0,-1-8 0</inkml:trace>
  <inkml:trace contextRef="#ctx0" brushRef="#br0">8660 14417 8105,'-17'-15'0,"0"1"0,3 0 908,3 2 1,1 2 0,5-1 0,-2 1 1184,-4 1 0,4 6-1549,-1-1 0,3 2-231,-3 2 0,4 0 0,-5 3 1,-1 4-1,-3 8 0,-3 3 842,-1 5 1,0 3-451,4 4 0,1-7-43,4 3 1,-2-9 0,5 0 0,3-2 402,0-2 0,8-9-537,2-8 0,10-15-492,3-15 1,4-9 0,0-5-1,1-3 1,0-4 0,0-1-37,0 2 0,-5 6 0,1 5 0,-8 10 0,-1 8 0,0 6 0,-5 10 0,2 8 0,0 8 0,-1 10 0,1 6 0,2 9 0,1 2 0,-1 3 0,1 2 0,0-4 0,0-2 0,0-2 0,1-4 0,2-4 0,1-5 0,6-4-1905,-1-1 1,4-6-5820,4-3 7724,3-8 0,11-9 0,2-7 0</inkml:trace>
  <inkml:trace contextRef="#ctx0" brushRef="#br0">1807 8944 8165,'-26'-6'1009,"6"1"0,4-2 0,6 9 0,6 14 1,4 16-1,4 12 0,6 12 629,6 6 0,0 8 1,-6-33-1,1 1 0,1 1 1,-1 1-736,1 0 0,1 1 0,-1 0 0,1 0-903,1-2 0,-2-1 0,-1-2 0,0-1 0,9 29 0,-2-6 0,-2-7 0,-3-5 0,-4-7 0,2 0 0,-5-12 0,3 3 0,-5-4 0,-1-5-4916,1-4 1,-3-9 4025,4-8 0,-10-23 1,-2-12-1</inkml:trace>
  <inkml:trace contextRef="#ctx0" brushRef="#br0">1613 9280 8240,'-31'-19'0,"4"-4"3639,-4-3 0,16-1-2181,6 10 1,6 0-1,5 4 1,2 0-1,6 1 904,6 4 1,10-2-1795,8 5 0,15 1-568,7 4 0,7 6 0,6 5 0,-33-2 0,-1 2 0,1 3 0,-1 3 0,-2 0 0,-1 3 0,0 1 0,-2 1 0,23 25 0,-27-20 0,0 2 0,-1 2 0,-1 1 0,-4 2 0,-2 1 0,-2 3 0,-3 0 0,-5 0 0,-3 0 0,-2 2 0,-2 0 0,-2 1 0,-2 0 0,-3 0 0,-2-2 0,-3 1 0,-3-2 0,-1-1 0,-3-1 0,-2-4 0,-1-2 0,-22 28 0,1 0 0,8-4 0,3-8 0,6-7-4505,3-8 4505,4-9 0,16-26 0,4-12 0</inkml:trace>
  <inkml:trace contextRef="#ctx0" brushRef="#br0">2607 10041 8169,'-13'6'922,"0"-5"1,0 5-1,2 0 1,2 4 2468,5 6 1,4-2-2787,4 3 0,3-2 0,6-1 0,0 0 1,2 1-1,2-5 0,3-3 0,1-4 1786,1-2-2146,-1-7 0,5-2 0,0-9 1,-2-6-1,-2-5 0,-6-3 0,-5-2-59,-2-3 1,-6-3-1,0-2 1,-6-1-86,-6 5 1,-8 4-36,-5 7 0,-2 7-66,-2 6 0,2 8 0,1 12 0,3 10 0,1 13 0,5 10 0,4 8 0,0 3 0,5 5 0,1 2 0,4 2 0,6 0 0,4-8 0,6-6 0,5-8 0,6-8-513,8-8 0,5-8 0,12-7 0,-1-8-4403,1-10 1,-1-14 4707,1-9 1,-6-15-1,-2-4 1</inkml:trace>
  <inkml:trace contextRef="#ctx0" brushRef="#br0">3175 10170 8116,'-13'13'1237,"0"2"0,2 0 776,2 3 1,-1 3-1,4-4 1,1-1 1232,-1-2 1,2-5-646,4 0-2415,0-7 1,0-12-1,0-14 1,0-9 0,0-9-187,0-2 0,0 1 0,0-4 0,4 9 0,0 0 0,5 9 0,-3 3 0,1 9 0,4 7 0,3 8 0,4 10 0,3 7 0,-4 16 0,5 6 0,-5 6 0,2 6 0,-3-3 0,1-1 0,-1-3 0,-2-6 0,-1-6 0,0-9 0,0-3 0,-6-10 0,3-9 0,-6-13 0,-1-12 0,-2-12 0,-1-5 0,0-4 0,0-2 0,0 8 0,0 3 0,0 7 0,0 4 0,2 8 0,2 6 0,8 7 0,5 11 0,1 8 0,0 8 0,2 2 0,1 0 0,-1-3 0,-1-1 0,2-2 0,-3-4 0,-1-2-188,-4-2 0,1-3 0,2-6 0,1-2 0,0-2 188,2-5 0,1-14 0,6-4 0</inkml:trace>
  <inkml:trace contextRef="#ctx0" brushRef="#br0">2117 11951 8352,'-56'-15'836,"1"-5"0,6-2 0,8 5 0,8 7 0,6 6 1141,7 2 1,8 4 0,4 0 0,-1 4-527,2 1 1,4-4 0,10 1-308,6-2 0,10-2-880,3 0 0,7 0 0,10 0 0,4 1 0,3 2 1,3 3-265,3 1 0,7-3 0,6 5 0,-30-7 0,0-1 0,-3 1 0,1 0 0,0 0 0,-1-1 0,28 2 0,1 1 0,-1-2 0,1-4 0,0-2 0,-8-8 0,-5 0 0,-2-3 0,-7-6 0,-7 3 0,-11-3 0,-6-1 0,-6 1 0,-3 1 0,-1 1 0,-7 2-114,4 4 1,-7 2-1,-4 2 75,-3 5 1,-4 1 247,-1-1 0,-1 2-209,-3-2 0,1 2 0,-5 2 0,-2 0 0,-2-1 0,-1-2 0,1-1 0,-1-2 0,0 2 0,-1 1 0,-3-6 0,8 5 0,-1-3 0,5 1 0,0 2 0,3-2 0,6 5 0,9-5 0,9 6 0,9 1 0,8 2 0,7 3 0,4 1 0,3 3 0,4 2 0,-4 2 0,3 3 0,-3-1 0,-1 5 0,-2-3 0,-3 3 0,-4 2 0,-4 1 0,-3 2 0,-1 0 0,-12 0 0,-2 0 0,-5 0 0,-3-1 0,-1-5 0,-4-2 0,-3-4 0,-9-1 0,-3 0 0,-6 0 0,0-2 0,0-1 0,0-3 0,0-1 0,1 3-1366,-1-5 1,1 0-2652,4-4 4017,2 0 0,1 0 0,-2 0 0</inkml:trace>
  <inkml:trace contextRef="#ctx0" brushRef="#br0">1626 13139 8498,'-31'-10'670,"-2"-3"1,1 0-1,9 4 1,12 9-1,11 8 968,5 3 0,8 6 1,7 2-1,3 1 0,8 1 1,6 0-333,12-4 0,8-3 0,12-1 0,-33-7 0,1 1-1249,0 0 1,2-1-1,3-2 1,2-1 0,3-1-1,1 0 1,4-1 0,2 0-142,2-1 1,1 0-1,-3-1 1,0 0-1,-4 0 1,0-2-1,-5 0 1,-1-1 83,-4 0 0,0 1 0,1-1 0,-2 0 0,-1 2 0,-2 0 0,28-1 0,-4-5 0,-12 5 0,-10-3 0,-7 2 0,-9-1 0,-4 1 81,-4-2 1,-5 4-82,-1-7 0,-5 5 0,1-5 0,-1 2 0,0-3 0,1 1 0,-1-1 0,-3-1 0,-4-2 0,1 0 0,-5 0 0,-3 0 0,-6 0 0,1 0 0,-5 0 0,-2 0 252,-1 1 1,-8-1-253,-2 0 0,-5 0 0,-3-1 0,-2-2 0,-1-1 0,1 1 0,2 1 0,4-2 0,3 0 0,4 1 0,5 8 0,10-2 0,5 4 0,6 0 0,11 0 0,7 2 0,13 4 0,1 2 0,3 2 0,7 3 0,8 7 0,1 2 0,3 3 0,-1 1 0,0 3 0,-5 3 0,-9 4 0,-2-2 0,-7 7 0,-2-5 0,-4 3 0,-7-2 0,-5 0 0,-6-1 0,-4 0 0,-5 0 0,-10-4 0,-2-5 0,-5 1 0,-1-5 0,-1 3 0,-2-1 0,-3-4 0,-1 0 0,-3-2 0,5 0 0,1-1 0,4-4 0,4-4 0,4 3 0,5 0 0</inkml:trace>
  <inkml:trace contextRef="#ctx0" brushRef="#br0">2130 15114 8536,'-45'-25'2121,"8"5"0,12 7 0,15 9-1314,13 7 0,12 0 0,5 4 0,4 0 0,10 0 0,11 3 525,11 2 1,11 1 0,-30-7 0,-1 0 0,3 1 0,0-1-1100,1 1 0,2-1 0,0 3 1,2-1-621,2 1 1,2 0-1,3-2 1,0-1 386,3-1 0,0-2 0,0-1 0,-1-1 0,-2 1 0,-1 0 0,-3-1 0,0 0 0,-3-2 0,-2 0 0,-1 0 0,-1-2 0,-1-1 0,-1-1 0,34-6 18,-3-2 0,-16-4-18,-10 0 0,-10-1 0,-12 4 0,-5-2 0,-6-1 0,-6 1 0,-2 2 0,-4 3 0,-2 2 0,-3-3 0,-6 4 0,-1-4 0,-4-1 0,-3 1 0,-4-1 0,-5-5 570,0 1 0,-7 0-570,-2 4 0,-1-4 0,-6 0 0,0 1 0,2 2 0,-1 1 92,4 0 1,-2-4-1,4-1 1,7 3-93,8 0 0,5 2 0,8 0 0,2 1 0,7 4 0,9 4 0,6 3 0,10 1 0,2 0 0,8 1 0,5 3 0,10 5 0,7 8 0,4 5 0,2 2 0,4 3 0,-9 2 0,-3 1 0,-4-1 0,-6 2 0,-9 1 0,-7-1 0,-8 1 0,-3-2 0,-12-3 0,-3 2 0,-3 1 0,-7 2 0,-7-4 0,-2 4 0,-3 1 0,-4-4 0,-5 1 0,-1-5 0,0-3 0,2 1 0,-5-6 0,-3-1 0,-2-7 0,2 1 0,9-5 0,2 2 0,6 4 0,-1 0 0,1 2 0</inkml:trace>
  <inkml:trace contextRef="#ctx0" brushRef="#br0">1510 16740 8160,'-11'-13'1212,"3"0"0,-3 1 1,11 4-1,13 4 0,13 2 1,11 2 782,9 0 0,10 2 0,7 2 0,9 3-1557,-32-4 0,1 1 0,1 2 0,1 0 0,2-2 0,0 0 0,4 2 0,0 1 0,3 1 0,2 0 1,2 1-1,0-1-923,-1 0 1,0 0 0,-4 1 0,-3 1 484,-9-2 0,0 1 0,-1-1 0,0 0 0,30 0 0,4 4 0,-9-5 0,-7 0 0,-9-3 0,-6-2 300,-8-2 1,-6 0-301,-6 0 0,2 0 79,-5 0 0,-3-2 0,-5-2 0,-3-5-79,-1-2 0,-3-2 0,-7 0 0,-3 0 0,-6 0 0,-6 0 0,-2 0 0,-5-1 0,-4-2 0,-5-2 0,-2-2 0,-8 2 0,-2-3 0,0 4 0,-5-5 0,8 2 0,-6-1 0,5 3 510,8 4 0,0 1-510,6 0 0,7 6 0,8 1 0,8 2 0,8 0 0,7-1 0,10 5 0,7 5 0,7-1 0,10 0 0,2-2 0,6 1 0,3 1 0,3 6 0,1-1 0,2 2 0,-5 2 0,-2 0 0,-5 1 0,-6 2 0,-5 1 0,-4 6 0,-5-1 0,-7-2 0,-6 1 0,-6 5 0,-8 6 0,-5 1 0,-7 2 0,-7 3 0,-5 0 0,-2 0 0,-3-4 0,1 2 0,-5-6 0,0-1 0,-5-8 0,0-4 0,0-4 0,1-3 0,-1-1 0,7-6-7174,7 1 7174,5-2 0,7-8 0,0-1 0</inkml:trace>
  <inkml:trace contextRef="#ctx0" brushRef="#br1">20392 12313 8291,'5'-13'1446,"0"1"-841,2 4 1,2 2 0,4 6-518,0 0 1,0 0-18,0 0 0,0 2 0,0 0 0,-1 3 0,3-2 0,1-2 343,1-1 1,6 0-1,-3 0 1,1 0 0,1 0 0,-1 0 1,5 0-1,-1 0 75,-4 0 1,3 0-276,-2 0 1,-2 0-84,1 0 0,0 0 0,2 0 0,-3 0 0,0 1 1,0 2 107,3 2 0,1-1-129,2-4 0,0 0-83,0 0 1,4 0 0,1 0 0,1 0-1,-1 0 1,-1 0-160,2 0 1,-3-2-1,4 0 1,-2-3 80,-2 2 0,-2 2 87,-1 1 1,4-1 45,0-4 1,2 4-1,-4-3 1,4 2-1,1 2 1,3 0 76,1 0 0,0 0-194,-2 0 0,2 0 78,-3 0 0,-2 0 0,-2 0 0,-3 0 0,-2 0 1,-2 0 161,-2 0 1,-1 0-97,2 0 1,-2 0-111,-3 0 0,7 0 0,8 0 0,0 0 1,-1 0-1,-1 2-180,2 2 1,-4-3 84,7 4 0,-2-4 62,1-1 1,-2 4-1,-6 1 1,-1-3 0,3 0-1,0-2 179,2 0 1,1 0 0,-6 0 0,1 0-8,0 0 0,4 0 0,2 0 1,-1 0-128,1 0 1,2 4-1,-2 2 1,-1 0-30,1-1 1,-2 4 0,-4-3 0,0-1-108,-1 1 0,1-1-16,0-5 0,-4 4 141,-1 0 0,2 0 0,6-4 0,1 0 0,-2 0 1,1 0 102,1 0 1,-1 0-39,5 0 1,1 0-23,3 0 0,-3 0 0,-2 0 0,0 0 0,-3 0 0,-1 0-16,-5 0 0,-1 0 0,3 0 0,0 0-58,-1 0 0,6 0 28,-1 0 1,1 0 2,-1 0 0,2 0 0,4 0 1,-3 0-1,0 0 0,-2 0 153,1 0 0,-2 0-88,-4 0 0,-2 0 13,-2 0 0,1-1 0,-5-2 0,1-1 1,1 1-1,-1 2 21,-1 1 1,1 0 0,-3 0 0,2 0 134,2 0 0,0 0-71,2 0 0,1 0-173,-6 0 0,6 0 0,-1 0 0,2 0 1,2 0-1,0 0-30,-1 0 0,-2 0-102,3 0 1,-7 0 98,7 0 0,-8 0 0,4 0 0,-1 0 0,1 0 0,-2 0 205,-2 0 0,4 0 42,-5 0 0,5 0-123,-5 0 0,4-2 1,-2-1-1,1-1 0,3 1 1,1 2 65,2 1 0,2 0-33,2 0 1,-2 0-167,7 0 1,-1 0-1,5 0 1,0 1-88,-1 3 1,1-2 96,0 2 1,5-1-1,4 0 1,3 1 0,4 0-1,2 1-20,2-1 1,-5 2 4,2-2 0,-4-2 63,-5 2 0,3-1 0,-1 0 0,4 1 0,5-1 0,0-2 89,4-1 1,-3 2-1,0 0 1,-2 3 64,-3-2 0,4 4-141,-2 1 1,10 0-4,-2 0 0,-26-4 0,0 1 0,34 8 1,-5-2-1,-5-1 0,-3-1-121,0 1 1,7-3 27,-30-2 1,1-1-1,34-2 60,-34 0 1,0 1-1,26 3 1,0-2-1,-4-1 1,-4-2-1,1-1 48,0 0 0,0 0 0,-4-1 0,-2-2 5,-3-1 0,-4-1 0,-8 4 0,-5-2-102,-3-1 0,-7-1 0,-3 5 0,-2 0-198,-2 0 1,0 0 0,0 0 0,-1 0-379,1 0 1,-1 2-1,-2 1-638,-2 1 1,-6 6 0,-4-3 1278,-9 0 0,-13 11 0,-9-4 0</inkml:trace>
  <inkml:trace contextRef="#ctx0" brushRef="#br1">23064 13358 8211,'-9'0'-306,"1"0"1,-2 0 944,-2 0 543,5 0 549,1 0-930,6 0-528,6 0 1,1 0-1,6 0 1,0 0 0,1 0-1,2 0 357,1 0 1,6 0-348,-1 0 0,8 0-113,4 0 1,4 0 0,0 0-1,2 0 1,2-1 0,1-2 208,-1-1 1,-2-2-1,-3 3 1,-2-1 5,-5 1 0,-2 1-352,2 2 1,-2 0 96,2 0 1,1 0 0,1 0 0,2 0 0,4 0 0,2 0 37,1 0 1,-3 0-182,5 0 0,-5-1-50,-3-3 1,1 2 0,-6-2 0,-2 1 0,0 0 0,-4-1 191,-2 1 0,2-3 0,-3 2 0,5 1 152,4 2 0,-1 1-214,6 0 0,-7 0-97,2 0 1,2 0-1,-1 0 1,1 0 105,-1 0 0,-2 0-35,-7 0 0,2 0 0,-2 0 0,1 0 0,-2 0 0,-2 0 48,-1 0 1,1 4 0,5 0 0,1-1 11,2-1 1,2-2-1,-4 0 1,3 0 29,2 0 0,1 1 0,5 2 0,-3 1 13,-1-1 0,-1-1 0,-2-2 1,1 0 6,-1 0 0,-2 0 0,-1 0 1,0 0-17,-1 0 0,1 0 0,0 0 1,1 0-34,3 0 0,-2 0 1,3 0-1,-1 0-23,0 0 0,1 0-182,-6 0 0,6 4 53,-1 0 1,0 0 0,-4-4-1,-1 0 1,1 0 0,0 0-173,0 0 0,4 0 248,0 0 0,0 0 10,-4 0 0,4 0 0,2 0 0,-1 0 0,2-1 0,-1-2-58,-1-1 0,-1 0 1,-4 4-1,0 0-88,0 0 0,-5 0 67,1 0 1,-5 1-32,5 3 0,-7-2 1,3 2-1,-4-1 0,-1 0 1,0 1-36,0-1 0,1 0 47,3 1 0,-1-3 96,5 4 0,-3-4 1,3-1-1,2 0 1,1 0-1,2 0 188,0 0 1,0 0-70,0 0 1,0 0-139,-1 0 0,-3 0 1,-2 0-1,0 0 0,-1 0 1,1 0-104,0 0 0,-4 0 0,1 2 0,-3 1-84,-1 1 0,0 0 105,0-4 1,0 0 126,0 0 0,0 0 1,0 0-1,-1 0 1,1 0-1,0 0 268,0 0 1,6 0 0,1 0 0,1 0-225,1 0 1,4 0 0,5 0-1,2 0-45,3 0 1,1 0 0,1 0 0,-3 2-14,0 2 0,-1-3 1,5 5-1,0-2-30,-1 1 0,1 3 0,3-2 0,4 1-3,5 3 0,4-3 30,-4 2 1,1-5 57,0 5 1,-1-5-1,1 3 1,0 1 0,1-3-1,3 1 117,4-3 1,6 3-271,-2-2 1,-3 0 58,-14-4 1,-1 5 0,-5-1-1,2-1 1,-1-2 0,-2 1 12,-1 2 0,0-3 0,1 4 0,1-4 249,2-1 1,5 0 7,-5 0 0,0 1-159,-5 4 1,1-4 0,0 3-1,1-2 1,3-1 0,4 2-49,3 2 0,11-1-70,-1-4 0,0 0-6,-8 0 1,-2 1 0,0 2 0,-1 1-1,1-1 1,-1 0-149,1 1 0,5-2 96,1 2 1,8-2 132,-4-2 1,-1 1 0,-10 2 0,-2 1 0,3-1 0,5-1-76,5-2 0,3 4 0,2 0 0,-7 0 0,-2-4 0,-8 2 0,-7 1 0,-5 1 0,-6-1 0,-2-2 0,-3-1 0,7 0 0,2 0 0,-1-1 0,2-3 0,-2 2 0,3-2 0,-3 2 0,-3 1 0,-5-2 0,-2-1 0,-7 0-1046,3 4 1,-13 0-3056,-6 0 2746,-6 0 0,-9 0-694,-2 0 0,-3 0 2049,-6 0 0,-5 5 0,-2 2 0</inkml:trace>
  <inkml:trace contextRef="#ctx0" brushRef="#br2">21760 9564 8017,'0'-9'453,"0"1"0,-1-1 0,-2 0 745,-1 1 1,-2 1-50,2-2-642,2-3 1,-3 12-1,5 0 91,0 8 0,0 3 0,0 2 0,0 1 104,0 4 0,0 2-254,0 5 1,0 6-81,0-1 0,0 1 1,0-2-1,0 2 1,0 2-1,0 2 704,0-2 1,0 3-640,0-6 1,0 6-212,0-2 0,1-2 0,2-1 0,3-1 1,-1 2-1,3 1 238,-1 3 1,-3-3-225,5 1 1,-2-1-50,1 1 1,2 2 0,-4-6-1,0 1 1,1-1 0,-1 1 41,0 2 1,2 2-230,-4 3 0,5 1 0,-5 0 0,6-1 0,-2 3 0,0 0 0,1 2 0,-1-4 0,5-5 0,-4 1 0,-2 4 0,0-1 0,-1 1 0,1 0 0,0-1 0,-2 1 0,3 0 0,-1 5 0,2 4 0,2-2 0,-3 1 0,0 0 0,1 0 0,1-1 0,1-1 0,2-1 0,0-1 0,0-1 0,0 5 0,0 1 0,-2 2 0,-1-2 0,-1 0 0,1-1 0,1-1 0,7 4 0,-1-2 0,0-4 0,-4-1 0,0-1 0,0 1 0,0 4 0,0 3 0,0 2 0,-1-1 0,1 0 0,0-4 0,0 6 0,0-6 0,-4 2 0,-1-7 0,1 1 0,-1 0 0,1 1 0,1 3 0,0 4 0,-1 0 0,2-2 0,-2 3 0,-2-9 0,2 5 0,-1-2 0,-1 2 0,5-1 0,-4 5 0,0-8 0,-1 6 0,0-2 0,-1-4 0,1 2 0,0 0 0,2-5 0,4 2 0,-1-2 0,1-3 0,0 8 0,0 4 0,0 5 0,0-1 0,0-1 0,0-1 0,4 0 0,0-1 0,2-5 0,-2-3 0,-3-3 0,4-1 0,-4 1 0,-1 3 0,0 3 0,0 0 0,0 4 0,0-2 0,-1 2 0,1 1 0,-1 0 0,-2-4 0,-2-4 0,2-1 0,1 1 0,-3 4 0,4-3 0,-4-1 0,2-3 0,-1-1 0,2 0 0,-4 0 0,2-2 0,-2-3 0,-1-4 0,-3-2 0,3-2 0,-2-1 0,0 0 0,-4-4 0,0-2 0,0-6 0,0 0 0,0 0 0,0-1 0,2-3-845,2 0-494,-3-6 1,11-3 1338,-4-9 0,10-20 0,2-5 0</inkml:trace>
  <inkml:trace contextRef="#ctx0" brushRef="#br2">26329 10093 7876,'-4'13'340,"-2"1"1,0 2 0,1 3 0,2 1-1,1 4 1,2 3 1083,0 3 1,0 5-1,2-4 1,2 2-158,5 3 1,-2 1-798,2 2 0,-2 0 0,3-2 1,-2-1-1,2 0 0,2 3 2074,1 2-2093,0 2 0,5-4 1,2 0-1,2 1 1,-1 1 699,2 2 1,-3 5-1054,2-5 1,-2 6 0,3-1 0,-3 5 0,0 3 0,-1-1-99,-1-2 0,4 3 0,-5 0 0,5 0 0,-5-5 0,0-1 0,-4-1 0,1 0 0,2 3 0,0 2 0,-5 1 0,2-2 0,-4-2 0,2 2 0,2 3 0,-4-4 0,-1 1 0,1-3 0,0 2 0,-1 4 0,2 2 0,0-3 0,-1 1 0,7-4 0,-3-5 0,2 3 0,-2-4 0,0 0 0,0-3 0,0-2 0,0 2 0,0 3 0,0 6 0,0-6 0,0-3 0,-1 1 0,3-1 0,1 0 0,1 0 0,-1 0 0,-2-1 0,-1 4 0,0 1 0,1 3 0,3 2 0,-2-2 0,2-2 0,-3-5 0,-1-3 0,0-2 0,0 1 0,0 1 0,0 3 0,-5 3 0,1 6 0,0-3 0,2 1 0,-2 1 0,-4-2 0,0-4 0,-1-5 0,5 3 0,-5 0 0,4 0 0,-3-4 0,5 5 0,-2 3 0,4 4 0,1 0 0,0-1 0,0-2 0,-1 2 0,1-3 0,0 2 0,0-2 0,4 2 0,2-5 0,0 2 0,1 5 0,0 3 0,3 6 0,1-2 0,2-2 0,0-3 0,0-2 0,-2-1 0,-1-1 0,-3-3 0,-1 0 0,-2 0 0,2 3 0,-5 4 0,3-2 0,-7-3 0,-1-14 0,-5-2 0,3-8 0,-1-2 0,-3-5 0,-2-3 0,-1-1 0,-6-9-2154,-2-8 2154,-9-15 0,-9-25 0,-7-9 0</inkml:trace>
  <inkml:trace contextRef="#ctx0" brushRef="#br0">22225 12377 7895,'4'-13'834,"2"1"1,0-1 0,1 0 0,-1 0 0,-1 0 1086,-2 0 0,-3 0 0,-4 0 1,-6 2-1,-4 2-591,-4 5 1,0-2 0,2 2-1,-3 1 344,-1 1-1674,4 8 0,-6 7 0,3 10 0,0 6 0,1 5 0,2 5 0,3 4 0,4 4 0,4-4 0,5-4 0,7-2 0,6-7 0,5-5 0,10-8 0,2-4 0,3-5 0,1-5 0,0-6 0,-3-9 0,3-10 0,-10-8 0,2-4 0,-10-5 0,-3-3 0,-7-2 0,-5-1 0,-2 1 0,-4 2 0,-2 4 0,-6 3 0,-5 8 0,-4 5 0,2 12 0,0 2 0,0 6 0,1 8 0,-1 7 0,0 7 0,4 10 0,-1 5 0,3 12 0,1 4 0,6 4 0,2-5 0,4-3 0,2-5 0,5-6 0,7-6 0,7-8 0,10-5 0,-3-9 0,4-3 0,-3-5 0,1-5 0,1-5 0,-3-5 0,-5-7 0,-9-2 0,-2-8 0,-7-2 0,1-5 0,-5-4 0,-6 3 0,-4-3 0,-6 4 0,-5 5 0,-4 5 0,0 6 0,-3 6 0,-2 8 0,3 5 0,-3 8 0,-2 9 0,4 11 0,2 9 0,6 10 0,4 5 0,4-1 0,8 2 0,0-6 0,4-6 0,4-7 0,8-8 0,6-5 0,2-4 0,3-4 0,2-5 0,0-3 0,0-2 0,-4-3 0,-2-4 0,-6-5 0,-2-4 0,-2 0 0,-5 0 0,-2-2 0,-4-2 0,-2-4 0,-9-12 0,-7-3 0</inkml:trace>
  <inkml:trace contextRef="#ctx0" brushRef="#br0">27413 13487 7883,'-8'0'514,"1"-1"0,-1-2 1644,1-1-1195,4-1 1,-4 5-1,4-1 4198,-1-3-3876,0-4-641,-2-4 1,3 0 0,-5 2 0,-2 3 0,-2 1 1063,-1 3 0,0 2-895,0 1 0,0 1-813,1 4 0,-1 6 0,0 8 0,0 1 0,1 3 0,4 1 0,3 2 0,4-2 0,1-2 0,6 1 0,2-6 0,10-1 0,3-8 0,2-3 0,0-4 0,-2-2 0,2-4 0,0-3 0,-1-9 0,-3-8 0,-7-5 0,0-4 0,-4 2 0,-3 1 0,-5-1 0,-5 3 0,-3 2 0,-9 1 0,-5 0 0,-2 12 0,-2 5 0,-1 7 0,-2 3 0,-1 6 0,1 10 0,2 14 0,1 9 0,6 10 0,3 6 0,4-2 0,4-6 0,9-4 0,10-7 0,6-2 0,6-7 0,4-6 0,4-9 0,1-6 0,4-7 0,2 0 0,-3 0 0,-4-10 0,-2-4 0,-7-6 0,-2-6 0,-3-4 0,-2-3 0,-3-2 0,-2-3 0,-3 0 0,-6 4 0,0-2 0,-2 6 0,-2 3 0,-5 4 0,-2 5 0,-2 4 0,-1 7 0,-4 3 0,4 8 0,-3 5 0,-2 9 0,1 8 0,-1 7 0,0 4 0,4 2 0,0 0 0,4-6 0,2-3 0,3-3 0,6-1 0,3-2 0,4-4 0,6-7 0,3-7 0,1-5 0,1-1 0,0-1 0,-1-3 0,-2-5 0,2-8 0,-3-3 0,-2-7 0,-4-2 0,-3-3 0,-4 1 0,-1-1 0,0 1 0,0 1 0,-1 7 0,-4-3 0,-2 9 0,-6-1 0,-1 5 0,-2 5 0,-2 4 0,-3 2 0,4 11 0,-4 8 0,5 9 0,-14 18 0,3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5325"/>
            <a:ext cx="617855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03725"/>
            <a:ext cx="559752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058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Source Sans Pro" panose="020B0503030403020204" pitchFamily="34" charset="0"/>
                <a:cs typeface="Arial" pitchFamily="34" charset="0"/>
              </a:defRPr>
            </a:lvl1pPr>
          </a:lstStyle>
          <a:p>
            <a:fld id="{E73B544E-4E4F-4443-A8CC-A12E4C1F825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38455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ource Sans Pro" panose="020B0503030403020204" pitchFamily="34" charset="0"/>
        <a:ea typeface="Source Sans Pro" panose="020B0503030403020204" pitchFamily="34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https://thenounproject.com/icon/heart-17448/</a:t>
            </a:r>
          </a:p>
          <a:p>
            <a:endParaRPr lang="en-US" dirty="0"/>
          </a:p>
          <a:p>
            <a:r>
              <a:rPr lang="en-US" dirty="0"/>
              <a:t>https://thenounproject.com/icon/thinking-1061269/</a:t>
            </a:r>
          </a:p>
          <a:p>
            <a:endParaRPr lang="en-US" dirty="0"/>
          </a:p>
          <a:p>
            <a:r>
              <a:rPr lang="en-US" dirty="0"/>
              <a:t>https://thenounproject.com/icon/gloves-3360490/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B544E-4E4F-4443-A8CC-A12E4C1F825D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9450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2233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FDC4DF7-435A-4F78-8F76-6F6ED29ECDC2}" type="slidenum">
              <a:rPr lang="en-US" altLang="en-US" sz="1200">
                <a:latin typeface="Source Sans Pro" panose="020B0503030403020204" pitchFamily="34" charset="0"/>
              </a:rPr>
              <a:pPr eaLnBrk="1" hangingPunct="1"/>
              <a:t>39</a:t>
            </a:fld>
            <a:endParaRPr lang="en-US" altLang="en-US" sz="1200" dirty="0">
              <a:latin typeface="Source Sans Pro" panose="020B0503030403020204" pitchFamily="34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5325"/>
            <a:ext cx="6178550" cy="3476625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1909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5325"/>
            <a:ext cx="6178550" cy="3476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Rebeca Gonçalves: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/photo/person-laying-on-sand-1770310/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Marco Antonio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Victorino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/photo/photo-of-pile-of-potatoes-2286776/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Kakura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, CC BY-SA 3.0 &lt;https://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creativecommons.org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/licenses/by-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/3.0&gt;, via Wikimedia Commons (https://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commons.wikimedia.org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/wiki/File:Saran_Wrap_02.JPG)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Clorox,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Stepshep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 at English Wikipedia, Public domain, via Wikimedia Commons (https://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commons.wikimedia.org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/wiki/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File:Glad_logo.svg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Pixabay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/photo/baked-bread-breakfast-buns-209206/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shop.atkins.com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Jacob Moore: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/photo/a-high-mobility-multi-purpose-wheeled-vehicle-parked-in-the-roadside-10981341/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Trevor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MacInnis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, CC BY-SA 2.5 &lt;https://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creativecommons.org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/licenses/by-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sa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/2.5&gt;, via Wikimedia Commons (https://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commons.wikimedia.org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/wiki/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File:Fuel_Barrels.JPG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B544E-4E4F-4443-A8CC-A12E4C1F825D}" type="slidenum">
              <a:rPr lang="en-US" altLang="en-US" smtClean="0"/>
              <a:pPr/>
              <a:t>94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63421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5325"/>
            <a:ext cx="6178550" cy="3476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kern="0" dirty="0"/>
              <a:t>LeBron James: “Who? Who? Who is that? ... I don’t know what you’re talking about. Who? The other guys ... I don’t know who Under </a:t>
            </a:r>
            <a:r>
              <a:rPr lang="en-US" altLang="en-US" sz="2400" kern="0" dirty="0" err="1"/>
              <a:t>Armour</a:t>
            </a:r>
            <a:r>
              <a:rPr lang="en-US" altLang="en-US" sz="2400" kern="0" dirty="0"/>
              <a:t> is. What are you talking about? Who? ... I only know Nike. Lifetime.” December</a:t>
            </a:r>
            <a:r>
              <a:rPr lang="en-US" altLang="en-US" sz="2400" kern="0" baseline="0" dirty="0"/>
              <a:t> 2015 (https://www.youtube.com/watch?v=95L1zxQjeqw)</a:t>
            </a:r>
            <a:endParaRPr lang="en-US" altLang="en-US" sz="2400" kern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C18AFB-491F-4BB7-BAA4-61B951371935}" type="slidenum">
              <a:rPr lang="en-US" altLang="en-US" smtClean="0"/>
              <a:pPr/>
              <a:t>103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4592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5325"/>
            <a:ext cx="6178550" cy="3476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cottonbro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 studio: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/photo/man-in-white-and-gray-pinstripe-dress-shirt-holding-clear-glass-mug-6700131/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Basil MK: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/photo/close-up-photo-of-cigarette-ashes-247040/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Andrea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Piacquadio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/photo/woman-in-yellow-shirt-while-filling-up-her-car-with-gasoline-3812750/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C18AFB-491F-4BB7-BAA4-61B951371935}" type="slidenum">
              <a:rPr lang="en-US" altLang="en-US" smtClean="0"/>
              <a:pPr/>
              <a:t>104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363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5325"/>
            <a:ext cx="6178550" cy="3476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Nissan Motor Corporation, CC BY-SA 4.0 &lt;https://</a:t>
            </a:r>
            <a:r>
              <a:rPr lang="en-US" dirty="0" err="1"/>
              <a:t>creativecommons.org</a:t>
            </a:r>
            <a:r>
              <a:rPr lang="en-US" dirty="0"/>
              <a:t>/licenses/by-</a:t>
            </a:r>
            <a:r>
              <a:rPr lang="en-US" dirty="0" err="1"/>
              <a:t>sa</a:t>
            </a:r>
            <a:r>
              <a:rPr lang="en-US" dirty="0"/>
              <a:t>/4.0&gt;, via Wikimedia Commons (https://</a:t>
            </a:r>
            <a:r>
              <a:rPr lang="en-US" dirty="0" err="1"/>
              <a:t>upload.wikimedia.org</a:t>
            </a:r>
            <a:r>
              <a:rPr lang="en-US" dirty="0"/>
              <a:t>/</a:t>
            </a:r>
            <a:r>
              <a:rPr lang="en-US" dirty="0" err="1"/>
              <a:t>wikipedia</a:t>
            </a:r>
            <a:r>
              <a:rPr lang="en-US" dirty="0"/>
              <a:t>/commons/thumb/8/8c/</a:t>
            </a:r>
            <a:r>
              <a:rPr lang="en-US" dirty="0" err="1"/>
              <a:t>Nissan_logo.png</a:t>
            </a:r>
            <a:r>
              <a:rPr lang="en-US" dirty="0"/>
              <a:t>/2048px-Nissan_logo.png)</a:t>
            </a:r>
          </a:p>
          <a:p>
            <a:endParaRPr lang="en-US" dirty="0"/>
          </a:p>
          <a:p>
            <a:r>
              <a:rPr lang="en-US" dirty="0"/>
              <a:t>Ford Motor Company, Public domain, via Wikimedia Commons (https://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File:Ford-Motor-Company-Logo.png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aseline="0" dirty="0"/>
              <a:t>BMW, Public domain, via Wikimedia Commons (https://</a:t>
            </a:r>
            <a:r>
              <a:rPr lang="en-US" baseline="0" dirty="0" err="1"/>
              <a:t>commons.wikimedia.org</a:t>
            </a:r>
            <a:r>
              <a:rPr lang="en-US" baseline="0" dirty="0"/>
              <a:t>/wiki/</a:t>
            </a:r>
            <a:r>
              <a:rPr lang="en-US" baseline="0" dirty="0" err="1"/>
              <a:t>File:BMW.svg</a:t>
            </a:r>
            <a:r>
              <a:rPr lang="en-US" baseline="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C18AFB-491F-4BB7-BAA4-61B951371935}" type="slidenum">
              <a:rPr lang="en-US" altLang="en-US" smtClean="0"/>
              <a:pPr/>
              <a:t>106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8252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5325"/>
            <a:ext cx="6178550" cy="3476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Timur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Saglambilek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/photo/wine-glass-with-red-liquid-on-black-table-66636/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Mark Stebnicki: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https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://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/pile-of-bags-of-peaches-2253534/</a:t>
            </a:r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Pixabay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/photo/close-up-of-milk-against-blue-background-248412/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Photo by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Kaboompics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 .com: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www.pexels.com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/photo/flour-in-a-jar-5765/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Source Sans Pro" panose="020B0503030403020204" pitchFamily="34" charset="0"/>
              <a:ea typeface="ＭＳ Ｐゴシック" charset="0"/>
              <a:cs typeface="Arial" charset="0"/>
            </a:endParaRP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DrKontogianniIVF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, CC0, via Wikimedia Commons (https://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commons.wikimedia.org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/wiki/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File:Ivf.png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Source Sans Pro" panose="020B0503030403020204" pitchFamily="34" charset="0"/>
                <a:ea typeface="ＭＳ Ｐゴシック" charset="0"/>
                <a:cs typeface="Arial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C18AFB-491F-4BB7-BAA4-61B951371935}" type="slidenum">
              <a:rPr lang="en-US" altLang="en-US" smtClean="0"/>
              <a:pPr/>
              <a:t>108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310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42271"/>
            <a:ext cx="103632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1"/>
            <a:ext cx="8534400" cy="46166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D4C03C-0187-4A31-98BE-7B6B2B0CF534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960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97824"/>
            <a:ext cx="2844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97824"/>
            <a:ext cx="3860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97824"/>
            <a:ext cx="28448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fld id="{7E34CCD4-1BBD-410D-B2DF-A7552E316D6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58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91E6E-6053-45F4-972E-DC7083C504B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833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0621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0621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6FB6C-114E-417B-A461-50ACF12D6E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5570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1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6"/>
            <a:ext cx="5386917" cy="184665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1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184665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B802B6-6854-49DA-B07C-3F7440427CB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215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C0BFFA-A26B-42B9-863F-CA8A50A760A5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3300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EE9019-0929-4141-9206-2A62D7448D0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630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3083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190ED-CAD9-4A15-A025-528A8C65AB1F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859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6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295B27-7871-4B0D-9A9B-D69F01D3576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54614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03320" y="1600200"/>
            <a:ext cx="7879080" cy="230832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D10BFE-9C03-4661-9735-724CDE2C1D5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087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41468" y="274639"/>
            <a:ext cx="738664" cy="5851525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6898" y="274639"/>
            <a:ext cx="2339102" cy="585152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BF2B8F-99C4-495E-B7F8-169374AADC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238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2195"/>
            <a:ext cx="10972800" cy="70788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42EE8-DAF6-4F1D-A429-F1805826EDF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9905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2972"/>
            <a:ext cx="109728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24676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24676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E149D-0D48-4639-A7FE-605907F73B3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880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22972"/>
            <a:ext cx="10972800" cy="6463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61665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97B0E9-5710-4550-867C-8C891B3C6D2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7866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7292"/>
            <a:ext cx="1097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97824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4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MEC 5406: Introduction</a:t>
            </a: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97824"/>
            <a:ext cx="3860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ctr">
              <a:defRPr sz="1400">
                <a:latin typeface="Source Sans Pro" panose="020B0503030403020204" pitchFamily="34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97824"/>
            <a:ext cx="284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400">
                <a:latin typeface="Source Sans Pro" panose="020B0503030403020204" pitchFamily="34" charset="0"/>
              </a:defRPr>
            </a:lvl1pPr>
          </a:lstStyle>
          <a:p>
            <a:fld id="{19F84D50-F368-4E2F-833F-6D7B9CE4ED8B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Source Sans Pro" panose="020B0503030403020204" pitchFamily="34" charset="0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ts val="0"/>
        </a:spcBef>
        <a:spcAft>
          <a:spcPts val="600"/>
        </a:spcAft>
        <a:buChar char="•"/>
        <a:defRPr sz="2400">
          <a:solidFill>
            <a:schemeClr val="tx1"/>
          </a:solidFill>
          <a:latin typeface="Source Sans Pro" panose="020B0503030403020204" pitchFamily="34" charset="0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ts val="0"/>
        </a:spcBef>
        <a:spcAft>
          <a:spcPts val="600"/>
        </a:spcAft>
        <a:buChar char="–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rtl="0" eaLnBrk="0" fontAlgn="base" hangingPunct="0">
        <a:spcBef>
          <a:spcPts val="0"/>
        </a:spcBef>
        <a:spcAft>
          <a:spcPts val="600"/>
        </a:spcAft>
        <a:buChar char="•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rtl="0" eaLnBrk="0" fontAlgn="base" hangingPunct="0">
        <a:spcBef>
          <a:spcPts val="0"/>
        </a:spcBef>
        <a:spcAft>
          <a:spcPts val="600"/>
        </a:spcAft>
        <a:buChar char="–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rtl="0" eaLnBrk="0" fontAlgn="base" hangingPunct="0">
        <a:spcBef>
          <a:spcPts val="0"/>
        </a:spcBef>
        <a:spcAft>
          <a:spcPts val="600"/>
        </a:spcAft>
        <a:buChar char="»"/>
        <a:defRPr sz="24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customXml" Target="../ink/ink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jpe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jpeg"/><Relationship Id="rId10" Type="http://schemas.openxmlformats.org/officeDocument/2006/relationships/image" Target="../media/image57.jpeg"/><Relationship Id="rId4" Type="http://schemas.openxmlformats.org/officeDocument/2006/relationships/image" Target="../media/image51.jpeg"/><Relationship Id="rId9" Type="http://schemas.openxmlformats.org/officeDocument/2006/relationships/image" Target="../media/image56.jpe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ilymotion.com/video/x3id8r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4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jpeg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3959376" y="2130426"/>
            <a:ext cx="7215443" cy="1470025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3959375" y="3886201"/>
            <a:ext cx="4273249" cy="584775"/>
          </a:xfrm>
        </p:spPr>
        <p:txBody>
          <a:bodyPr/>
          <a:lstStyle/>
          <a:p>
            <a:pPr algn="l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John Horn</a:t>
            </a:r>
          </a:p>
        </p:txBody>
      </p:sp>
      <p:pic>
        <p:nvPicPr>
          <p:cNvPr id="16" name="Picture 4" descr="M:\Admin\Logos\150206_jwb_race_ethnicity_0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13" y="-1"/>
            <a:ext cx="3237542" cy="466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ack background with red text&#10;&#10;Description automatically generated">
            <a:extLst>
              <a:ext uri="{FF2B5EF4-FFF2-40B4-BE49-F238E27FC236}">
                <a16:creationId xmlns:a16="http://schemas.microsoft.com/office/drawing/2014/main" id="{32EDC443-4449-6608-A2EC-779EA2229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" y="4908560"/>
            <a:ext cx="3133501" cy="128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24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AA5E-E755-C471-EB1B-07526374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course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43E21-6BDE-5F77-0FE2-C7F6A710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C739C6-6EE9-8326-D491-F0DBEB56BA15}"/>
              </a:ext>
            </a:extLst>
          </p:cNvPr>
          <p:cNvGrpSpPr/>
          <p:nvPr/>
        </p:nvGrpSpPr>
        <p:grpSpPr>
          <a:xfrm>
            <a:off x="609600" y="2042541"/>
            <a:ext cx="9960193" cy="1800494"/>
            <a:chOff x="609600" y="2242122"/>
            <a:chExt cx="9960193" cy="180049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83ACE88-D281-2B2B-BFDD-E0C45214BCDC}"/>
                </a:ext>
              </a:extLst>
            </p:cNvPr>
            <p:cNvSpPr/>
            <p:nvPr/>
          </p:nvSpPr>
          <p:spPr>
            <a:xfrm>
              <a:off x="609600" y="2242122"/>
              <a:ext cx="2083358" cy="87286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Structure</a:t>
              </a: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2E7DBB93-44AA-0DFA-714C-0AA4D2BE6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3247" y="2242123"/>
              <a:ext cx="7816546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No cold-calling (but still bring name-cards)</a:t>
              </a:r>
            </a:p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Follow the C-Suite</a:t>
              </a:r>
            </a:p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Additional readings on Canvas</a:t>
              </a:r>
            </a:p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Podcast episodes available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9B54C0-8F56-42E2-66D5-EA4DC54FDE2F}"/>
              </a:ext>
            </a:extLst>
          </p:cNvPr>
          <p:cNvGrpSpPr/>
          <p:nvPr/>
        </p:nvGrpSpPr>
        <p:grpSpPr>
          <a:xfrm>
            <a:off x="609600" y="3956543"/>
            <a:ext cx="9960193" cy="1277274"/>
            <a:chOff x="609600" y="3635564"/>
            <a:chExt cx="9960193" cy="1277274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B0F3C4D-A28E-3823-F464-55DAF4C582B7}"/>
                </a:ext>
              </a:extLst>
            </p:cNvPr>
            <p:cNvSpPr/>
            <p:nvPr/>
          </p:nvSpPr>
          <p:spPr>
            <a:xfrm>
              <a:off x="609600" y="3635564"/>
              <a:ext cx="2083358" cy="87286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Rules</a:t>
              </a: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31B0C8B4-6728-02D5-529E-E88DD8478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3247" y="3635565"/>
              <a:ext cx="7816546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Only use tablets/computers to take notes</a:t>
              </a:r>
            </a:p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All assignments are INDIVIDUAL – except for case submissions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07B60F-FBFC-F7F9-551B-1428DC79707D}"/>
              </a:ext>
            </a:extLst>
          </p:cNvPr>
          <p:cNvGrpSpPr/>
          <p:nvPr/>
        </p:nvGrpSpPr>
        <p:grpSpPr>
          <a:xfrm>
            <a:off x="609600" y="1021091"/>
            <a:ext cx="9960193" cy="907942"/>
            <a:chOff x="609600" y="1126755"/>
            <a:chExt cx="9960193" cy="907942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E1C5FAB4-B18C-70BD-AED9-8E8CCB0A81A8}"/>
                </a:ext>
              </a:extLst>
            </p:cNvPr>
            <p:cNvSpPr/>
            <p:nvPr/>
          </p:nvSpPr>
          <p:spPr>
            <a:xfrm>
              <a:off x="609600" y="1126755"/>
              <a:ext cx="2083358" cy="87286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Name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46F29BFB-EDCC-25B4-4384-88794D878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3247" y="1126756"/>
              <a:ext cx="7816546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John</a:t>
              </a:r>
            </a:p>
            <a:p>
              <a:pPr eaLnBrk="1" hangingPunct="1"/>
              <a:r>
                <a:rPr lang="en-US" altLang="en-US" kern="0" dirty="0">
                  <a:ea typeface="ＭＳ Ｐゴシック" pitchFamily="34" charset="-128"/>
                </a:rPr>
                <a:t>Not “professor,” or “sir,” or 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498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Comfort with microeconomics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D3E5DED9-9B8C-F154-0143-18A5795915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2494241"/>
                  </p:ext>
                </p:extLst>
              </p:nvPr>
            </p:nvGraphicFramePr>
            <p:xfrm>
              <a:off x="1507068" y="791633"/>
              <a:ext cx="8557682" cy="606636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D3E5DED9-9B8C-F154-0143-18A5795915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7068" y="791633"/>
                <a:ext cx="8557682" cy="60663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191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solidFill>
            <a:srgbClr val="A51417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Microeconomics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Competitive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115489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65853F-1ADF-A040-8189-4792218631CD}"/>
              </a:ext>
            </a:extLst>
          </p:cNvPr>
          <p:cNvSpPr txBox="1"/>
          <p:nvPr/>
        </p:nvSpPr>
        <p:spPr>
          <a:xfrm>
            <a:off x="297711" y="4040371"/>
            <a:ext cx="34449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Heart drives</a:t>
            </a:r>
          </a:p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(Passion)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FF71C6-EA14-F548-9A68-74189A698C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46" r="7889" b="20937"/>
          <a:stretch/>
        </p:blipFill>
        <p:spPr>
          <a:xfrm>
            <a:off x="967563" y="1658679"/>
            <a:ext cx="2105246" cy="1977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321FB0-B68C-1C42-8851-F91E4CD804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944" r="14024" b="18306"/>
          <a:stretch/>
        </p:blipFill>
        <p:spPr>
          <a:xfrm>
            <a:off x="4827180" y="1658680"/>
            <a:ext cx="1743741" cy="19776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8CD39D-8655-8049-A658-079806FCBF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777" t="13698" r="9415" b="32419"/>
          <a:stretch/>
        </p:blipFill>
        <p:spPr>
          <a:xfrm>
            <a:off x="8325293" y="1658680"/>
            <a:ext cx="2998382" cy="19749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1ABCB7-6795-0A47-A331-4C5659D2E45D}"/>
              </a:ext>
            </a:extLst>
          </p:cNvPr>
          <p:cNvSpPr txBox="1"/>
          <p:nvPr/>
        </p:nvSpPr>
        <p:spPr>
          <a:xfrm>
            <a:off x="3976575" y="4040371"/>
            <a:ext cx="34449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Head is intellect</a:t>
            </a:r>
          </a:p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(Analytics)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1B987-71AB-7043-8DD2-D8AF155E2852}"/>
              </a:ext>
            </a:extLst>
          </p:cNvPr>
          <p:cNvSpPr txBox="1"/>
          <p:nvPr/>
        </p:nvSpPr>
        <p:spPr>
          <a:xfrm>
            <a:off x="8102009" y="4040371"/>
            <a:ext cx="34449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Hands are math</a:t>
            </a:r>
          </a:p>
          <a:p>
            <a:pPr algn="ctr"/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(Execution)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739CF57-1904-9A2F-CF67-1DF34236F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approach our course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9A5DC2-16E6-E282-F998-4A1117C2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4AAF5B-45F6-55B2-C465-61F607689AD4}"/>
                  </a:ext>
                </a:extLst>
              </p14:cNvPr>
              <p14:cNvContentPartPr/>
              <p14:nvPr/>
            </p14:nvContentPartPr>
            <p14:xfrm>
              <a:off x="3387600" y="1064520"/>
              <a:ext cx="4734720" cy="551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4AAF5B-45F6-55B2-C465-61F607689A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71400" y="1048320"/>
                <a:ext cx="4767120" cy="55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24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EB87-133D-1E32-D393-A5451DAA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use math!!!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A281-7427-1C59-D643-22E14C04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13397-DA7A-8435-C012-ABE8F7155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93" y="1279191"/>
            <a:ext cx="5245100" cy="113030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F4837F1-0ACB-2940-E42B-40AF7D9C71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95260"/>
              </p:ext>
            </p:extLst>
          </p:nvPr>
        </p:nvGraphicFramePr>
        <p:xfrm>
          <a:off x="213946" y="2700868"/>
          <a:ext cx="5245100" cy="40047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9EC98429-59C9-232F-49E5-46C6826AD2D0}"/>
              </a:ext>
            </a:extLst>
          </p:cNvPr>
          <p:cNvGrpSpPr/>
          <p:nvPr/>
        </p:nvGrpSpPr>
        <p:grpSpPr>
          <a:xfrm>
            <a:off x="6256662" y="1482349"/>
            <a:ext cx="5501584" cy="4617663"/>
            <a:chOff x="6256662" y="1482349"/>
            <a:chExt cx="5501584" cy="461766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9F7D79-165B-F5B7-CA30-658EE626B74C}"/>
                </a:ext>
              </a:extLst>
            </p:cNvPr>
            <p:cNvGrpSpPr/>
            <p:nvPr/>
          </p:nvGrpSpPr>
          <p:grpSpPr>
            <a:xfrm>
              <a:off x="6256662" y="1482349"/>
              <a:ext cx="5501584" cy="4617663"/>
              <a:chOff x="4732662" y="1402407"/>
              <a:chExt cx="3764752" cy="5239294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F48987-E30E-74A2-84D8-662650FBD5EC}"/>
                  </a:ext>
                </a:extLst>
              </p:cNvPr>
              <p:cNvSpPr/>
              <p:nvPr/>
            </p:nvSpPr>
            <p:spPr>
              <a:xfrm>
                <a:off x="4732662" y="3909766"/>
                <a:ext cx="3764752" cy="2731935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8A5C3380-0E58-26FC-8013-3ADB57990C78}"/>
                  </a:ext>
                </a:extLst>
              </p:cNvPr>
              <p:cNvSpPr/>
              <p:nvPr/>
            </p:nvSpPr>
            <p:spPr>
              <a:xfrm>
                <a:off x="4732662" y="2313052"/>
                <a:ext cx="3764752" cy="364258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8D9BC42-3F69-2F1D-804E-3E5E641444E9}"/>
                  </a:ext>
                </a:extLst>
              </p:cNvPr>
              <p:cNvSpPr/>
              <p:nvPr/>
            </p:nvSpPr>
            <p:spPr>
              <a:xfrm>
                <a:off x="4732662" y="1402407"/>
                <a:ext cx="3764752" cy="2731935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DD0377D9-9722-F2DF-8CE3-6CDC01769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6679" y="2089130"/>
              <a:ext cx="4849028" cy="3924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Algebra?!?</a:t>
              </a:r>
            </a:p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Business decisions involve “unknowns” – variables (x, y)</a:t>
              </a:r>
            </a:p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“Golden rule”</a:t>
              </a:r>
            </a:p>
            <a:p>
              <a:pPr lvl="1"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Whatever you do on the left, do on the right</a:t>
              </a:r>
            </a:p>
            <a:p>
              <a:pPr eaLnBrk="1" hangingPunct="1"/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Khan Academy</a:t>
              </a:r>
            </a:p>
            <a:p>
              <a:pPr lvl="1" eaLnBrk="1" hangingPunct="1"/>
              <a:endPara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506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microeconomics?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4FB01B-46CA-F4FB-79EB-C73669AF9C8F}"/>
              </a:ext>
            </a:extLst>
          </p:cNvPr>
          <p:cNvGrpSpPr/>
          <p:nvPr/>
        </p:nvGrpSpPr>
        <p:grpSpPr>
          <a:xfrm>
            <a:off x="609600" y="4325962"/>
            <a:ext cx="10972800" cy="793985"/>
            <a:chOff x="609600" y="4185034"/>
            <a:chExt cx="10972800" cy="793985"/>
          </a:xfrm>
        </p:grpSpPr>
        <p:sp>
          <p:nvSpPr>
            <p:cNvPr id="13" name="Rounded Rectangle 5">
              <a:extLst>
                <a:ext uri="{FF2B5EF4-FFF2-40B4-BE49-F238E27FC236}">
                  <a16:creationId xmlns:a16="http://schemas.microsoft.com/office/drawing/2014/main" id="{55F50D56-27C7-7324-EF2D-443F6D6EA1E4}"/>
                </a:ext>
              </a:extLst>
            </p:cNvPr>
            <p:cNvSpPr/>
            <p:nvPr/>
          </p:nvSpPr>
          <p:spPr>
            <a:xfrm>
              <a:off x="609600" y="4185034"/>
              <a:ext cx="2667000" cy="793985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Equilibrium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0709DD44-E40C-9051-3975-491FEF041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4185035"/>
              <a:ext cx="81534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The outcome we get (or expect) in the economy </a:t>
              </a:r>
              <a:endParaRPr lang="en-US" altLang="ja-JP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B32F70F-9BB4-6794-17EE-1797F7EC570F}"/>
              </a:ext>
            </a:extLst>
          </p:cNvPr>
          <p:cNvGrpSpPr/>
          <p:nvPr/>
        </p:nvGrpSpPr>
        <p:grpSpPr>
          <a:xfrm>
            <a:off x="609600" y="1227912"/>
            <a:ext cx="10972800" cy="793985"/>
            <a:chOff x="609600" y="1122330"/>
            <a:chExt cx="10972800" cy="793985"/>
          </a:xfrm>
        </p:grpSpPr>
        <p:sp>
          <p:nvSpPr>
            <p:cNvPr id="12" name="Rounded Rectangle 1">
              <a:extLst>
                <a:ext uri="{FF2B5EF4-FFF2-40B4-BE49-F238E27FC236}">
                  <a16:creationId xmlns:a16="http://schemas.microsoft.com/office/drawing/2014/main" id="{15BD6389-6282-10A4-2161-305768DBB407}"/>
                </a:ext>
              </a:extLst>
            </p:cNvPr>
            <p:cNvSpPr/>
            <p:nvPr/>
          </p:nvSpPr>
          <p:spPr>
            <a:xfrm>
              <a:off x="609600" y="1122330"/>
              <a:ext cx="2667000" cy="793985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Scarcity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4C20BEF6-DD5C-7741-4D5E-057729088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1122331"/>
              <a:ext cx="81534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FontTx/>
                <a:buNone/>
              </a:pPr>
              <a:r>
                <a:rPr lang="en-US" altLang="en-US" sz="2800" kern="0" dirty="0">
                  <a:ea typeface="ＭＳ Ｐゴシック" pitchFamily="34" charset="-128"/>
                </a:rPr>
                <a:t>“You can’t always get what you want …”</a:t>
              </a: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8E823D9-77D6-8B21-271A-B220909E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70AF302-02E4-CEDD-6AD1-22249C84765E}"/>
              </a:ext>
            </a:extLst>
          </p:cNvPr>
          <p:cNvGrpSpPr/>
          <p:nvPr/>
        </p:nvGrpSpPr>
        <p:grpSpPr>
          <a:xfrm>
            <a:off x="609600" y="2207221"/>
            <a:ext cx="10972800" cy="954108"/>
            <a:chOff x="609600" y="2149746"/>
            <a:chExt cx="10972800" cy="954108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9C54EA8A-3297-EDCC-F519-5367A465CE5D}"/>
                </a:ext>
              </a:extLst>
            </p:cNvPr>
            <p:cNvSpPr/>
            <p:nvPr/>
          </p:nvSpPr>
          <p:spPr>
            <a:xfrm>
              <a:off x="609600" y="2149746"/>
              <a:ext cx="2667000" cy="793985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Optimization</a:t>
              </a: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E8E0AF54-EED7-7729-A200-F4A2DEC750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149747"/>
              <a:ext cx="815340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FontTx/>
                <a:buNone/>
              </a:pPr>
              <a:r>
                <a:rPr lang="en-US" altLang="en-US" sz="2800" kern="0" dirty="0">
                  <a:ea typeface="ＭＳ Ｐゴシック" pitchFamily="34" charset="-128"/>
                </a:rPr>
                <a:t>Each individual (consumers and firms) doing the best for themselves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5E1933-9C01-1A66-7D29-B7CD6F71A833}"/>
              </a:ext>
            </a:extLst>
          </p:cNvPr>
          <p:cNvGrpSpPr/>
          <p:nvPr/>
        </p:nvGrpSpPr>
        <p:grpSpPr>
          <a:xfrm>
            <a:off x="609600" y="3346653"/>
            <a:ext cx="10972800" cy="793985"/>
            <a:chOff x="609600" y="3136065"/>
            <a:chExt cx="10972800" cy="79398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8E0724F9-89CC-B7DA-325C-1643E262F4A7}"/>
                </a:ext>
              </a:extLst>
            </p:cNvPr>
            <p:cNvSpPr/>
            <p:nvPr/>
          </p:nvSpPr>
          <p:spPr>
            <a:xfrm>
              <a:off x="609600" y="3136065"/>
              <a:ext cx="2667000" cy="793985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Value</a:t>
              </a: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2F7E12E-6C4B-1FDA-1F77-70ACF46B7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3136066"/>
              <a:ext cx="81534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FontTx/>
                <a:buNone/>
              </a:pPr>
              <a:r>
                <a:rPr lang="en-US" altLang="en-US" sz="2800" kern="0" dirty="0">
                  <a:ea typeface="ＭＳ Ｐゴシック" pitchFamily="34" charset="-128"/>
                </a:rPr>
                <a:t>The net benefit individuals are trying to optimize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4520FC-B50D-1AFE-9516-8A4891A8F4C4}"/>
              </a:ext>
            </a:extLst>
          </p:cNvPr>
          <p:cNvGrpSpPr/>
          <p:nvPr/>
        </p:nvGrpSpPr>
        <p:grpSpPr>
          <a:xfrm>
            <a:off x="609600" y="5305270"/>
            <a:ext cx="10972800" cy="954108"/>
            <a:chOff x="609600" y="5199688"/>
            <a:chExt cx="10972800" cy="95410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D35DA49-DEBE-3C69-32D8-A935A647D1E2}"/>
                </a:ext>
              </a:extLst>
            </p:cNvPr>
            <p:cNvSpPr/>
            <p:nvPr/>
          </p:nvSpPr>
          <p:spPr>
            <a:xfrm>
              <a:off x="609600" y="5199688"/>
              <a:ext cx="2667000" cy="793985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Markets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1D1EBFF0-E484-3966-7806-008D7A1E2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5199689"/>
              <a:ext cx="8153400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FontTx/>
                <a:buNone/>
              </a:pPr>
              <a:r>
                <a:rPr lang="en-US" altLang="en-US" sz="2800" kern="0" dirty="0">
                  <a:ea typeface="ＭＳ Ｐゴシック" pitchFamily="34" charset="-128"/>
                </a:rPr>
                <a:t>Where individuals trade to create value and where equilibria are observed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312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BDBE-AF80-2307-EEE0-927B3E0A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7292"/>
            <a:ext cx="10972800" cy="646331"/>
          </a:xfrm>
        </p:spPr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589E1-C992-F128-12E1-9AD8BA5A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9754D19-8231-DA58-AFF1-2C9AD60DEEB8}"/>
              </a:ext>
            </a:extLst>
          </p:cNvPr>
          <p:cNvGrpSpPr/>
          <p:nvPr/>
        </p:nvGrpSpPr>
        <p:grpSpPr>
          <a:xfrm>
            <a:off x="1078992" y="1440798"/>
            <a:ext cx="10034015" cy="1305298"/>
            <a:chOff x="609600" y="892626"/>
            <a:chExt cx="10034015" cy="1305298"/>
          </a:xfrm>
        </p:grpSpPr>
        <p:sp>
          <p:nvSpPr>
            <p:cNvPr id="6" name="Rounded Rectangle 6">
              <a:extLst>
                <a:ext uri="{FF2B5EF4-FFF2-40B4-BE49-F238E27FC236}">
                  <a16:creationId xmlns:a16="http://schemas.microsoft.com/office/drawing/2014/main" id="{9E767737-DEE3-3772-790D-6F6190997BE0}"/>
                </a:ext>
              </a:extLst>
            </p:cNvPr>
            <p:cNvSpPr/>
            <p:nvPr/>
          </p:nvSpPr>
          <p:spPr>
            <a:xfrm>
              <a:off x="2069591" y="974207"/>
              <a:ext cx="8574023" cy="114213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7">
              <a:extLst>
                <a:ext uri="{FF2B5EF4-FFF2-40B4-BE49-F238E27FC236}">
                  <a16:creationId xmlns:a16="http://schemas.microsoft.com/office/drawing/2014/main" id="{6288B399-60E7-B75C-E206-E3477D314B6C}"/>
                </a:ext>
              </a:extLst>
            </p:cNvPr>
            <p:cNvSpPr/>
            <p:nvPr/>
          </p:nvSpPr>
          <p:spPr>
            <a:xfrm>
              <a:off x="682752" y="892626"/>
              <a:ext cx="1828800" cy="13052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Rounded Rectangle 8">
              <a:extLst>
                <a:ext uri="{FF2B5EF4-FFF2-40B4-BE49-F238E27FC236}">
                  <a16:creationId xmlns:a16="http://schemas.microsoft.com/office/drawing/2014/main" id="{AC4CAD10-2EA5-646D-32BE-9A1F12018936}"/>
                </a:ext>
              </a:extLst>
            </p:cNvPr>
            <p:cNvSpPr/>
            <p:nvPr/>
          </p:nvSpPr>
          <p:spPr>
            <a:xfrm>
              <a:off x="609600" y="974207"/>
              <a:ext cx="1810512" cy="114213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Funding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8CE20BC6-6061-F969-5D62-C649F8EBD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4390" y="1322137"/>
              <a:ext cx="80092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E.g., income, equity, debt, fundraising, taxes/debt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3DF79B1-CF71-B26E-6A88-9627EC8B6483}"/>
              </a:ext>
            </a:extLst>
          </p:cNvPr>
          <p:cNvGrpSpPr/>
          <p:nvPr/>
        </p:nvGrpSpPr>
        <p:grpSpPr>
          <a:xfrm>
            <a:off x="1078992" y="2987378"/>
            <a:ext cx="10034015" cy="1305298"/>
            <a:chOff x="609600" y="2280916"/>
            <a:chExt cx="10034015" cy="1305298"/>
          </a:xfrm>
        </p:grpSpPr>
        <p:sp>
          <p:nvSpPr>
            <p:cNvPr id="11" name="Rounded Rectangle 11">
              <a:extLst>
                <a:ext uri="{FF2B5EF4-FFF2-40B4-BE49-F238E27FC236}">
                  <a16:creationId xmlns:a16="http://schemas.microsoft.com/office/drawing/2014/main" id="{3D5D32BB-D275-8D07-EB0C-642C68FE525A}"/>
                </a:ext>
              </a:extLst>
            </p:cNvPr>
            <p:cNvSpPr/>
            <p:nvPr/>
          </p:nvSpPr>
          <p:spPr>
            <a:xfrm>
              <a:off x="2069591" y="2362497"/>
              <a:ext cx="8574023" cy="114213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2">
              <a:extLst>
                <a:ext uri="{FF2B5EF4-FFF2-40B4-BE49-F238E27FC236}">
                  <a16:creationId xmlns:a16="http://schemas.microsoft.com/office/drawing/2014/main" id="{647AC887-5190-B37A-E7A2-96A5D93756F0}"/>
                </a:ext>
              </a:extLst>
            </p:cNvPr>
            <p:cNvSpPr/>
            <p:nvPr/>
          </p:nvSpPr>
          <p:spPr>
            <a:xfrm>
              <a:off x="682752" y="2280916"/>
              <a:ext cx="1828800" cy="13052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13">
              <a:extLst>
                <a:ext uri="{FF2B5EF4-FFF2-40B4-BE49-F238E27FC236}">
                  <a16:creationId xmlns:a16="http://schemas.microsoft.com/office/drawing/2014/main" id="{84F4A028-04F8-CE17-C998-B1A8CE21B198}"/>
                </a:ext>
              </a:extLst>
            </p:cNvPr>
            <p:cNvSpPr/>
            <p:nvPr/>
          </p:nvSpPr>
          <p:spPr>
            <a:xfrm>
              <a:off x="609600" y="2362497"/>
              <a:ext cx="1810512" cy="114213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Tangible resources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2A322163-0D29-7E00-09A0-F99F1081B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4390" y="2702733"/>
              <a:ext cx="80092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E.g., minerals, agricultural products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FA88545-EA2B-4CDB-1A46-5AAF287135E8}"/>
              </a:ext>
            </a:extLst>
          </p:cNvPr>
          <p:cNvGrpSpPr/>
          <p:nvPr/>
        </p:nvGrpSpPr>
        <p:grpSpPr>
          <a:xfrm>
            <a:off x="1078992" y="4533958"/>
            <a:ext cx="10034015" cy="1305298"/>
            <a:chOff x="609600" y="3669206"/>
            <a:chExt cx="10034015" cy="1305298"/>
          </a:xfrm>
        </p:grpSpPr>
        <p:sp>
          <p:nvSpPr>
            <p:cNvPr id="16" name="Rounded Rectangle 16">
              <a:extLst>
                <a:ext uri="{FF2B5EF4-FFF2-40B4-BE49-F238E27FC236}">
                  <a16:creationId xmlns:a16="http://schemas.microsoft.com/office/drawing/2014/main" id="{3C1B106D-B0FD-AE27-880D-19589F02D4C7}"/>
                </a:ext>
              </a:extLst>
            </p:cNvPr>
            <p:cNvSpPr/>
            <p:nvPr/>
          </p:nvSpPr>
          <p:spPr>
            <a:xfrm>
              <a:off x="2069591" y="3750787"/>
              <a:ext cx="8574023" cy="114213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Rounded Rectangle 17">
              <a:extLst>
                <a:ext uri="{FF2B5EF4-FFF2-40B4-BE49-F238E27FC236}">
                  <a16:creationId xmlns:a16="http://schemas.microsoft.com/office/drawing/2014/main" id="{35684A6A-20BD-2CD8-5383-384D6053E222}"/>
                </a:ext>
              </a:extLst>
            </p:cNvPr>
            <p:cNvSpPr/>
            <p:nvPr/>
          </p:nvSpPr>
          <p:spPr>
            <a:xfrm>
              <a:off x="682752" y="3669206"/>
              <a:ext cx="1828800" cy="13052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Rounded Rectangle 18">
              <a:extLst>
                <a:ext uri="{FF2B5EF4-FFF2-40B4-BE49-F238E27FC236}">
                  <a16:creationId xmlns:a16="http://schemas.microsoft.com/office/drawing/2014/main" id="{04B7C11F-A09E-360F-7978-027010F3D3EA}"/>
                </a:ext>
              </a:extLst>
            </p:cNvPr>
            <p:cNvSpPr/>
            <p:nvPr/>
          </p:nvSpPr>
          <p:spPr>
            <a:xfrm>
              <a:off x="609600" y="3750787"/>
              <a:ext cx="1810512" cy="114213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Intangible resources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7FA72AC2-6B1B-33B3-29A4-625AFCC5E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4390" y="4091023"/>
              <a:ext cx="80092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E.g., time, attention, knowledge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1EF54AEC-EB4C-5264-96D1-7AF8752FE6E3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3145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BDBE-AF80-2307-EEE0-927B3E0A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7292"/>
            <a:ext cx="10972800" cy="646331"/>
          </a:xfrm>
        </p:spPr>
        <p:txBody>
          <a:bodyPr/>
          <a:lstStyle/>
          <a:p>
            <a:r>
              <a:rPr lang="en-US" dirty="0"/>
              <a:t>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589E1-C992-F128-12E1-9AD8BA5A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34B84E-0188-83E8-F558-AA9C013BD5E8}"/>
              </a:ext>
            </a:extLst>
          </p:cNvPr>
          <p:cNvGrpSpPr/>
          <p:nvPr/>
        </p:nvGrpSpPr>
        <p:grpSpPr>
          <a:xfrm>
            <a:off x="1783080" y="2023728"/>
            <a:ext cx="8812530" cy="1305298"/>
            <a:chOff x="868680" y="1440798"/>
            <a:chExt cx="8812530" cy="1305298"/>
          </a:xfrm>
        </p:grpSpPr>
        <p:sp>
          <p:nvSpPr>
            <p:cNvPr id="6" name="Rounded Rectangle 6">
              <a:extLst>
                <a:ext uri="{FF2B5EF4-FFF2-40B4-BE49-F238E27FC236}">
                  <a16:creationId xmlns:a16="http://schemas.microsoft.com/office/drawing/2014/main" id="{9E767737-DEE3-3772-790D-6F6190997BE0}"/>
                </a:ext>
              </a:extLst>
            </p:cNvPr>
            <p:cNvSpPr/>
            <p:nvPr/>
          </p:nvSpPr>
          <p:spPr>
            <a:xfrm>
              <a:off x="2538983" y="1522379"/>
              <a:ext cx="7142227" cy="114213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7">
              <a:extLst>
                <a:ext uri="{FF2B5EF4-FFF2-40B4-BE49-F238E27FC236}">
                  <a16:creationId xmlns:a16="http://schemas.microsoft.com/office/drawing/2014/main" id="{6288B399-60E7-B75C-E206-E3477D314B6C}"/>
                </a:ext>
              </a:extLst>
            </p:cNvPr>
            <p:cNvSpPr/>
            <p:nvPr/>
          </p:nvSpPr>
          <p:spPr>
            <a:xfrm>
              <a:off x="1152144" y="1440798"/>
              <a:ext cx="1828800" cy="13052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Rounded Rectangle 8">
              <a:extLst>
                <a:ext uri="{FF2B5EF4-FFF2-40B4-BE49-F238E27FC236}">
                  <a16:creationId xmlns:a16="http://schemas.microsoft.com/office/drawing/2014/main" id="{AC4CAD10-2EA5-646D-32BE-9A1F12018936}"/>
                </a:ext>
              </a:extLst>
            </p:cNvPr>
            <p:cNvSpPr/>
            <p:nvPr/>
          </p:nvSpPr>
          <p:spPr>
            <a:xfrm>
              <a:off x="868680" y="1522379"/>
              <a:ext cx="2020824" cy="114213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Goal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8CE20BC6-6061-F969-5D62-C649F8EBD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783" y="1870309"/>
              <a:ext cx="64174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What objective are you trying to achieve?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93A531-9FBB-8166-BA93-2B1B309F2223}"/>
              </a:ext>
            </a:extLst>
          </p:cNvPr>
          <p:cNvGrpSpPr/>
          <p:nvPr/>
        </p:nvGrpSpPr>
        <p:grpSpPr>
          <a:xfrm>
            <a:off x="1783080" y="3898063"/>
            <a:ext cx="8812530" cy="1305298"/>
            <a:chOff x="868680" y="2987378"/>
            <a:chExt cx="8812530" cy="1305298"/>
          </a:xfrm>
        </p:grpSpPr>
        <p:sp>
          <p:nvSpPr>
            <p:cNvPr id="11" name="Rounded Rectangle 11">
              <a:extLst>
                <a:ext uri="{FF2B5EF4-FFF2-40B4-BE49-F238E27FC236}">
                  <a16:creationId xmlns:a16="http://schemas.microsoft.com/office/drawing/2014/main" id="{3D5D32BB-D275-8D07-EB0C-642C68FE525A}"/>
                </a:ext>
              </a:extLst>
            </p:cNvPr>
            <p:cNvSpPr/>
            <p:nvPr/>
          </p:nvSpPr>
          <p:spPr>
            <a:xfrm>
              <a:off x="2538983" y="3068959"/>
              <a:ext cx="7142227" cy="114213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2">
              <a:extLst>
                <a:ext uri="{FF2B5EF4-FFF2-40B4-BE49-F238E27FC236}">
                  <a16:creationId xmlns:a16="http://schemas.microsoft.com/office/drawing/2014/main" id="{647AC887-5190-B37A-E7A2-96A5D93756F0}"/>
                </a:ext>
              </a:extLst>
            </p:cNvPr>
            <p:cNvSpPr/>
            <p:nvPr/>
          </p:nvSpPr>
          <p:spPr>
            <a:xfrm>
              <a:off x="1152144" y="2987378"/>
              <a:ext cx="1828800" cy="13052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13">
              <a:extLst>
                <a:ext uri="{FF2B5EF4-FFF2-40B4-BE49-F238E27FC236}">
                  <a16:creationId xmlns:a16="http://schemas.microsoft.com/office/drawing/2014/main" id="{84F4A028-04F8-CE17-C998-B1A8CE21B198}"/>
                </a:ext>
              </a:extLst>
            </p:cNvPr>
            <p:cNvSpPr/>
            <p:nvPr/>
          </p:nvSpPr>
          <p:spPr>
            <a:xfrm>
              <a:off x="868680" y="3068959"/>
              <a:ext cx="2020824" cy="114213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Constraints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2A322163-0D29-7E00-09A0-F99F1081B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782" y="3409195"/>
              <a:ext cx="64174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Scarcity!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1EF54AEC-EB4C-5264-96D1-7AF8752FE6E3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821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Value: A framework for optimal decision-making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7AF752-C162-7275-2B31-1A15D1E9BCCE}"/>
              </a:ext>
            </a:extLst>
          </p:cNvPr>
          <p:cNvGrpSpPr/>
          <p:nvPr/>
        </p:nvGrpSpPr>
        <p:grpSpPr>
          <a:xfrm>
            <a:off x="960519" y="1585789"/>
            <a:ext cx="3311154" cy="4426391"/>
            <a:chOff x="960519" y="1208599"/>
            <a:chExt cx="3311154" cy="442639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36FC4F1-86B2-ECA1-B88F-3A3D4A6DAE8B}"/>
                </a:ext>
              </a:extLst>
            </p:cNvPr>
            <p:cNvGrpSpPr/>
            <p:nvPr/>
          </p:nvGrpSpPr>
          <p:grpSpPr>
            <a:xfrm>
              <a:off x="960519" y="1208599"/>
              <a:ext cx="3311154" cy="4426391"/>
              <a:chOff x="396606" y="1046166"/>
              <a:chExt cx="2679852" cy="5637952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41199CA-1D03-028F-A76D-FC5BD372D7F7}"/>
                  </a:ext>
                </a:extLst>
              </p:cNvPr>
              <p:cNvSpPr/>
              <p:nvPr/>
            </p:nvSpPr>
            <p:spPr>
              <a:xfrm>
                <a:off x="396606" y="3846724"/>
                <a:ext cx="2679852" cy="2837394"/>
              </a:xfrm>
              <a:prstGeom prst="ellipse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8" name="Rounded Rectangle 8">
                <a:extLst>
                  <a:ext uri="{FF2B5EF4-FFF2-40B4-BE49-F238E27FC236}">
                    <a16:creationId xmlns:a16="http://schemas.microsoft.com/office/drawing/2014/main" id="{90F43607-0022-22FF-5301-BC61E9E7A048}"/>
                  </a:ext>
                </a:extLst>
              </p:cNvPr>
              <p:cNvSpPr/>
              <p:nvPr/>
            </p:nvSpPr>
            <p:spPr>
              <a:xfrm>
                <a:off x="396606" y="1991964"/>
                <a:ext cx="2679852" cy="3783192"/>
              </a:xfrm>
              <a:prstGeom prst="roundRect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C7264DE-6DE9-DBC8-7310-74C925913007}"/>
                  </a:ext>
                </a:extLst>
              </p:cNvPr>
              <p:cNvSpPr/>
              <p:nvPr/>
            </p:nvSpPr>
            <p:spPr>
              <a:xfrm>
                <a:off x="396606" y="1046166"/>
                <a:ext cx="2679852" cy="2837394"/>
              </a:xfrm>
              <a:prstGeom prst="ellipse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59ED92-D024-3805-BBBC-9350E6A9A311}"/>
                </a:ext>
              </a:extLst>
            </p:cNvPr>
            <p:cNvSpPr/>
            <p:nvPr/>
          </p:nvSpPr>
          <p:spPr>
            <a:xfrm>
              <a:off x="1055805" y="2048492"/>
              <a:ext cx="3117183" cy="16927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6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An </a:t>
              </a:r>
              <a:r>
                <a:rPr lang="en-US" altLang="en-US" sz="26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activity level</a:t>
              </a:r>
              <a:endParaRPr lang="en-US" altLang="en-US" sz="26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  <a:p>
              <a:pPr marL="342900" lvl="1" indent="-342900">
                <a:buFont typeface="Arial" panose="020B0604020202020204" pitchFamily="34" charset="0"/>
                <a:buChar char="•"/>
              </a:pPr>
              <a:r>
                <a:rPr lang="en-US" altLang="en-US" sz="26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Output</a:t>
              </a:r>
            </a:p>
            <a:p>
              <a:pPr marL="342900" lvl="1" indent="-342900">
                <a:buFont typeface="Arial" panose="020B0604020202020204" pitchFamily="34" charset="0"/>
                <a:buChar char="•"/>
              </a:pPr>
              <a:r>
                <a:rPr lang="en-US" altLang="en-US" sz="2600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Amount of time studying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D2B4BC4-B58E-ED70-3950-F4CB90777E9A}"/>
                </a:ext>
              </a:extLst>
            </p:cNvPr>
            <p:cNvSpPr/>
            <p:nvPr/>
          </p:nvSpPr>
          <p:spPr>
            <a:xfrm>
              <a:off x="1055805" y="1360358"/>
              <a:ext cx="3117183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600" b="1" i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x</a:t>
              </a:r>
              <a:endParaRPr lang="en-US" altLang="en-US" sz="26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B710441-3931-D979-36CF-A3BEC5F714EB}"/>
              </a:ext>
            </a:extLst>
          </p:cNvPr>
          <p:cNvGrpSpPr/>
          <p:nvPr/>
        </p:nvGrpSpPr>
        <p:grpSpPr>
          <a:xfrm>
            <a:off x="8113060" y="1585789"/>
            <a:ext cx="3311154" cy="4426391"/>
            <a:chOff x="8113060" y="1208599"/>
            <a:chExt cx="3311154" cy="442639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CE9EC11-6563-C352-A0EF-67F239243930}"/>
                </a:ext>
              </a:extLst>
            </p:cNvPr>
            <p:cNvGrpSpPr/>
            <p:nvPr/>
          </p:nvGrpSpPr>
          <p:grpSpPr>
            <a:xfrm>
              <a:off x="8113060" y="1208599"/>
              <a:ext cx="3311154" cy="4426391"/>
              <a:chOff x="6078554" y="1046166"/>
              <a:chExt cx="2679852" cy="5637952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A6268F9-E8E6-D4D7-9A8C-933CD81CAFEE}"/>
                  </a:ext>
                </a:extLst>
              </p:cNvPr>
              <p:cNvSpPr/>
              <p:nvPr/>
            </p:nvSpPr>
            <p:spPr>
              <a:xfrm>
                <a:off x="6078554" y="3846724"/>
                <a:ext cx="2679852" cy="283739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5" name="Rounded Rectangle 16">
                <a:extLst>
                  <a:ext uri="{FF2B5EF4-FFF2-40B4-BE49-F238E27FC236}">
                    <a16:creationId xmlns:a16="http://schemas.microsoft.com/office/drawing/2014/main" id="{D8AF109A-3677-3B98-2F92-ED23580B2A0C}"/>
                  </a:ext>
                </a:extLst>
              </p:cNvPr>
              <p:cNvSpPr/>
              <p:nvPr/>
            </p:nvSpPr>
            <p:spPr>
              <a:xfrm>
                <a:off x="6078554" y="1991964"/>
                <a:ext cx="2679852" cy="3783192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E37E5EA-ADF5-6C1E-D324-5B5C24BA4262}"/>
                  </a:ext>
                </a:extLst>
              </p:cNvPr>
              <p:cNvSpPr/>
              <p:nvPr/>
            </p:nvSpPr>
            <p:spPr>
              <a:xfrm>
                <a:off x="6078554" y="1046166"/>
                <a:ext cx="2679852" cy="283739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F8F77B5-9390-1076-A696-2C3FDF11637B}"/>
                </a:ext>
              </a:extLst>
            </p:cNvPr>
            <p:cNvSpPr/>
            <p:nvPr/>
          </p:nvSpPr>
          <p:spPr>
            <a:xfrm>
              <a:off x="8210045" y="2048492"/>
              <a:ext cx="3117183" cy="24929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600" dirty="0">
                  <a:latin typeface="Source Sans Pro" panose="020B0503030403020204" pitchFamily="34" charset="0"/>
                </a:rPr>
                <a:t>Total </a:t>
              </a:r>
              <a:r>
                <a:rPr lang="en-US" altLang="en-US" sz="2600" b="1" dirty="0">
                  <a:latin typeface="Source Sans Pro" panose="020B0503030403020204" pitchFamily="34" charset="0"/>
                </a:rPr>
                <a:t>costs</a:t>
              </a:r>
              <a:r>
                <a:rPr lang="en-US" altLang="en-US" sz="2600" dirty="0">
                  <a:latin typeface="Source Sans Pro" panose="020B0503030403020204" pitchFamily="34" charset="0"/>
                </a:rPr>
                <a:t> you incur from activity at level x</a:t>
              </a:r>
            </a:p>
            <a:p>
              <a:pPr marL="342900" lvl="1" indent="-342900">
                <a:buFont typeface="Arial" panose="020B0604020202020204" pitchFamily="34" charset="0"/>
                <a:buChar char="•"/>
              </a:pPr>
              <a:r>
                <a:rPr lang="en-US" altLang="en-US" sz="2600" dirty="0">
                  <a:latin typeface="Source Sans Pro" panose="020B0503030403020204" pitchFamily="34" charset="0"/>
                </a:rPr>
                <a:t>Wages</a:t>
              </a:r>
            </a:p>
            <a:p>
              <a:pPr marL="342900" lvl="1" indent="-342900">
                <a:buFont typeface="Arial" panose="020B0604020202020204" pitchFamily="34" charset="0"/>
                <a:buChar char="•"/>
              </a:pPr>
              <a:r>
                <a:rPr lang="en-US" altLang="en-US" sz="2600" dirty="0">
                  <a:latin typeface="Source Sans Pro" panose="020B0503030403020204" pitchFamily="34" charset="0"/>
                </a:rPr>
                <a:t>Time spent away from family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E4126C-4B1A-7C73-A6F4-775CD445EF73}"/>
                </a:ext>
              </a:extLst>
            </p:cNvPr>
            <p:cNvSpPr/>
            <p:nvPr/>
          </p:nvSpPr>
          <p:spPr>
            <a:xfrm>
              <a:off x="8210045" y="1360358"/>
              <a:ext cx="3117183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600" b="1" dirty="0">
                  <a:latin typeface="Source Sans Pro" panose="020B0503030403020204" pitchFamily="34" charset="0"/>
                </a:rPr>
                <a:t>C(</a:t>
              </a:r>
              <a:r>
                <a:rPr lang="en-US" altLang="en-US" sz="2600" b="1" i="1" dirty="0">
                  <a:latin typeface="Source Sans Pro" panose="020B0503030403020204" pitchFamily="34" charset="0"/>
                </a:rPr>
                <a:t>x</a:t>
              </a:r>
              <a:r>
                <a:rPr lang="en-US" altLang="en-US" sz="2600" b="1" dirty="0">
                  <a:latin typeface="Source Sans Pro" panose="020B0503030403020204" pitchFamily="34" charset="0"/>
                </a:rPr>
                <a:t>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4898A03-F433-227E-36EF-B1DA5571858D}"/>
              </a:ext>
            </a:extLst>
          </p:cNvPr>
          <p:cNvGrpSpPr/>
          <p:nvPr/>
        </p:nvGrpSpPr>
        <p:grpSpPr>
          <a:xfrm>
            <a:off x="4536790" y="1585789"/>
            <a:ext cx="3311154" cy="4426391"/>
            <a:chOff x="4536790" y="1208599"/>
            <a:chExt cx="3311154" cy="442639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D52094C-2086-591A-102C-B9789AEFC208}"/>
                </a:ext>
              </a:extLst>
            </p:cNvPr>
            <p:cNvGrpSpPr/>
            <p:nvPr/>
          </p:nvGrpSpPr>
          <p:grpSpPr>
            <a:xfrm>
              <a:off x="4536790" y="1208599"/>
              <a:ext cx="3311154" cy="4426391"/>
              <a:chOff x="3237580" y="1046166"/>
              <a:chExt cx="2679852" cy="5637952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6E178879-B0DB-4223-AD20-8C500AC33A1B}"/>
                  </a:ext>
                </a:extLst>
              </p:cNvPr>
              <p:cNvSpPr/>
              <p:nvPr/>
            </p:nvSpPr>
            <p:spPr>
              <a:xfrm>
                <a:off x="3237580" y="3846724"/>
                <a:ext cx="2679852" cy="283739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45" name="Rounded Rectangle 41">
                <a:extLst>
                  <a:ext uri="{FF2B5EF4-FFF2-40B4-BE49-F238E27FC236}">
                    <a16:creationId xmlns:a16="http://schemas.microsoft.com/office/drawing/2014/main" id="{57E9F5A4-2FCD-6E67-F26A-B8E3D65FE08D}"/>
                  </a:ext>
                </a:extLst>
              </p:cNvPr>
              <p:cNvSpPr/>
              <p:nvPr/>
            </p:nvSpPr>
            <p:spPr>
              <a:xfrm>
                <a:off x="3237580" y="1991964"/>
                <a:ext cx="2679852" cy="3783192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798F4E93-963D-458C-9528-890E6236DDC6}"/>
                  </a:ext>
                </a:extLst>
              </p:cNvPr>
              <p:cNvSpPr/>
              <p:nvPr/>
            </p:nvSpPr>
            <p:spPr>
              <a:xfrm>
                <a:off x="3237580" y="1046166"/>
                <a:ext cx="2679852" cy="283739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74FF842-F85C-8970-7006-BF4398914D1B}"/>
                </a:ext>
              </a:extLst>
            </p:cNvPr>
            <p:cNvSpPr/>
            <p:nvPr/>
          </p:nvSpPr>
          <p:spPr>
            <a:xfrm>
              <a:off x="4633775" y="1360358"/>
              <a:ext cx="3117183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600" b="1" dirty="0">
                  <a:latin typeface="Source Sans Pro" panose="020B0503030403020204" pitchFamily="34" charset="0"/>
                </a:rPr>
                <a:t>B(</a:t>
              </a:r>
              <a:r>
                <a:rPr lang="en-US" altLang="en-US" sz="2600" b="1" i="1" dirty="0">
                  <a:latin typeface="Source Sans Pro" panose="020B0503030403020204" pitchFamily="34" charset="0"/>
                </a:rPr>
                <a:t>x</a:t>
              </a:r>
              <a:r>
                <a:rPr lang="en-US" altLang="en-US" sz="2600" b="1" dirty="0">
                  <a:latin typeface="Source Sans Pro" panose="020B0503030403020204" pitchFamily="34" charset="0"/>
                </a:rPr>
                <a:t>)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05B2D20-825E-1ACF-4D6F-3BECFDE1B402}"/>
                </a:ext>
              </a:extLst>
            </p:cNvPr>
            <p:cNvSpPr/>
            <p:nvPr/>
          </p:nvSpPr>
          <p:spPr>
            <a:xfrm>
              <a:off x="4633775" y="2048492"/>
              <a:ext cx="3117183" cy="20928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600" dirty="0">
                  <a:latin typeface="Source Sans Pro" panose="020B0503030403020204" pitchFamily="34" charset="0"/>
                </a:rPr>
                <a:t>Total </a:t>
              </a:r>
              <a:r>
                <a:rPr lang="en-US" altLang="en-US" sz="2600" b="1" dirty="0">
                  <a:latin typeface="Source Sans Pro" panose="020B0503030403020204" pitchFamily="34" charset="0"/>
                </a:rPr>
                <a:t>benefits</a:t>
              </a:r>
              <a:r>
                <a:rPr lang="en-US" altLang="en-US" sz="2600" dirty="0">
                  <a:latin typeface="Source Sans Pro" panose="020B0503030403020204" pitchFamily="34" charset="0"/>
                </a:rPr>
                <a:t> you receive from activity at level x</a:t>
              </a:r>
            </a:p>
            <a:p>
              <a:pPr marL="342900" lvl="1" indent="-342900">
                <a:buFont typeface="Arial" panose="020B0604020202020204" pitchFamily="34" charset="0"/>
                <a:buChar char="•"/>
              </a:pPr>
              <a:r>
                <a:rPr lang="en-US" altLang="en-US" sz="2600" dirty="0">
                  <a:latin typeface="Source Sans Pro" panose="020B0503030403020204" pitchFamily="34" charset="0"/>
                </a:rPr>
                <a:t>Revenues</a:t>
              </a:r>
            </a:p>
            <a:p>
              <a:pPr marL="342900" lvl="1" indent="-342900">
                <a:buFont typeface="Arial" panose="020B0604020202020204" pitchFamily="34" charset="0"/>
                <a:buChar char="•"/>
              </a:pPr>
              <a:r>
                <a:rPr lang="en-US" altLang="en-US" sz="2600" dirty="0">
                  <a:latin typeface="Source Sans Pro" panose="020B0503030403020204" pitchFamily="34" charset="0"/>
                </a:rPr>
                <a:t>Grade</a:t>
              </a:r>
            </a:p>
          </p:txBody>
        </p:sp>
      </p:grp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EA2DFAD5-FCFE-BC6B-A4C9-B54B2113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DBD430-A1A3-D0D1-4BE4-BDA806CC37A7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Value: The objective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DBEE1AE-CC39-9039-863D-7D5190E5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02EB616A-4D55-60B7-5376-231875537524}"/>
              </a:ext>
            </a:extLst>
          </p:cNvPr>
          <p:cNvSpPr/>
          <p:nvPr/>
        </p:nvSpPr>
        <p:spPr>
          <a:xfrm>
            <a:off x="375316" y="3264197"/>
            <a:ext cx="1881720" cy="765545"/>
          </a:xfrm>
          <a:prstGeom prst="round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Consumers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38AD66A6-E0D3-2B95-0E57-2DBD55A04219}"/>
              </a:ext>
            </a:extLst>
          </p:cNvPr>
          <p:cNvSpPr/>
          <p:nvPr/>
        </p:nvSpPr>
        <p:spPr>
          <a:xfrm>
            <a:off x="6103455" y="3264197"/>
            <a:ext cx="1881720" cy="765545"/>
          </a:xfrm>
          <a:prstGeom prst="round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Producers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8BE88-C204-7CFC-81C2-B82A257E8C65}"/>
              </a:ext>
            </a:extLst>
          </p:cNvPr>
          <p:cNvSpPr txBox="1"/>
          <p:nvPr/>
        </p:nvSpPr>
        <p:spPr>
          <a:xfrm>
            <a:off x="2257036" y="3264197"/>
            <a:ext cx="369096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benefits (e.g., happiness, utility) for the same price: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better value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Same benefits, but a lower price: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better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32FF4-67AA-7783-FEA9-53AB865F1596}"/>
              </a:ext>
            </a:extLst>
          </p:cNvPr>
          <p:cNvSpPr txBox="1"/>
          <p:nvPr/>
        </p:nvSpPr>
        <p:spPr>
          <a:xfrm>
            <a:off x="8006195" y="3264197"/>
            <a:ext cx="36909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More revenue for the same costs: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create value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Same revenue, but lower costs: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create value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E81931-EB4A-7A34-F18B-333E45747E4F}"/>
              </a:ext>
            </a:extLst>
          </p:cNvPr>
          <p:cNvSpPr txBox="1">
            <a:spLocks/>
          </p:cNvSpPr>
          <p:nvPr/>
        </p:nvSpPr>
        <p:spPr bwMode="auto">
          <a:xfrm>
            <a:off x="1382233" y="1185706"/>
            <a:ext cx="9388548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altLang="en-US" sz="2800" kern="0">
                <a:ea typeface="ＭＳ Ｐゴシック" pitchFamily="34" charset="-128"/>
              </a:rPr>
              <a:t>Goal is to choose </a:t>
            </a:r>
            <a:r>
              <a:rPr lang="en-US" altLang="en-US" sz="2800" i="1" kern="0">
                <a:ea typeface="ＭＳ Ｐゴシック" pitchFamily="34" charset="-128"/>
              </a:rPr>
              <a:t>x</a:t>
            </a:r>
            <a:r>
              <a:rPr lang="en-US" altLang="en-US" sz="2800" kern="0">
                <a:ea typeface="ＭＳ Ｐゴシック" pitchFamily="34" charset="-128"/>
              </a:rPr>
              <a:t> to:</a:t>
            </a:r>
          </a:p>
          <a:p>
            <a:pPr algn="ctr"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max {B(</a:t>
            </a:r>
            <a:r>
              <a:rPr lang="en-US" altLang="en-US" sz="2800" i="1" kern="0">
                <a:ea typeface="ＭＳ Ｐゴシック" pitchFamily="34" charset="-128"/>
              </a:rPr>
              <a:t>x</a:t>
            </a:r>
            <a:r>
              <a:rPr lang="en-US" altLang="en-US" sz="2800" kern="0">
                <a:ea typeface="ＭＳ Ｐゴシック" pitchFamily="34" charset="-128"/>
              </a:rPr>
              <a:t>) – C(</a:t>
            </a:r>
            <a:r>
              <a:rPr lang="en-US" altLang="en-US" sz="2800" i="1" kern="0">
                <a:ea typeface="ＭＳ Ｐゴシック" pitchFamily="34" charset="-128"/>
              </a:rPr>
              <a:t>x</a:t>
            </a:r>
            <a:r>
              <a:rPr lang="en-US" altLang="en-US" sz="2800" kern="0">
                <a:ea typeface="ＭＳ Ｐゴシック" pitchFamily="34" charset="-128"/>
              </a:rPr>
              <a:t>)}</a:t>
            </a:r>
          </a:p>
          <a:p>
            <a:r>
              <a:rPr lang="en-US" altLang="en-US" sz="2800" kern="0">
                <a:ea typeface="ＭＳ Ｐゴシック" pitchFamily="34" charset="-128"/>
              </a:rPr>
              <a:t>We can call B(x) – C(x) the </a:t>
            </a:r>
            <a:r>
              <a:rPr lang="en-US" altLang="en-US" sz="2800" b="1" kern="0">
                <a:ea typeface="ＭＳ Ｐゴシック" pitchFamily="34" charset="-128"/>
              </a:rPr>
              <a:t>“value”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4FB96A-BB94-1A6A-6D02-095CFE347881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Value: The optimization</a:t>
            </a:r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A2600850-4DB8-384A-56EC-87D158C9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63836B-A35D-088A-39DA-99B1A9DE15A2}"/>
              </a:ext>
            </a:extLst>
          </p:cNvPr>
          <p:cNvSpPr/>
          <p:nvPr/>
        </p:nvSpPr>
        <p:spPr>
          <a:xfrm>
            <a:off x="1402140" y="5427044"/>
            <a:ext cx="3165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kern="0" dirty="0">
                <a:latin typeface="Source Sans Pro" panose="020B0503030403020204" pitchFamily="34" charset="0"/>
              </a:rPr>
              <a:t>X</a:t>
            </a:r>
          </a:p>
        </p:txBody>
      </p:sp>
      <p:sp>
        <p:nvSpPr>
          <p:cNvPr id="4" name="Right Arrow 2">
            <a:extLst>
              <a:ext uri="{FF2B5EF4-FFF2-40B4-BE49-F238E27FC236}">
                <a16:creationId xmlns:a16="http://schemas.microsoft.com/office/drawing/2014/main" id="{06B9AE2B-8CEF-E25B-C918-ADB9EBEF7604}"/>
              </a:ext>
            </a:extLst>
          </p:cNvPr>
          <p:cNvSpPr/>
          <p:nvPr/>
        </p:nvSpPr>
        <p:spPr>
          <a:xfrm rot="16200000">
            <a:off x="1845449" y="5453990"/>
            <a:ext cx="370703" cy="407773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9F99A6-685D-C4A6-B27C-C37B67DDEC07}"/>
              </a:ext>
            </a:extLst>
          </p:cNvPr>
          <p:cNvGrpSpPr/>
          <p:nvPr/>
        </p:nvGrpSpPr>
        <p:grpSpPr>
          <a:xfrm>
            <a:off x="4345267" y="5163890"/>
            <a:ext cx="1347887" cy="987973"/>
            <a:chOff x="4345267" y="5377536"/>
            <a:chExt cx="1347887" cy="987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4">
                  <a:extLst>
                    <a:ext uri="{FF2B5EF4-FFF2-40B4-BE49-F238E27FC236}">
                      <a16:creationId xmlns:a16="http://schemas.microsoft.com/office/drawing/2014/main" id="{64DD51C4-7B67-3682-5E07-E2C4B94044A4}"/>
                    </a:ext>
                  </a:extLst>
                </p:cNvPr>
                <p:cNvSpPr/>
                <p:nvPr/>
              </p:nvSpPr>
              <p:spPr>
                <a:xfrm>
                  <a:off x="4345267" y="5377536"/>
                  <a:ext cx="1347887" cy="987973"/>
                </a:xfrm>
                <a:prstGeom prst="roundRect">
                  <a:avLst/>
                </a:prstGeom>
                <a:solidFill>
                  <a:srgbClr val="A51417"/>
                </a:solidFill>
                <a:ln>
                  <a:solidFill>
                    <a:srgbClr val="A5141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8C8C8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  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𝑑𝐶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𝑋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C8C8C8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6" name="Rounded Rectangle 4">
                  <a:extLst>
                    <a:ext uri="{FF2B5EF4-FFF2-40B4-BE49-F238E27FC236}">
                      <a16:creationId xmlns:a16="http://schemas.microsoft.com/office/drawing/2014/main" id="{64DD51C4-7B67-3682-5E07-E2C4B94044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5267" y="5377536"/>
                  <a:ext cx="1347887" cy="987973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rgbClr val="A51417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Up Arrow 5">
              <a:extLst>
                <a:ext uri="{FF2B5EF4-FFF2-40B4-BE49-F238E27FC236}">
                  <a16:creationId xmlns:a16="http://schemas.microsoft.com/office/drawing/2014/main" id="{7B4C0BF6-C90D-0367-1E9C-BF19867C1442}"/>
                </a:ext>
              </a:extLst>
            </p:cNvPr>
            <p:cNvSpPr/>
            <p:nvPr/>
          </p:nvSpPr>
          <p:spPr>
            <a:xfrm>
              <a:off x="5156007" y="5872145"/>
              <a:ext cx="384048" cy="322966"/>
            </a:xfrm>
            <a:prstGeom prst="upArrow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62F1BC3-33B9-8058-123F-9502E2742D5D}"/>
              </a:ext>
            </a:extLst>
          </p:cNvPr>
          <p:cNvGrpSpPr/>
          <p:nvPr/>
        </p:nvGrpSpPr>
        <p:grpSpPr>
          <a:xfrm>
            <a:off x="2926371" y="5163890"/>
            <a:ext cx="1347887" cy="987973"/>
            <a:chOff x="2926371" y="5377536"/>
            <a:chExt cx="1347887" cy="987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9">
                  <a:extLst>
                    <a:ext uri="{FF2B5EF4-FFF2-40B4-BE49-F238E27FC236}">
                      <a16:creationId xmlns:a16="http://schemas.microsoft.com/office/drawing/2014/main" id="{A7DF0C29-D29B-C751-30A0-5E65951A9C10}"/>
                    </a:ext>
                  </a:extLst>
                </p:cNvPr>
                <p:cNvSpPr/>
                <p:nvPr/>
              </p:nvSpPr>
              <p:spPr>
                <a:xfrm>
                  <a:off x="2926371" y="5377536"/>
                  <a:ext cx="1347887" cy="987973"/>
                </a:xfrm>
                <a:prstGeom prst="roundRect">
                  <a:avLst/>
                </a:prstGeom>
                <a:solidFill>
                  <a:srgbClr val="A51417"/>
                </a:solidFill>
                <a:ln>
                  <a:solidFill>
                    <a:srgbClr val="A5141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8C8C8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  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𝑋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C8C8C8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Rounded Rectangle 9">
                  <a:extLst>
                    <a:ext uri="{FF2B5EF4-FFF2-40B4-BE49-F238E27FC236}">
                      <a16:creationId xmlns:a16="http://schemas.microsoft.com/office/drawing/2014/main" id="{A7DF0C29-D29B-C751-30A0-5E65951A9C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371" y="5377536"/>
                  <a:ext cx="1347887" cy="987973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A51417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Up Arrow 8">
              <a:extLst>
                <a:ext uri="{FF2B5EF4-FFF2-40B4-BE49-F238E27FC236}">
                  <a16:creationId xmlns:a16="http://schemas.microsoft.com/office/drawing/2014/main" id="{1C90E81F-71B5-0062-18C8-B441022E6E87}"/>
                </a:ext>
              </a:extLst>
            </p:cNvPr>
            <p:cNvSpPr/>
            <p:nvPr/>
          </p:nvSpPr>
          <p:spPr>
            <a:xfrm>
              <a:off x="3755559" y="5509311"/>
              <a:ext cx="385536" cy="685800"/>
            </a:xfrm>
            <a:prstGeom prst="upArrow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riangle 11">
            <a:extLst>
              <a:ext uri="{FF2B5EF4-FFF2-40B4-BE49-F238E27FC236}">
                <a16:creationId xmlns:a16="http://schemas.microsoft.com/office/drawing/2014/main" id="{C5FC56A2-2C39-BA94-45EC-5044FCBBF50C}"/>
              </a:ext>
            </a:extLst>
          </p:cNvPr>
          <p:cNvSpPr/>
          <p:nvPr/>
        </p:nvSpPr>
        <p:spPr>
          <a:xfrm rot="5400000">
            <a:off x="2365353" y="5546370"/>
            <a:ext cx="514434" cy="223013"/>
          </a:xfrm>
          <a:prstGeom prst="triangle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13">
            <a:extLst>
              <a:ext uri="{FF2B5EF4-FFF2-40B4-BE49-F238E27FC236}">
                <a16:creationId xmlns:a16="http://schemas.microsoft.com/office/drawing/2014/main" id="{8DC16DF9-A702-25A4-630E-D3C4E81ABE7A}"/>
              </a:ext>
            </a:extLst>
          </p:cNvPr>
          <p:cNvSpPr/>
          <p:nvPr/>
        </p:nvSpPr>
        <p:spPr>
          <a:xfrm rot="5400000">
            <a:off x="6975414" y="5453990"/>
            <a:ext cx="370703" cy="407773"/>
          </a:xfrm>
          <a:prstGeom prst="rightArrow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A0EC3-2090-724B-47BE-88E0A72A3E47}"/>
              </a:ext>
            </a:extLst>
          </p:cNvPr>
          <p:cNvGrpSpPr/>
          <p:nvPr/>
        </p:nvGrpSpPr>
        <p:grpSpPr>
          <a:xfrm>
            <a:off x="9475455" y="5163890"/>
            <a:ext cx="1347887" cy="987973"/>
            <a:chOff x="9475455" y="5377536"/>
            <a:chExt cx="1347887" cy="987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09F7C0D7-4BAA-EBC1-1B39-60C8A1007E62}"/>
                    </a:ext>
                  </a:extLst>
                </p:cNvPr>
                <p:cNvSpPr/>
                <p:nvPr/>
              </p:nvSpPr>
              <p:spPr>
                <a:xfrm>
                  <a:off x="9475455" y="5377536"/>
                  <a:ext cx="1347887" cy="987973"/>
                </a:xfrm>
                <a:prstGeom prst="roundRect">
                  <a:avLst/>
                </a:prstGeom>
                <a:solidFill>
                  <a:srgbClr val="A51417"/>
                </a:solidFill>
                <a:ln>
                  <a:solidFill>
                    <a:srgbClr val="A5141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8C8C8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  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𝑋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C8C8C8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09F7C0D7-4BAA-EBC1-1B39-60C8A1007E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455" y="5377536"/>
                  <a:ext cx="1347887" cy="987973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rgbClr val="A51417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Up Arrow 16">
              <a:extLst>
                <a:ext uri="{FF2B5EF4-FFF2-40B4-BE49-F238E27FC236}">
                  <a16:creationId xmlns:a16="http://schemas.microsoft.com/office/drawing/2014/main" id="{48DCD81A-5DF3-3A75-A982-4C078100D758}"/>
                </a:ext>
              </a:extLst>
            </p:cNvPr>
            <p:cNvSpPr/>
            <p:nvPr/>
          </p:nvSpPr>
          <p:spPr>
            <a:xfrm rot="10800000">
              <a:off x="10288266" y="5499914"/>
              <a:ext cx="384048" cy="685800"/>
            </a:xfrm>
            <a:prstGeom prst="upArrow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51EF88-B53D-EC33-E8C2-BAFC0BC7E7EE}"/>
              </a:ext>
            </a:extLst>
          </p:cNvPr>
          <p:cNvGrpSpPr/>
          <p:nvPr/>
        </p:nvGrpSpPr>
        <p:grpSpPr>
          <a:xfrm>
            <a:off x="8056559" y="5163890"/>
            <a:ext cx="1347887" cy="987973"/>
            <a:chOff x="8056559" y="5377536"/>
            <a:chExt cx="1347887" cy="987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3E82ABB6-9036-F4E1-9605-2949CE2250EB}"/>
                    </a:ext>
                  </a:extLst>
                </p:cNvPr>
                <p:cNvSpPr/>
                <p:nvPr/>
              </p:nvSpPr>
              <p:spPr>
                <a:xfrm>
                  <a:off x="8056559" y="5377536"/>
                  <a:ext cx="1347887" cy="987973"/>
                </a:xfrm>
                <a:prstGeom prst="roundRect">
                  <a:avLst/>
                </a:prstGeom>
                <a:solidFill>
                  <a:srgbClr val="A51417"/>
                </a:solidFill>
                <a:ln>
                  <a:solidFill>
                    <a:srgbClr val="A5141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rgbClr val="C8C8C8"/>
                            </a:solidFill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   </m:t>
                        </m:r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solidFill>
                                  <a:srgbClr val="C8C8C8"/>
                                </a:solidFill>
                                <a:latin typeface="Cambria Math" panose="02040503050406030204" pitchFamily="18" charset="0"/>
                                <a:ea typeface="Source Sans Pro" panose="020B0503030403020204" pitchFamily="34" charset="0"/>
                              </a:rPr>
                              <m:t>𝑋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C8C8C8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endParaRPr>
                </a:p>
              </p:txBody>
            </p:sp>
          </mc:Choice>
          <mc:Fallback xmlns=""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3E82ABB6-9036-F4E1-9605-2949CE2250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559" y="5377536"/>
                  <a:ext cx="1347887" cy="987973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rgbClr val="A51417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Up Arrow 19">
              <a:extLst>
                <a:ext uri="{FF2B5EF4-FFF2-40B4-BE49-F238E27FC236}">
                  <a16:creationId xmlns:a16="http://schemas.microsoft.com/office/drawing/2014/main" id="{6ED7113D-D8C0-3F57-35CF-B6EA7C610C10}"/>
                </a:ext>
              </a:extLst>
            </p:cNvPr>
            <p:cNvSpPr/>
            <p:nvPr/>
          </p:nvSpPr>
          <p:spPr>
            <a:xfrm rot="10800000">
              <a:off x="8885747" y="5499914"/>
              <a:ext cx="385536" cy="320041"/>
            </a:xfrm>
            <a:prstGeom prst="upArrow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riangle 22">
            <a:extLst>
              <a:ext uri="{FF2B5EF4-FFF2-40B4-BE49-F238E27FC236}">
                <a16:creationId xmlns:a16="http://schemas.microsoft.com/office/drawing/2014/main" id="{987A7B0F-E67B-68BF-5F32-9EA89B832B79}"/>
              </a:ext>
            </a:extLst>
          </p:cNvPr>
          <p:cNvSpPr/>
          <p:nvPr/>
        </p:nvSpPr>
        <p:spPr>
          <a:xfrm rot="5400000">
            <a:off x="7495429" y="5546370"/>
            <a:ext cx="514434" cy="223013"/>
          </a:xfrm>
          <a:prstGeom prst="triangle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C9DB14-E48B-8A46-A6AA-FB29776A1F1A}"/>
              </a:ext>
            </a:extLst>
          </p:cNvPr>
          <p:cNvSpPr/>
          <p:nvPr/>
        </p:nvSpPr>
        <p:spPr>
          <a:xfrm>
            <a:off x="6532327" y="5427044"/>
            <a:ext cx="3162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kern="0" dirty="0">
                <a:latin typeface="Source Sans Pro" panose="020B0503030403020204" pitchFamily="34" charset="0"/>
              </a:rPr>
              <a:t>X</a:t>
            </a: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77AC7C2C-CB1A-30E5-1152-35D2E6854785}"/>
              </a:ext>
            </a:extLst>
          </p:cNvPr>
          <p:cNvSpPr/>
          <p:nvPr/>
        </p:nvSpPr>
        <p:spPr>
          <a:xfrm>
            <a:off x="1402138" y="4467420"/>
            <a:ext cx="4291015" cy="500534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MB &gt; MC?</a:t>
            </a: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1F8D3A36-F30D-BA54-A576-F8434C6A1273}"/>
              </a:ext>
            </a:extLst>
          </p:cNvPr>
          <p:cNvSpPr/>
          <p:nvPr/>
        </p:nvSpPr>
        <p:spPr>
          <a:xfrm>
            <a:off x="6532327" y="4467420"/>
            <a:ext cx="4291015" cy="500534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MB &lt; MC?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BAB76F4-CA9F-61CB-28A9-F2F344C7F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660" y="1156515"/>
            <a:ext cx="11229174" cy="286232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800" dirty="0">
                <a:ea typeface="ＭＳ Ｐゴシック" pitchFamily="34" charset="-128"/>
              </a:rPr>
              <a:t>Choose 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 to:</a:t>
            </a:r>
          </a:p>
          <a:p>
            <a:pPr algn="ctr">
              <a:spcAft>
                <a:spcPts val="1200"/>
              </a:spcAft>
              <a:buFontTx/>
              <a:buNone/>
            </a:pPr>
            <a:r>
              <a:rPr lang="en-US" altLang="en-US" sz="2800" dirty="0">
                <a:ea typeface="ＭＳ Ｐゴシック" pitchFamily="34" charset="-128"/>
              </a:rPr>
              <a:t>max {B(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) – C(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)}</a:t>
            </a:r>
          </a:p>
          <a:p>
            <a:pPr>
              <a:spcAft>
                <a:spcPts val="1200"/>
              </a:spcAft>
            </a:pPr>
            <a:r>
              <a:rPr lang="en-US" altLang="en-US" sz="2800" dirty="0">
                <a:ea typeface="ＭＳ Ｐゴシック" pitchFamily="34" charset="-128"/>
              </a:rPr>
              <a:t>The value of 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 (denoted 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*) that solves this problem:</a:t>
            </a:r>
          </a:p>
          <a:p>
            <a:pPr algn="ctr">
              <a:spcAft>
                <a:spcPts val="1200"/>
              </a:spcAft>
              <a:buFontTx/>
              <a:buNone/>
            </a:pPr>
            <a:r>
              <a:rPr lang="en-US" altLang="en-US" sz="2800" b="1" dirty="0">
                <a:ea typeface="ＭＳ Ｐゴシック" pitchFamily="34" charset="-128"/>
              </a:rPr>
              <a:t>MB(</a:t>
            </a:r>
            <a:r>
              <a:rPr lang="en-US" altLang="en-US" sz="2800" b="1" i="1" dirty="0">
                <a:ea typeface="ＭＳ Ｐゴシック" pitchFamily="34" charset="-128"/>
              </a:rPr>
              <a:t>x</a:t>
            </a:r>
            <a:r>
              <a:rPr lang="en-US" altLang="en-US" sz="2800" b="1" dirty="0">
                <a:ea typeface="ＭＳ Ｐゴシック" pitchFamily="34" charset="-128"/>
              </a:rPr>
              <a:t>*)</a:t>
            </a:r>
            <a:r>
              <a:rPr lang="en-US" altLang="en-US" sz="2800" dirty="0">
                <a:ea typeface="ＭＳ Ｐゴシック" pitchFamily="34" charset="-128"/>
              </a:rPr>
              <a:t> = dB(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*)/d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 = </a:t>
            </a:r>
            <a:r>
              <a:rPr lang="en-US" altLang="en-US" sz="2800" dirty="0" err="1">
                <a:ea typeface="ＭＳ Ｐゴシック" pitchFamily="34" charset="-128"/>
              </a:rPr>
              <a:t>dC</a:t>
            </a:r>
            <a:r>
              <a:rPr lang="en-US" altLang="en-US" sz="2800" dirty="0">
                <a:ea typeface="ＭＳ Ｐゴシック" pitchFamily="34" charset="-128"/>
              </a:rPr>
              <a:t>(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*)/d</a:t>
            </a:r>
            <a:r>
              <a:rPr lang="en-US" altLang="en-US" sz="2800" i="1" dirty="0">
                <a:ea typeface="ＭＳ Ｐゴシック" pitchFamily="34" charset="-128"/>
              </a:rPr>
              <a:t>x</a:t>
            </a:r>
            <a:r>
              <a:rPr lang="en-US" altLang="en-US" sz="2800" dirty="0">
                <a:ea typeface="ＭＳ Ｐゴシック" pitchFamily="34" charset="-128"/>
              </a:rPr>
              <a:t> = </a:t>
            </a:r>
            <a:r>
              <a:rPr lang="en-US" altLang="en-US" sz="2800" b="1" dirty="0">
                <a:ea typeface="ＭＳ Ｐゴシック" pitchFamily="34" charset="-128"/>
              </a:rPr>
              <a:t>MC(</a:t>
            </a:r>
            <a:r>
              <a:rPr lang="en-US" altLang="en-US" sz="2800" b="1" i="1" dirty="0">
                <a:ea typeface="ＭＳ Ｐゴシック" pitchFamily="34" charset="-128"/>
              </a:rPr>
              <a:t>x</a:t>
            </a:r>
            <a:r>
              <a:rPr lang="en-US" altLang="en-US" sz="2800" b="1" dirty="0">
                <a:ea typeface="ＭＳ Ｐゴシック" pitchFamily="34" charset="-128"/>
              </a:rPr>
              <a:t>*)</a:t>
            </a:r>
            <a:endParaRPr lang="en-US" altLang="en-US" sz="2800" dirty="0">
              <a:ea typeface="ＭＳ Ｐゴシック" pitchFamily="34" charset="-128"/>
            </a:endParaRPr>
          </a:p>
          <a:p>
            <a:pPr marL="0" indent="0" algn="ctr">
              <a:spcAft>
                <a:spcPts val="1200"/>
              </a:spcAft>
              <a:buNone/>
            </a:pPr>
            <a:r>
              <a:rPr lang="en-US" altLang="en-US" sz="2800" b="1" dirty="0">
                <a:ea typeface="ＭＳ Ｐゴシック" pitchFamily="34" charset="-128"/>
              </a:rPr>
              <a:t>Marginal benefit </a:t>
            </a:r>
            <a:r>
              <a:rPr lang="en-US" altLang="en-US" sz="2800" dirty="0">
                <a:ea typeface="ＭＳ Ｐゴシック" pitchFamily="34" charset="-128"/>
              </a:rPr>
              <a:t>(MB) = </a:t>
            </a:r>
            <a:r>
              <a:rPr lang="en-US" altLang="en-US" sz="2800" b="1" dirty="0">
                <a:ea typeface="ＭＳ Ｐゴシック" pitchFamily="34" charset="-128"/>
              </a:rPr>
              <a:t>marginal cost </a:t>
            </a:r>
            <a:r>
              <a:rPr lang="en-US" altLang="en-US" sz="2800" dirty="0">
                <a:ea typeface="ＭＳ Ｐゴシック" pitchFamily="34" charset="-128"/>
              </a:rPr>
              <a:t>(MC)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494DC2C-0250-B6E5-6A0E-98C969AA608B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84C1E3-1AAE-C03A-E767-24128D2C2086}"/>
                  </a:ext>
                </a:extLst>
              </p14:cNvPr>
              <p14:cNvContentPartPr/>
              <p14:nvPr/>
            </p14:nvContentPartPr>
            <p14:xfrm>
              <a:off x="562320" y="1333440"/>
              <a:ext cx="10686960" cy="4911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84C1E3-1AAE-C03A-E767-24128D2C20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120" y="1317240"/>
                <a:ext cx="10719360" cy="49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11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11" grpId="0" animBg="1"/>
      <p:bldP spid="12" grpId="0" animBg="1"/>
      <p:bldP spid="26" grpId="0" animBg="1"/>
      <p:bldP spid="27" grpId="0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Example: Choosing to pursue your MBA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1BC33C-F532-1DA4-CC2F-036FCC95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2939266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2800" dirty="0">
                <a:ea typeface="ＭＳ Ｐゴシック" pitchFamily="34" charset="-128"/>
              </a:rPr>
              <a:t>Construct a model of the decision to get an MBA</a:t>
            </a:r>
          </a:p>
          <a:p>
            <a:pPr lvl="1">
              <a:spcAft>
                <a:spcPts val="1800"/>
              </a:spcAft>
            </a:pPr>
            <a:r>
              <a:rPr lang="en-US" altLang="en-US" sz="2800" dirty="0">
                <a:ea typeface="ＭＳ Ｐゴシック" pitchFamily="34" charset="-128"/>
              </a:rPr>
              <a:t>What are the </a:t>
            </a:r>
            <a:r>
              <a:rPr lang="en-US" altLang="en-US" sz="2800" b="1" dirty="0">
                <a:ea typeface="ＭＳ Ｐゴシック" pitchFamily="34" charset="-128"/>
              </a:rPr>
              <a:t>benefits</a:t>
            </a:r>
            <a:r>
              <a:rPr lang="en-US" altLang="en-US" sz="2800" dirty="0">
                <a:ea typeface="ＭＳ Ｐゴシック" pitchFamily="34" charset="-128"/>
              </a:rPr>
              <a:t>?</a:t>
            </a:r>
          </a:p>
          <a:p>
            <a:pPr lvl="1">
              <a:spcAft>
                <a:spcPts val="1800"/>
              </a:spcAft>
            </a:pPr>
            <a:r>
              <a:rPr lang="en-US" altLang="en-US" sz="2800" dirty="0">
                <a:ea typeface="ＭＳ Ｐゴシック" pitchFamily="34" charset="-128"/>
              </a:rPr>
              <a:t>What are the </a:t>
            </a:r>
            <a:r>
              <a:rPr lang="en-US" altLang="en-US" sz="2800" b="1" dirty="0">
                <a:ea typeface="ＭＳ Ｐゴシック" pitchFamily="34" charset="-128"/>
              </a:rPr>
              <a:t>costs</a:t>
            </a:r>
            <a:r>
              <a:rPr lang="en-US" altLang="en-US" sz="2800" dirty="0">
                <a:ea typeface="ＭＳ Ｐゴシック" pitchFamily="34" charset="-128"/>
              </a:rPr>
              <a:t>?</a:t>
            </a:r>
          </a:p>
          <a:p>
            <a:pPr lvl="1">
              <a:spcAft>
                <a:spcPts val="1800"/>
              </a:spcAft>
            </a:pPr>
            <a:r>
              <a:rPr lang="en-US" altLang="en-US" sz="2800" dirty="0">
                <a:ea typeface="ＭＳ Ｐゴシック" pitchFamily="34" charset="-128"/>
              </a:rPr>
              <a:t>How did you construct your choice model prior to coming to Olin?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475C0-5D4B-0A64-C4E5-75C02908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F8CE65EE-6032-EC0C-23A5-73A5C4FC0E0F}"/>
              </a:ext>
            </a:extLst>
          </p:cNvPr>
          <p:cNvSpPr/>
          <p:nvPr/>
        </p:nvSpPr>
        <p:spPr>
          <a:xfrm>
            <a:off x="12480587" y="330740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itchFamily="34" charset="-128"/>
              </a:rPr>
              <a:t>Implications of the model of MBA choice</a:t>
            </a:r>
          </a:p>
        </p:txBody>
      </p:sp>
      <p:sp>
        <p:nvSpPr>
          <p:cNvPr id="3379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8507D10-B6CA-4B0F-B3CD-7B93E37CFB8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417A01-0520-53EB-AD67-7A2D7F7D549C}"/>
              </a:ext>
            </a:extLst>
          </p:cNvPr>
          <p:cNvSpPr txBox="1">
            <a:spLocks/>
          </p:cNvSpPr>
          <p:nvPr/>
        </p:nvSpPr>
        <p:spPr>
          <a:xfrm>
            <a:off x="1981200" y="1600200"/>
            <a:ext cx="8229600" cy="293926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altLang="en-US" sz="2800" b="1" kern="0">
                <a:ea typeface="ＭＳ Ｐゴシック" pitchFamily="34" charset="-128"/>
              </a:rPr>
              <a:t>When </a:t>
            </a:r>
            <a:r>
              <a:rPr lang="en-US" altLang="en-US" sz="2800" kern="0">
                <a:ea typeface="ＭＳ Ｐゴシック" pitchFamily="34" charset="-128"/>
              </a:rPr>
              <a:t>should you pursue an MBA?</a:t>
            </a:r>
          </a:p>
          <a:p>
            <a:pPr>
              <a:spcAft>
                <a:spcPts val="1800"/>
              </a:spcAft>
            </a:pPr>
            <a:r>
              <a:rPr lang="en-US" altLang="en-US" sz="2800" kern="0">
                <a:ea typeface="ＭＳ Ｐゴシック" pitchFamily="34" charset="-128"/>
              </a:rPr>
              <a:t>Why are there </a:t>
            </a:r>
            <a:r>
              <a:rPr lang="en-US" altLang="en-US" sz="2800" b="1" kern="0">
                <a:ea typeface="ＭＳ Ｐゴシック" pitchFamily="34" charset="-128"/>
              </a:rPr>
              <a:t>fewer women </a:t>
            </a:r>
            <a:r>
              <a:rPr lang="en-US" altLang="en-US" sz="2800" kern="0">
                <a:ea typeface="ＭＳ Ｐゴシック" pitchFamily="34" charset="-128"/>
              </a:rPr>
              <a:t>in MBA programs?</a:t>
            </a:r>
          </a:p>
          <a:p>
            <a:pPr lvl="1">
              <a:spcAft>
                <a:spcPts val="1800"/>
              </a:spcAft>
            </a:pPr>
            <a:r>
              <a:rPr lang="en-US" altLang="en-US" sz="2800" kern="0">
                <a:ea typeface="ＭＳ Ｐゴシック" pitchFamily="34" charset="-128"/>
              </a:rPr>
              <a:t>Why is this different from </a:t>
            </a:r>
            <a:r>
              <a:rPr lang="en-US" altLang="en-US" sz="2800" b="1" kern="0">
                <a:ea typeface="ＭＳ Ｐゴシック" pitchFamily="34" charset="-128"/>
              </a:rPr>
              <a:t>law </a:t>
            </a:r>
            <a:r>
              <a:rPr lang="en-US" altLang="en-US" sz="2800" kern="0">
                <a:ea typeface="ＭＳ Ｐゴシック" pitchFamily="34" charset="-128"/>
              </a:rPr>
              <a:t>or </a:t>
            </a:r>
            <a:r>
              <a:rPr lang="en-US" altLang="en-US" sz="2800" b="1" kern="0">
                <a:ea typeface="ＭＳ Ｐゴシック" pitchFamily="34" charset="-128"/>
              </a:rPr>
              <a:t>medicine</a:t>
            </a:r>
            <a:r>
              <a:rPr lang="en-US" altLang="en-US" sz="2800" kern="0">
                <a:ea typeface="ＭＳ Ｐゴシック" pitchFamily="34" charset="-128"/>
              </a:rPr>
              <a:t>?</a:t>
            </a:r>
          </a:p>
          <a:p>
            <a:pPr>
              <a:spcAft>
                <a:spcPts val="1800"/>
              </a:spcAft>
            </a:pPr>
            <a:r>
              <a:rPr lang="en-US" altLang="en-US" sz="2800" kern="0">
                <a:ea typeface="ＭＳ Ｐゴシック" pitchFamily="34" charset="-128"/>
              </a:rPr>
              <a:t>Do </a:t>
            </a:r>
            <a:r>
              <a:rPr lang="en-US" altLang="en-US" sz="2800" b="1" kern="0">
                <a:ea typeface="ＭＳ Ｐゴシック" pitchFamily="34" charset="-128"/>
              </a:rPr>
              <a:t>part-time </a:t>
            </a:r>
            <a:r>
              <a:rPr lang="en-US" altLang="en-US" sz="2800" kern="0">
                <a:ea typeface="ＭＳ Ｐゴシック" pitchFamily="34" charset="-128"/>
              </a:rPr>
              <a:t>MBA students have </a:t>
            </a:r>
            <a:r>
              <a:rPr lang="en-US" altLang="en-US" sz="2800" b="1" kern="0">
                <a:ea typeface="ＭＳ Ｐゴシック" pitchFamily="34" charset="-128"/>
              </a:rPr>
              <a:t>lower returns </a:t>
            </a:r>
            <a:r>
              <a:rPr lang="en-US" altLang="en-US" sz="2800" kern="0">
                <a:ea typeface="ＭＳ Ｐゴシック" pitchFamily="34" charset="-128"/>
              </a:rPr>
              <a:t>to the MBA than </a:t>
            </a:r>
            <a:r>
              <a:rPr lang="en-US" altLang="en-US" sz="2800" b="1" kern="0">
                <a:ea typeface="ＭＳ Ｐゴシック" pitchFamily="34" charset="-128"/>
              </a:rPr>
              <a:t>full-time </a:t>
            </a:r>
            <a:r>
              <a:rPr lang="en-US" altLang="en-US" sz="2800" kern="0">
                <a:ea typeface="ＭＳ Ｐゴシック" pitchFamily="34" charset="-128"/>
              </a:rPr>
              <a:t>students?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Example: MBA education</a:t>
            </a:r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E6EA6B0-C943-428A-9364-13814C1FF707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4491779-06E9-2678-F1A2-636AEBB7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00201"/>
            <a:ext cx="8229600" cy="337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800"/>
              </a:spcAft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Other questions to answer:</a:t>
            </a:r>
          </a:p>
          <a:p>
            <a:pPr eaLnBrk="1" hangingPunct="1">
              <a:spcAft>
                <a:spcPts val="1800"/>
              </a:spcAft>
            </a:pPr>
            <a:r>
              <a:rPr lang="en-US" altLang="en-US" sz="2800" kern="0">
                <a:ea typeface="ＭＳ Ｐゴシック" pitchFamily="34" charset="-128"/>
              </a:rPr>
              <a:t>What if Olin’</a:t>
            </a:r>
            <a:r>
              <a:rPr lang="en-US" altLang="ja-JP" sz="2800" kern="0">
                <a:ea typeface="ＭＳ Ｐゴシック" pitchFamily="34" charset="-128"/>
              </a:rPr>
              <a:t>s </a:t>
            </a:r>
            <a:r>
              <a:rPr lang="en-US" altLang="ja-JP" sz="2800" b="1" kern="0">
                <a:ea typeface="ＭＳ Ｐゴシック" pitchFamily="34" charset="-128"/>
              </a:rPr>
              <a:t>price </a:t>
            </a:r>
            <a:r>
              <a:rPr lang="en-US" altLang="ja-JP" sz="2800" kern="0">
                <a:ea typeface="ＭＳ Ｐゴシック" pitchFamily="34" charset="-128"/>
              </a:rPr>
              <a:t>suddenly fell to zero?</a:t>
            </a:r>
          </a:p>
          <a:p>
            <a:pPr eaLnBrk="1" hangingPunct="1">
              <a:spcAft>
                <a:spcPts val="1800"/>
              </a:spcAft>
            </a:pPr>
            <a:r>
              <a:rPr lang="en-US" altLang="en-US" sz="2800" kern="0">
                <a:ea typeface="ＭＳ Ｐゴシック" pitchFamily="34" charset="-128"/>
              </a:rPr>
              <a:t>What if Olin’</a:t>
            </a:r>
            <a:r>
              <a:rPr lang="en-US" altLang="ja-JP" sz="2800" kern="0">
                <a:ea typeface="ＭＳ Ｐゴシック" pitchFamily="34" charset="-128"/>
              </a:rPr>
              <a:t>s </a:t>
            </a:r>
            <a:r>
              <a:rPr lang="en-US" altLang="ja-JP" sz="2800" b="1" kern="0">
                <a:ea typeface="ＭＳ Ｐゴシック" pitchFamily="34" charset="-128"/>
              </a:rPr>
              <a:t>ranking </a:t>
            </a:r>
            <a:r>
              <a:rPr lang="en-US" altLang="ja-JP" sz="2800" kern="0">
                <a:ea typeface="ＭＳ Ｐゴシック" pitchFamily="34" charset="-128"/>
              </a:rPr>
              <a:t>improves or it </a:t>
            </a:r>
            <a:r>
              <a:rPr lang="en-US" altLang="ja-JP" sz="2800" b="1" kern="0">
                <a:ea typeface="ＭＳ Ｐゴシック" pitchFamily="34" charset="-128"/>
              </a:rPr>
              <a:t>hires </a:t>
            </a:r>
            <a:r>
              <a:rPr lang="en-US" altLang="ja-JP" sz="2800" kern="0">
                <a:ea typeface="ＭＳ Ｐゴシック" pitchFamily="34" charset="-128"/>
              </a:rPr>
              <a:t>some fantastic new professors?</a:t>
            </a:r>
          </a:p>
          <a:p>
            <a:pPr eaLnBrk="1" hangingPunct="1">
              <a:spcAft>
                <a:spcPts val="1800"/>
              </a:spcAft>
            </a:pPr>
            <a:r>
              <a:rPr lang="en-US" altLang="en-US" sz="2800" kern="0">
                <a:ea typeface="ＭＳ Ｐゴシック" pitchFamily="34" charset="-128"/>
              </a:rPr>
              <a:t>What if hiring firms suddenly placed a </a:t>
            </a:r>
            <a:r>
              <a:rPr lang="en-US" altLang="en-US" sz="2800" b="1" kern="0">
                <a:ea typeface="ＭＳ Ｐゴシック" pitchFamily="34" charset="-128"/>
              </a:rPr>
              <a:t>higher value </a:t>
            </a:r>
            <a:r>
              <a:rPr lang="en-US" altLang="en-US" sz="2800" kern="0">
                <a:ea typeface="ＭＳ Ｐゴシック" pitchFamily="34" charset="-128"/>
              </a:rPr>
              <a:t>on well-trained new MBAs?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Equilibrium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81F8B07-0149-3C67-2825-7EE711FDB974}"/>
              </a:ext>
            </a:extLst>
          </p:cNvPr>
          <p:cNvGrpSpPr/>
          <p:nvPr/>
        </p:nvGrpSpPr>
        <p:grpSpPr>
          <a:xfrm>
            <a:off x="716943" y="1346171"/>
            <a:ext cx="10610088" cy="1274494"/>
            <a:chOff x="518160" y="895829"/>
            <a:chExt cx="10610088" cy="1274494"/>
          </a:xfrm>
        </p:grpSpPr>
        <p:sp>
          <p:nvSpPr>
            <p:cNvPr id="21" name="Rounded Rectangle 5">
              <a:extLst>
                <a:ext uri="{FF2B5EF4-FFF2-40B4-BE49-F238E27FC236}">
                  <a16:creationId xmlns:a16="http://schemas.microsoft.com/office/drawing/2014/main" id="{2B49AE6A-F786-2F6F-5256-3961D52DFFDA}"/>
                </a:ext>
              </a:extLst>
            </p:cNvPr>
            <p:cNvSpPr/>
            <p:nvPr/>
          </p:nvSpPr>
          <p:spPr>
            <a:xfrm>
              <a:off x="1905000" y="975485"/>
              <a:ext cx="9223248" cy="111518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Rounded Rectangle 6">
              <a:extLst>
                <a:ext uri="{FF2B5EF4-FFF2-40B4-BE49-F238E27FC236}">
                  <a16:creationId xmlns:a16="http://schemas.microsoft.com/office/drawing/2014/main" id="{BF9E4DAE-F587-EDB0-B27F-E0D44D231811}"/>
                </a:ext>
              </a:extLst>
            </p:cNvPr>
            <p:cNvSpPr/>
            <p:nvPr/>
          </p:nvSpPr>
          <p:spPr>
            <a:xfrm>
              <a:off x="518160" y="895829"/>
              <a:ext cx="1828800" cy="1274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3" name="Rounded Rectangle 7">
              <a:extLst>
                <a:ext uri="{FF2B5EF4-FFF2-40B4-BE49-F238E27FC236}">
                  <a16:creationId xmlns:a16="http://schemas.microsoft.com/office/drawing/2014/main" id="{E04BF31E-B8AD-EDCD-3836-6C27728890CE}"/>
                </a:ext>
              </a:extLst>
            </p:cNvPr>
            <p:cNvSpPr/>
            <p:nvPr/>
          </p:nvSpPr>
          <p:spPr>
            <a:xfrm>
              <a:off x="518160" y="975485"/>
              <a:ext cx="1737360" cy="1115182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Short run</a:t>
              </a: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62782A9-1065-7B5A-4961-A7B7680F5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9799" y="1309938"/>
              <a:ext cx="84493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Empirically observable result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of individual behavior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5F985A1-BF7D-9EB5-0465-13192E4DAA66}"/>
              </a:ext>
            </a:extLst>
          </p:cNvPr>
          <p:cNvGrpSpPr/>
          <p:nvPr/>
        </p:nvGrpSpPr>
        <p:grpSpPr>
          <a:xfrm>
            <a:off x="716943" y="2777190"/>
            <a:ext cx="10610088" cy="1201624"/>
            <a:chOff x="716943" y="2603718"/>
            <a:chExt cx="10610088" cy="1201624"/>
          </a:xfrm>
        </p:grpSpPr>
        <p:sp>
          <p:nvSpPr>
            <p:cNvPr id="31" name="Rounded Rectangle 15">
              <a:extLst>
                <a:ext uri="{FF2B5EF4-FFF2-40B4-BE49-F238E27FC236}">
                  <a16:creationId xmlns:a16="http://schemas.microsoft.com/office/drawing/2014/main" id="{8F897293-24E1-FD58-6996-2D52C5B790F0}"/>
                </a:ext>
              </a:extLst>
            </p:cNvPr>
            <p:cNvSpPr/>
            <p:nvPr/>
          </p:nvSpPr>
          <p:spPr>
            <a:xfrm>
              <a:off x="2103783" y="2646939"/>
              <a:ext cx="9223248" cy="1115182"/>
            </a:xfrm>
            <a:prstGeom prst="roundRect">
              <a:avLst>
                <a:gd name="adj" fmla="val 6610"/>
              </a:avLst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2" name="Rounded Rectangle 16">
              <a:extLst>
                <a:ext uri="{FF2B5EF4-FFF2-40B4-BE49-F238E27FC236}">
                  <a16:creationId xmlns:a16="http://schemas.microsoft.com/office/drawing/2014/main" id="{E3330DEE-3182-673D-AF5C-220B298DC892}"/>
                </a:ext>
              </a:extLst>
            </p:cNvPr>
            <p:cNvSpPr/>
            <p:nvPr/>
          </p:nvSpPr>
          <p:spPr>
            <a:xfrm>
              <a:off x="716943" y="2603718"/>
              <a:ext cx="1828800" cy="120162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3" name="Rounded Rectangle 17">
              <a:extLst>
                <a:ext uri="{FF2B5EF4-FFF2-40B4-BE49-F238E27FC236}">
                  <a16:creationId xmlns:a16="http://schemas.microsoft.com/office/drawing/2014/main" id="{8F7BABF8-3EB9-50EB-A2CF-4F39C0DDCC60}"/>
                </a:ext>
              </a:extLst>
            </p:cNvPr>
            <p:cNvSpPr/>
            <p:nvPr/>
          </p:nvSpPr>
          <p:spPr>
            <a:xfrm>
              <a:off x="716943" y="2646939"/>
              <a:ext cx="1737360" cy="1115182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Social balance</a:t>
              </a:r>
            </a:p>
          </p:txBody>
        </p:sp>
        <p:sp>
          <p:nvSpPr>
            <p:cNvPr id="34" name="Rectangle 3">
              <a:extLst>
                <a:ext uri="{FF2B5EF4-FFF2-40B4-BE49-F238E27FC236}">
                  <a16:creationId xmlns:a16="http://schemas.microsoft.com/office/drawing/2014/main" id="{7CF75003-9A3F-512B-2E53-A79B4F0FE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359" y="2750560"/>
              <a:ext cx="8637079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All individuals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simultaneously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pursue their goals</a:t>
              </a:r>
            </a:p>
            <a:p>
              <a:pPr lvl="1"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No one wants to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unilaterally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change her action</a:t>
              </a:r>
            </a:p>
          </p:txBody>
        </p:sp>
      </p:grp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5901E1E-BC23-89A6-3DC4-36A875A8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0E2B2-C59D-26FE-D94D-C20487C7FB4F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39B673-F8DB-21E4-A485-838396E7BB57}"/>
              </a:ext>
            </a:extLst>
          </p:cNvPr>
          <p:cNvGrpSpPr/>
          <p:nvPr/>
        </p:nvGrpSpPr>
        <p:grpSpPr>
          <a:xfrm>
            <a:off x="716943" y="4135338"/>
            <a:ext cx="10610088" cy="2135860"/>
            <a:chOff x="716943" y="2603718"/>
            <a:chExt cx="10610088" cy="2135860"/>
          </a:xfrm>
        </p:grpSpPr>
        <p:sp>
          <p:nvSpPr>
            <p:cNvPr id="5" name="Rounded Rectangle 15">
              <a:extLst>
                <a:ext uri="{FF2B5EF4-FFF2-40B4-BE49-F238E27FC236}">
                  <a16:creationId xmlns:a16="http://schemas.microsoft.com/office/drawing/2014/main" id="{707923BF-E7AC-DD3B-7843-44EEFE2548FB}"/>
                </a:ext>
              </a:extLst>
            </p:cNvPr>
            <p:cNvSpPr/>
            <p:nvPr/>
          </p:nvSpPr>
          <p:spPr>
            <a:xfrm>
              <a:off x="2103783" y="2680543"/>
              <a:ext cx="9223248" cy="1982211"/>
            </a:xfrm>
            <a:prstGeom prst="roundRect">
              <a:avLst>
                <a:gd name="adj" fmla="val 6610"/>
              </a:avLst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Rounded Rectangle 16">
              <a:extLst>
                <a:ext uri="{FF2B5EF4-FFF2-40B4-BE49-F238E27FC236}">
                  <a16:creationId xmlns:a16="http://schemas.microsoft.com/office/drawing/2014/main" id="{C7DF75AE-0CDF-2556-175D-5EC2CCC7242B}"/>
                </a:ext>
              </a:extLst>
            </p:cNvPr>
            <p:cNvSpPr/>
            <p:nvPr/>
          </p:nvSpPr>
          <p:spPr>
            <a:xfrm>
              <a:off x="716943" y="2603718"/>
              <a:ext cx="1828800" cy="213586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17">
              <a:extLst>
                <a:ext uri="{FF2B5EF4-FFF2-40B4-BE49-F238E27FC236}">
                  <a16:creationId xmlns:a16="http://schemas.microsoft.com/office/drawing/2014/main" id="{791537F5-D0C0-0575-EFB1-A56144EC89D4}"/>
                </a:ext>
              </a:extLst>
            </p:cNvPr>
            <p:cNvSpPr/>
            <p:nvPr/>
          </p:nvSpPr>
          <p:spPr>
            <a:xfrm>
              <a:off x="716943" y="2680543"/>
              <a:ext cx="1737360" cy="1982211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Long run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A1AC731-292D-8971-4B7E-48F7A70BC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5359" y="2771402"/>
              <a:ext cx="8637079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Where we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expect the outcome to be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if nothing changes</a:t>
              </a:r>
            </a:p>
            <a:p>
              <a:pPr lvl="1" eaLnBrk="1" hangingPunct="1">
                <a:buFont typeface="Arial" panose="020B0604020202020204" pitchFamily="34" charset="0"/>
                <a:buChar char="•"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Short run: scarcity/constraints prevent it?</a:t>
              </a:r>
            </a:p>
            <a:p>
              <a:pPr lvl="1" eaLnBrk="1" hangingPunct="1">
                <a:buFont typeface="Arial" panose="020B0604020202020204" pitchFamily="34" charset="0"/>
                <a:buChar char="•"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Short run: beliefs may not be accurate</a:t>
              </a:r>
            </a:p>
            <a:p>
              <a:pPr eaLnBrk="1" hangingPunct="1">
                <a:buFont typeface="Arial" panose="020B0604020202020204" pitchFamily="34" charset="0"/>
                <a:buChar char="•"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Competitive pressures “force” correct beliefs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Markets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110D035-07C9-A201-6158-FA70C4C39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558" y="1477459"/>
            <a:ext cx="9101470" cy="349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kern="0" dirty="0">
                <a:ea typeface="ＭＳ Ｐゴシック" pitchFamily="34" charset="-128"/>
              </a:rPr>
              <a:t>Where individuals make </a:t>
            </a:r>
            <a:r>
              <a:rPr lang="en-US" altLang="en-US" sz="2800" b="1" kern="0" dirty="0">
                <a:ea typeface="ＭＳ Ｐゴシック" pitchFamily="34" charset="-128"/>
              </a:rPr>
              <a:t>choices </a:t>
            </a:r>
            <a:r>
              <a:rPr lang="en-US" altLang="en-US" sz="2800" kern="0" dirty="0">
                <a:ea typeface="ＭＳ Ｐゴシック" pitchFamily="34" charset="-128"/>
              </a:rPr>
              <a:t>and take </a:t>
            </a:r>
            <a:r>
              <a:rPr lang="en-US" altLang="en-US" sz="2800" b="1" kern="0" dirty="0">
                <a:ea typeface="ＭＳ Ｐゴシック" pitchFamily="34" charset="-128"/>
              </a:rPr>
              <a:t>action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800" kern="0" dirty="0">
                <a:ea typeface="ＭＳ Ｐゴシック" pitchFamily="34" charset="-128"/>
              </a:rPr>
              <a:t>Mostly with </a:t>
            </a:r>
            <a:r>
              <a:rPr lang="en-US" altLang="en-US" sz="2800" b="1" kern="0" dirty="0">
                <a:ea typeface="ＭＳ Ｐゴシック" pitchFamily="34" charset="-128"/>
              </a:rPr>
              <a:t>conventional </a:t>
            </a:r>
            <a:r>
              <a:rPr lang="en-US" altLang="en-US" sz="2800" kern="0" dirty="0">
                <a:ea typeface="ＭＳ Ｐゴシック" pitchFamily="34" charset="-128"/>
              </a:rPr>
              <a:t>prices and products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800" kern="0" dirty="0">
                <a:ea typeface="ＭＳ Ｐゴシック" pitchFamily="34" charset="-128"/>
              </a:rPr>
              <a:t>In other cases, important exchanges can occur without </a:t>
            </a:r>
            <a:r>
              <a:rPr lang="en-US" altLang="en-US" sz="2800" b="1" kern="0" dirty="0">
                <a:ea typeface="ＭＳ Ｐゴシック" pitchFamily="34" charset="-128"/>
              </a:rPr>
              <a:t>money </a:t>
            </a:r>
            <a:r>
              <a:rPr lang="en-US" altLang="en-US" sz="2800" kern="0" dirty="0">
                <a:ea typeface="ＭＳ Ｐゴシック" pitchFamily="34" charset="-128"/>
              </a:rPr>
              <a:t>or </a:t>
            </a:r>
            <a:r>
              <a:rPr lang="en-US" altLang="en-US" sz="2800" b="1" kern="0" dirty="0">
                <a:ea typeface="ＭＳ Ｐゴシック" pitchFamily="34" charset="-128"/>
              </a:rPr>
              <a:t>standard products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sz="2800" kern="0" dirty="0">
                <a:ea typeface="ＭＳ Ｐゴシック" pitchFamily="34" charset="-128"/>
              </a:rPr>
              <a:t>E.g.: V</a:t>
            </a:r>
            <a:r>
              <a:rPr lang="en-US" altLang="en-US" sz="2800" kern="0" dirty="0"/>
              <a:t>olunteer internships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sz="2800" kern="0" dirty="0"/>
              <a:t>What is the “thing” being traded? What is its value?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kern="0" dirty="0"/>
              <a:t>Synonymous with “industry” or “sector”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731ECE1-3BC0-8F66-F8E7-75EACCB44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17</a:t>
            </a:fld>
            <a:endParaRPr lang="en-US" alt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7BC0B4-FBC2-C5C6-1117-37FB7941D357}"/>
              </a:ext>
            </a:extLst>
          </p:cNvPr>
          <p:cNvSpPr/>
          <p:nvPr/>
        </p:nvSpPr>
        <p:spPr>
          <a:xfrm>
            <a:off x="160020" y="330488"/>
            <a:ext cx="457200" cy="45993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Our approach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97CEDE-68D3-D3DF-4115-4B28C2DD3088}"/>
              </a:ext>
            </a:extLst>
          </p:cNvPr>
          <p:cNvGrpSpPr/>
          <p:nvPr/>
        </p:nvGrpSpPr>
        <p:grpSpPr>
          <a:xfrm>
            <a:off x="1191353" y="2732802"/>
            <a:ext cx="9728284" cy="1938992"/>
            <a:chOff x="1191353" y="2629728"/>
            <a:chExt cx="9728284" cy="1938992"/>
          </a:xfrm>
        </p:grpSpPr>
        <p:sp>
          <p:nvSpPr>
            <p:cNvPr id="15" name="Rounded Rectangle 5">
              <a:extLst>
                <a:ext uri="{FF2B5EF4-FFF2-40B4-BE49-F238E27FC236}">
                  <a16:creationId xmlns:a16="http://schemas.microsoft.com/office/drawing/2014/main" id="{9F7891A7-3320-7D66-18BF-4EB672637F12}"/>
                </a:ext>
              </a:extLst>
            </p:cNvPr>
            <p:cNvSpPr/>
            <p:nvPr/>
          </p:nvSpPr>
          <p:spPr>
            <a:xfrm>
              <a:off x="1191353" y="2629728"/>
              <a:ext cx="2263048" cy="118872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Main assumptions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4919CAAF-8733-2DC7-EBD1-957194719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587" y="2629728"/>
              <a:ext cx="7364050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Individuals are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rational 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act purposefully</a:t>
              </a:r>
            </a:p>
            <a:p>
              <a:pPr lvl="1" eaLnBrk="1" hangingPunct="1">
                <a:spcBef>
                  <a:spcPts val="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Try to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maximize 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a measure of well-being (happiness, profit) …</a:t>
              </a:r>
            </a:p>
            <a:p>
              <a:pPr lvl="1" eaLnBrk="1" hangingPunct="1">
                <a:spcBef>
                  <a:spcPts val="0"/>
                </a:spcBef>
              </a:pP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Subject to </a:t>
              </a:r>
              <a:r>
                <a:rPr lang="en-US" altLang="en-US" sz="2400" b="1" dirty="0">
                  <a:latin typeface="Source Sans Pro" panose="020B0503030403020204" pitchFamily="34" charset="0"/>
                  <a:ea typeface="ＭＳ Ｐゴシック" pitchFamily="34" charset="-128"/>
                </a:rPr>
                <a:t>constraints</a:t>
              </a:r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 due to institutions and scarce resources</a:t>
              </a:r>
              <a:endParaRPr lang="en-US" altLang="zh-CN" sz="2400" dirty="0">
                <a:latin typeface="Source Sans Pro" panose="020B0503030403020204" pitchFamily="34" charset="0"/>
                <a:ea typeface="SimSun" pitchFamily="2" charset="-122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00F966-6BD9-4741-CA64-B3F0BB91194E}"/>
              </a:ext>
            </a:extLst>
          </p:cNvPr>
          <p:cNvGrpSpPr/>
          <p:nvPr/>
        </p:nvGrpSpPr>
        <p:grpSpPr>
          <a:xfrm>
            <a:off x="1191353" y="1339076"/>
            <a:ext cx="9728284" cy="1188720"/>
            <a:chOff x="1191353" y="1101367"/>
            <a:chExt cx="9728284" cy="1188720"/>
          </a:xfrm>
        </p:grpSpPr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2E1D8DBC-434E-39FC-7E5A-095DC4FAD622}"/>
                </a:ext>
              </a:extLst>
            </p:cNvPr>
            <p:cNvSpPr/>
            <p:nvPr/>
          </p:nvSpPr>
          <p:spPr>
            <a:xfrm>
              <a:off x="1191353" y="1101367"/>
              <a:ext cx="2263048" cy="118872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Simple assumptions &amp; models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C4FCCA49-F570-28B1-954B-A10565205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587" y="1101368"/>
              <a:ext cx="736405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dirty="0">
                  <a:latin typeface="Source Sans Pro" panose="020B0503030403020204" pitchFamily="34" charset="0"/>
                  <a:ea typeface="ＭＳ Ｐゴシック" pitchFamily="34" charset="-128"/>
                </a:rPr>
                <a:t>Constructed to help us make clear (and powerful) predictions</a:t>
              </a:r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10AD494-0D49-5687-1625-53D5483B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18</a:t>
            </a:fld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0DE765-1680-1C30-2E65-56C387A1FB1E}"/>
              </a:ext>
            </a:extLst>
          </p:cNvPr>
          <p:cNvGrpSpPr/>
          <p:nvPr/>
        </p:nvGrpSpPr>
        <p:grpSpPr>
          <a:xfrm>
            <a:off x="1970315" y="4876800"/>
            <a:ext cx="8316685" cy="1687590"/>
            <a:chOff x="446314" y="4876800"/>
            <a:chExt cx="8316685" cy="16875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7F44486-9F38-6D77-011D-ED1756A71F1B}"/>
                </a:ext>
              </a:extLst>
            </p:cNvPr>
            <p:cNvGrpSpPr/>
            <p:nvPr/>
          </p:nvGrpSpPr>
          <p:grpSpPr>
            <a:xfrm>
              <a:off x="446314" y="4876800"/>
              <a:ext cx="8316685" cy="1687590"/>
              <a:chOff x="3352799" y="5257800"/>
              <a:chExt cx="4778829" cy="1371600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D8EFD18-0DF0-49AB-0009-D2A97B968A7A}"/>
                  </a:ext>
                </a:extLst>
              </p:cNvPr>
              <p:cNvSpPr/>
              <p:nvPr/>
            </p:nvSpPr>
            <p:spPr>
              <a:xfrm>
                <a:off x="3352799" y="5511511"/>
                <a:ext cx="4778829" cy="862088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1913E45-8F28-5C4C-B1F4-0DFBEE7D3AFF}"/>
                  </a:ext>
                </a:extLst>
              </p:cNvPr>
              <p:cNvSpPr/>
              <p:nvPr/>
            </p:nvSpPr>
            <p:spPr>
              <a:xfrm>
                <a:off x="3352799" y="5257800"/>
                <a:ext cx="4778829" cy="64656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4AABCDE-20BF-E925-003D-02E253862484}"/>
                  </a:ext>
                </a:extLst>
              </p:cNvPr>
              <p:cNvSpPr/>
              <p:nvPr/>
            </p:nvSpPr>
            <p:spPr>
              <a:xfrm>
                <a:off x="3352799" y="5982834"/>
                <a:ext cx="4778829" cy="64656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0C6397A-EFB3-84CB-18C3-53F60A858087}"/>
                </a:ext>
              </a:extLst>
            </p:cNvPr>
            <p:cNvSpPr/>
            <p:nvPr/>
          </p:nvSpPr>
          <p:spPr>
            <a:xfrm>
              <a:off x="457200" y="5081959"/>
              <a:ext cx="8294913" cy="1277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dirty="0">
                  <a:latin typeface="Source Sans Pro" panose="020B0503030403020204" pitchFamily="34" charset="0"/>
                </a:rPr>
                <a:t>AND MATH!!!</a:t>
              </a:r>
            </a:p>
            <a:p>
              <a:pPr algn="ctr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dirty="0">
                  <a:latin typeface="Source Sans Pro" panose="020B0503030403020204" pitchFamily="34" charset="0"/>
                </a:rPr>
                <a:t>To calculate the equilibrium outcomes of those optimizing choices in the face of scarcity to create value in the market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lang="en-US" dirty="0"/>
              <a:t>Examples of behavioral biases: General decision-making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169517-EBBD-E3DF-0030-38E83F40393A}"/>
              </a:ext>
            </a:extLst>
          </p:cNvPr>
          <p:cNvGrpSpPr/>
          <p:nvPr/>
        </p:nvGrpSpPr>
        <p:grpSpPr>
          <a:xfrm>
            <a:off x="1029047" y="1424089"/>
            <a:ext cx="10133905" cy="1200329"/>
            <a:chOff x="457200" y="1650360"/>
            <a:chExt cx="10133905" cy="1200329"/>
          </a:xfrm>
        </p:grpSpPr>
        <p:sp>
          <p:nvSpPr>
            <p:cNvPr id="14" name="Rounded Rectangle 5">
              <a:extLst>
                <a:ext uri="{FF2B5EF4-FFF2-40B4-BE49-F238E27FC236}">
                  <a16:creationId xmlns:a16="http://schemas.microsoft.com/office/drawing/2014/main" id="{0967D07B-FC17-FBC0-10C5-E2788059300B}"/>
                </a:ext>
              </a:extLst>
            </p:cNvPr>
            <p:cNvSpPr/>
            <p:nvPr/>
          </p:nvSpPr>
          <p:spPr>
            <a:xfrm>
              <a:off x="457200" y="1650360"/>
              <a:ext cx="1828800" cy="100584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Availability heuristic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BAC82CA-F1B1-3533-4B82-488DE797FA9F}"/>
                </a:ext>
              </a:extLst>
            </p:cNvPr>
            <p:cNvSpPr txBox="1"/>
            <p:nvPr/>
          </p:nvSpPr>
          <p:spPr>
            <a:xfrm>
              <a:off x="2267711" y="1650360"/>
              <a:ext cx="83233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Tendency to overestimate likelihood of events with greater “availability” in memory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E.g., recent, unusual, emotionally charged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BEAB6E-CA78-D0CA-5A8E-F76AA397E02C}"/>
              </a:ext>
            </a:extLst>
          </p:cNvPr>
          <p:cNvGrpSpPr/>
          <p:nvPr/>
        </p:nvGrpSpPr>
        <p:grpSpPr>
          <a:xfrm>
            <a:off x="1029047" y="3031671"/>
            <a:ext cx="10133906" cy="1200329"/>
            <a:chOff x="457200" y="2950166"/>
            <a:chExt cx="10133906" cy="1200329"/>
          </a:xfrm>
        </p:grpSpPr>
        <p:sp>
          <p:nvSpPr>
            <p:cNvPr id="17" name="Rounded Rectangle 7">
              <a:extLst>
                <a:ext uri="{FF2B5EF4-FFF2-40B4-BE49-F238E27FC236}">
                  <a16:creationId xmlns:a16="http://schemas.microsoft.com/office/drawing/2014/main" id="{C4802BA1-BBB3-F7EE-B092-E3126768D60E}"/>
                </a:ext>
              </a:extLst>
            </p:cNvPr>
            <p:cNvSpPr/>
            <p:nvPr/>
          </p:nvSpPr>
          <p:spPr>
            <a:xfrm>
              <a:off x="457200" y="2950166"/>
              <a:ext cx="1828800" cy="100584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Base rate fallacy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0856C4-24FA-499B-CFD4-AD2B604C2BB2}"/>
                </a:ext>
              </a:extLst>
            </p:cNvPr>
            <p:cNvSpPr txBox="1"/>
            <p:nvPr/>
          </p:nvSpPr>
          <p:spPr>
            <a:xfrm>
              <a:off x="2267712" y="2950166"/>
              <a:ext cx="832339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Tendency to ignore general/generic information and focus on specific, targeted info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E.g., “Female consumers with graduate degrees”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B69553-EBF1-8276-4EE4-CD309CE592A8}"/>
              </a:ext>
            </a:extLst>
          </p:cNvPr>
          <p:cNvGrpSpPr/>
          <p:nvPr/>
        </p:nvGrpSpPr>
        <p:grpSpPr>
          <a:xfrm>
            <a:off x="1029047" y="4612720"/>
            <a:ext cx="10133906" cy="1569660"/>
            <a:chOff x="457200" y="4412979"/>
            <a:chExt cx="10133906" cy="1569660"/>
          </a:xfrm>
        </p:grpSpPr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68A9D088-8FDD-82B2-0792-7AF4320B647F}"/>
                </a:ext>
              </a:extLst>
            </p:cNvPr>
            <p:cNvSpPr/>
            <p:nvPr/>
          </p:nvSpPr>
          <p:spPr>
            <a:xfrm>
              <a:off x="457200" y="4412979"/>
              <a:ext cx="1828800" cy="100584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Omission bias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5BC51A-78CD-25F8-5423-DCC313C74AB9}"/>
                </a:ext>
              </a:extLst>
            </p:cNvPr>
            <p:cNvSpPr txBox="1"/>
            <p:nvPr/>
          </p:nvSpPr>
          <p:spPr>
            <a:xfrm>
              <a:off x="2267711" y="4412979"/>
              <a:ext cx="832339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Harmful actions are deemed worse than equally harmful inactions</a:t>
              </a:r>
            </a:p>
            <a:p>
              <a:pPr marL="685800" lvl="1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E.g., Losing a $5M contract bid is worse than not pursuing an RFP that would have generated $5M in revenue</a:t>
              </a:r>
            </a:p>
          </p:txBody>
        </p:sp>
      </p:grpSp>
      <p:sp>
        <p:nvSpPr>
          <p:cNvPr id="3" name="5-Point Star 2">
            <a:extLst>
              <a:ext uri="{FF2B5EF4-FFF2-40B4-BE49-F238E27FC236}">
                <a16:creationId xmlns:a16="http://schemas.microsoft.com/office/drawing/2014/main" id="{CC330145-E296-37E7-AF96-44C9A8AC6665}"/>
              </a:ext>
            </a:extLst>
          </p:cNvPr>
          <p:cNvSpPr/>
          <p:nvPr/>
        </p:nvSpPr>
        <p:spPr>
          <a:xfrm>
            <a:off x="12470859" y="321013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1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20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Microeconomics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Competitive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713045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Competitive markets</a:t>
            </a:r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65F3193-046C-46A7-B75F-7FB928AC5FB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66D4220-3DD0-24C9-2603-A860947BF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15403"/>
            <a:ext cx="102717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Interaction of </a:t>
            </a:r>
            <a:r>
              <a:rPr lang="en-US" altLang="en-US" sz="2800" b="1" kern="0" dirty="0">
                <a:ea typeface="ＭＳ Ｐゴシック" pitchFamily="34" charset="-128"/>
              </a:rPr>
              <a:t>demand </a:t>
            </a:r>
            <a:r>
              <a:rPr lang="en-US" altLang="en-US" sz="2800" kern="0" dirty="0">
                <a:ea typeface="ＭＳ Ｐゴシック" pitchFamily="34" charset="-128"/>
              </a:rPr>
              <a:t>and </a:t>
            </a:r>
            <a:r>
              <a:rPr lang="en-US" altLang="en-US" sz="2800" b="1" kern="0" dirty="0">
                <a:ea typeface="ＭＳ Ｐゴシック" pitchFamily="34" charset="-128"/>
              </a:rPr>
              <a:t>supply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AC9BE6-0351-64C7-2961-B8296B7A429C}"/>
              </a:ext>
            </a:extLst>
          </p:cNvPr>
          <p:cNvGrpSpPr/>
          <p:nvPr/>
        </p:nvGrpSpPr>
        <p:grpSpPr>
          <a:xfrm>
            <a:off x="746760" y="4064203"/>
            <a:ext cx="10363200" cy="1463040"/>
            <a:chOff x="365760" y="3383280"/>
            <a:chExt cx="10363200" cy="146304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299073-5E54-D044-07EA-F9474A9FD4DC}"/>
                </a:ext>
              </a:extLst>
            </p:cNvPr>
            <p:cNvGrpSpPr/>
            <p:nvPr/>
          </p:nvGrpSpPr>
          <p:grpSpPr>
            <a:xfrm>
              <a:off x="365760" y="3383280"/>
              <a:ext cx="10363200" cy="1463040"/>
              <a:chOff x="365760" y="1280160"/>
              <a:chExt cx="10363200" cy="1463040"/>
            </a:xfrm>
          </p:grpSpPr>
          <p:sp>
            <p:nvSpPr>
              <p:cNvPr id="14" name="Rounded Rectangle 11">
                <a:extLst>
                  <a:ext uri="{FF2B5EF4-FFF2-40B4-BE49-F238E27FC236}">
                    <a16:creationId xmlns:a16="http://schemas.microsoft.com/office/drawing/2014/main" id="{E601CFF9-FCEA-41C4-F902-222FC32092A2}"/>
                  </a:ext>
                </a:extLst>
              </p:cNvPr>
              <p:cNvSpPr/>
              <p:nvPr/>
            </p:nvSpPr>
            <p:spPr>
              <a:xfrm>
                <a:off x="1752600" y="1371600"/>
                <a:ext cx="8976360" cy="128016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5" name="Rounded Rectangle 12">
                <a:extLst>
                  <a:ext uri="{FF2B5EF4-FFF2-40B4-BE49-F238E27FC236}">
                    <a16:creationId xmlns:a16="http://schemas.microsoft.com/office/drawing/2014/main" id="{CF4CDB38-B870-DA26-B46A-2A6CBD042E69}"/>
                  </a:ext>
                </a:extLst>
              </p:cNvPr>
              <p:cNvSpPr/>
              <p:nvPr/>
            </p:nvSpPr>
            <p:spPr>
              <a:xfrm>
                <a:off x="365760" y="1280160"/>
                <a:ext cx="1828800" cy="146304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Rounded Rectangle 13">
                <a:extLst>
                  <a:ext uri="{FF2B5EF4-FFF2-40B4-BE49-F238E27FC236}">
                    <a16:creationId xmlns:a16="http://schemas.microsoft.com/office/drawing/2014/main" id="{2E5F9991-947A-9CCA-940A-7337B1DBEAF2}"/>
                  </a:ext>
                </a:extLst>
              </p:cNvPr>
              <p:cNvSpPr/>
              <p:nvPr/>
            </p:nvSpPr>
            <p:spPr>
              <a:xfrm>
                <a:off x="457200" y="1371600"/>
                <a:ext cx="1645920" cy="1280160"/>
              </a:xfrm>
              <a:prstGeom prst="roundRect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C8C8C8"/>
                    </a:solidFill>
                    <a:latin typeface="Source Sans Pro" panose="020B0503030403020204" pitchFamily="34" charset="0"/>
                  </a:rPr>
                  <a:t>Supply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9B2BC3-7A06-337B-D121-D8D940E3F05F}"/>
                </a:ext>
              </a:extLst>
            </p:cNvPr>
            <p:cNvSpPr/>
            <p:nvPr/>
          </p:nvSpPr>
          <p:spPr>
            <a:xfrm>
              <a:off x="2286000" y="3853190"/>
              <a:ext cx="844296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8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choices by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competitive firms</a:t>
              </a:r>
              <a:endParaRPr lang="en-US" sz="2800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9F99882-509A-E763-C833-9D8DEE028344}"/>
              </a:ext>
            </a:extLst>
          </p:cNvPr>
          <p:cNvGrpSpPr/>
          <p:nvPr/>
        </p:nvGrpSpPr>
        <p:grpSpPr>
          <a:xfrm>
            <a:off x="746760" y="2396804"/>
            <a:ext cx="10363200" cy="1463040"/>
            <a:chOff x="365760" y="1981200"/>
            <a:chExt cx="10363200" cy="1463040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A216D9CA-9E34-EE3A-B8B2-09035D3D1165}"/>
                </a:ext>
              </a:extLst>
            </p:cNvPr>
            <p:cNvSpPr/>
            <p:nvPr/>
          </p:nvSpPr>
          <p:spPr>
            <a:xfrm>
              <a:off x="1752600" y="2072640"/>
              <a:ext cx="8976360" cy="128016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21202072-5391-C94B-2EBE-2D50D04AAADE}"/>
                </a:ext>
              </a:extLst>
            </p:cNvPr>
            <p:cNvSpPr/>
            <p:nvPr/>
          </p:nvSpPr>
          <p:spPr>
            <a:xfrm>
              <a:off x="365760" y="1981200"/>
              <a:ext cx="1828800" cy="14630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E82A930-DF62-0C8D-058B-6FD07C17B99A}"/>
                </a:ext>
              </a:extLst>
            </p:cNvPr>
            <p:cNvSpPr/>
            <p:nvPr/>
          </p:nvSpPr>
          <p:spPr>
            <a:xfrm>
              <a:off x="457200" y="2072640"/>
              <a:ext cx="1645920" cy="128016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Demand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E93DF2D-5736-D375-57F8-4507FA2F112E}"/>
                </a:ext>
              </a:extLst>
            </p:cNvPr>
            <p:cNvSpPr/>
            <p:nvPr/>
          </p:nvSpPr>
          <p:spPr>
            <a:xfrm>
              <a:off x="2286000" y="2451110"/>
              <a:ext cx="844296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8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choices by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consumers</a:t>
              </a:r>
              <a:endParaRPr lang="en-US" sz="2800" dirty="0">
                <a:latin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0928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Demand</a:t>
            </a: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62434B7-5BB5-48D6-8CB9-C0AC5BF468F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548BC7BC-6544-35A1-03DB-2FD53A31C688}"/>
              </a:ext>
            </a:extLst>
          </p:cNvPr>
          <p:cNvSpPr/>
          <p:nvPr/>
        </p:nvSpPr>
        <p:spPr>
          <a:xfrm>
            <a:off x="1118616" y="1523999"/>
            <a:ext cx="2263048" cy="1371600"/>
          </a:xfrm>
          <a:prstGeom prst="round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Demand curve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2FFB9E-EDB5-57D2-52EF-596BFAC85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664" y="1524000"/>
            <a:ext cx="8011760" cy="333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ja-JP" sz="2800" kern="0" dirty="0">
                <a:latin typeface="Source Sans Pro" panose="020B0503030403020204" pitchFamily="34" charset="0"/>
                <a:ea typeface="ＭＳ Ｐゴシック" pitchFamily="34" charset="-128"/>
              </a:rPr>
              <a:t>emand (curve) summarizes </a:t>
            </a:r>
            <a:r>
              <a:rPr lang="en-US" altLang="ja-JP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what buyers are willing to do</a:t>
            </a:r>
          </a:p>
          <a:p>
            <a:pPr lvl="1" eaLnBrk="1" hangingPunct="1"/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How much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will be purchased at different prices?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What is </a:t>
            </a:r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maximum willingness to pay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 for a certain amount?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How do </a:t>
            </a:r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choices change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with other factors?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E966B4-D6C5-64C0-8239-1E471D413852}"/>
                  </a:ext>
                </a:extLst>
              </p14:cNvPr>
              <p14:cNvContentPartPr/>
              <p14:nvPr/>
            </p14:nvContentPartPr>
            <p14:xfrm>
              <a:off x="9266760" y="2226600"/>
              <a:ext cx="2526120" cy="331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E966B4-D6C5-64C0-8239-1E471D4138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0560" y="2210400"/>
                <a:ext cx="2558520" cy="33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891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Determinants of demand</a:t>
            </a:r>
          </a:p>
        </p:txBody>
      </p:sp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537B9E3-89C0-48FA-A721-3D915B8E8127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49388D-E6D4-D20B-C76C-4AD15F2CBB21}"/>
              </a:ext>
            </a:extLst>
          </p:cNvPr>
          <p:cNvGrpSpPr/>
          <p:nvPr/>
        </p:nvGrpSpPr>
        <p:grpSpPr>
          <a:xfrm>
            <a:off x="1066800" y="1141572"/>
            <a:ext cx="9220200" cy="2218595"/>
            <a:chOff x="1066800" y="1676400"/>
            <a:chExt cx="9220200" cy="2218595"/>
          </a:xfrm>
        </p:grpSpPr>
        <p:sp>
          <p:nvSpPr>
            <p:cNvPr id="3" name="Rounded Rectangle 18">
              <a:extLst>
                <a:ext uri="{FF2B5EF4-FFF2-40B4-BE49-F238E27FC236}">
                  <a16:creationId xmlns:a16="http://schemas.microsoft.com/office/drawing/2014/main" id="{827CFA83-BF81-5A30-E140-E5A7E7B857F5}"/>
                </a:ext>
              </a:extLst>
            </p:cNvPr>
            <p:cNvSpPr/>
            <p:nvPr/>
          </p:nvSpPr>
          <p:spPr>
            <a:xfrm>
              <a:off x="3276600" y="1756200"/>
              <a:ext cx="7010400" cy="2058994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Rounded Rectangle 19">
              <a:extLst>
                <a:ext uri="{FF2B5EF4-FFF2-40B4-BE49-F238E27FC236}">
                  <a16:creationId xmlns:a16="http://schemas.microsoft.com/office/drawing/2014/main" id="{19519596-B3FA-F295-DC2B-42D2CC4CCAD7}"/>
                </a:ext>
              </a:extLst>
            </p:cNvPr>
            <p:cNvSpPr/>
            <p:nvPr/>
          </p:nvSpPr>
          <p:spPr>
            <a:xfrm>
              <a:off x="1889760" y="1676400"/>
              <a:ext cx="1828800" cy="22185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20">
              <a:extLst>
                <a:ext uri="{FF2B5EF4-FFF2-40B4-BE49-F238E27FC236}">
                  <a16:creationId xmlns:a16="http://schemas.microsoft.com/office/drawing/2014/main" id="{BAC3D322-8C14-5EE7-9541-AAB537B612C7}"/>
                </a:ext>
              </a:extLst>
            </p:cNvPr>
            <p:cNvSpPr/>
            <p:nvPr/>
          </p:nvSpPr>
          <p:spPr>
            <a:xfrm>
              <a:off x="1066800" y="1756200"/>
              <a:ext cx="2560320" cy="2058994"/>
            </a:xfrm>
            <a:prstGeom prst="roundRect">
              <a:avLst>
                <a:gd name="adj" fmla="val 10572"/>
              </a:avLst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Four key determinants</a:t>
              </a: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BFF8B38-5846-87D5-C12E-A56BA7250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8560" y="1885451"/>
              <a:ext cx="6568439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Preferences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Prices and availability of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related goods</a:t>
              </a:r>
            </a:p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Income</a:t>
              </a:r>
            </a:p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Number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of consumers (for market demand)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7B0189A-25D5-9351-EA4E-CF7405B5639E}"/>
              </a:ext>
            </a:extLst>
          </p:cNvPr>
          <p:cNvGrpSpPr/>
          <p:nvPr/>
        </p:nvGrpSpPr>
        <p:grpSpPr>
          <a:xfrm>
            <a:off x="1066800" y="3488058"/>
            <a:ext cx="9220200" cy="1274494"/>
            <a:chOff x="1066800" y="3998404"/>
            <a:chExt cx="9220200" cy="1274494"/>
          </a:xfrm>
        </p:grpSpPr>
        <p:sp>
          <p:nvSpPr>
            <p:cNvPr id="8" name="Rounded Rectangle 29">
              <a:extLst>
                <a:ext uri="{FF2B5EF4-FFF2-40B4-BE49-F238E27FC236}">
                  <a16:creationId xmlns:a16="http://schemas.microsoft.com/office/drawing/2014/main" id="{87BB006C-6CAC-D2A8-3F3E-91AE23E3531E}"/>
                </a:ext>
              </a:extLst>
            </p:cNvPr>
            <p:cNvSpPr/>
            <p:nvPr/>
          </p:nvSpPr>
          <p:spPr>
            <a:xfrm>
              <a:off x="3276600" y="4078060"/>
              <a:ext cx="7010400" cy="111518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9" name="Rounded Rectangle 30">
              <a:extLst>
                <a:ext uri="{FF2B5EF4-FFF2-40B4-BE49-F238E27FC236}">
                  <a16:creationId xmlns:a16="http://schemas.microsoft.com/office/drawing/2014/main" id="{1FD82B53-F0D9-D791-1806-3F1EBB7836F7}"/>
                </a:ext>
              </a:extLst>
            </p:cNvPr>
            <p:cNvSpPr/>
            <p:nvPr/>
          </p:nvSpPr>
          <p:spPr>
            <a:xfrm>
              <a:off x="1889760" y="3998404"/>
              <a:ext cx="1828800" cy="1274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Rounded Rectangle 31">
              <a:extLst>
                <a:ext uri="{FF2B5EF4-FFF2-40B4-BE49-F238E27FC236}">
                  <a16:creationId xmlns:a16="http://schemas.microsoft.com/office/drawing/2014/main" id="{6F8A7221-F1D6-C744-D3B4-E847548C4CAF}"/>
                </a:ext>
              </a:extLst>
            </p:cNvPr>
            <p:cNvSpPr/>
            <p:nvPr/>
          </p:nvSpPr>
          <p:spPr>
            <a:xfrm>
              <a:off x="1066800" y="4078060"/>
              <a:ext cx="2560320" cy="1115182"/>
            </a:xfrm>
            <a:prstGeom prst="roundRect">
              <a:avLst>
                <a:gd name="adj" fmla="val 11844"/>
              </a:avLst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“Law of Demand”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6F7EA804-9A64-3352-509D-0EDD888CE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398" y="4404819"/>
              <a:ext cx="61215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ja-JP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Quantity demanded is decreasing in price</a:t>
              </a:r>
              <a:endParaRPr lang="en-US" alt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4D9EC0B-4649-9429-13B0-CD02134471D3}"/>
              </a:ext>
            </a:extLst>
          </p:cNvPr>
          <p:cNvGrpSpPr/>
          <p:nvPr/>
        </p:nvGrpSpPr>
        <p:grpSpPr>
          <a:xfrm>
            <a:off x="1066800" y="4890442"/>
            <a:ext cx="9220200" cy="1274494"/>
            <a:chOff x="1066800" y="3998404"/>
            <a:chExt cx="9220200" cy="1274494"/>
          </a:xfrm>
        </p:grpSpPr>
        <p:sp>
          <p:nvSpPr>
            <p:cNvPr id="28" name="Rounded Rectangle 4">
              <a:extLst>
                <a:ext uri="{FF2B5EF4-FFF2-40B4-BE49-F238E27FC236}">
                  <a16:creationId xmlns:a16="http://schemas.microsoft.com/office/drawing/2014/main" id="{68F1DBB9-98C1-8F3A-3CD4-CFE8A2B0EE3C}"/>
                </a:ext>
              </a:extLst>
            </p:cNvPr>
            <p:cNvSpPr/>
            <p:nvPr/>
          </p:nvSpPr>
          <p:spPr>
            <a:xfrm>
              <a:off x="3276600" y="4078060"/>
              <a:ext cx="7010400" cy="111518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9" name="Rounded Rectangle 5">
              <a:extLst>
                <a:ext uri="{FF2B5EF4-FFF2-40B4-BE49-F238E27FC236}">
                  <a16:creationId xmlns:a16="http://schemas.microsoft.com/office/drawing/2014/main" id="{FC6F3F70-B69C-2658-3B96-CAD24E16CB34}"/>
                </a:ext>
              </a:extLst>
            </p:cNvPr>
            <p:cNvSpPr/>
            <p:nvPr/>
          </p:nvSpPr>
          <p:spPr>
            <a:xfrm>
              <a:off x="1889760" y="3998404"/>
              <a:ext cx="1828800" cy="1274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0" name="Rounded Rectangle 6">
              <a:extLst>
                <a:ext uri="{FF2B5EF4-FFF2-40B4-BE49-F238E27FC236}">
                  <a16:creationId xmlns:a16="http://schemas.microsoft.com/office/drawing/2014/main" id="{9A57CEED-D249-9761-5811-4A7C5FCBF1F9}"/>
                </a:ext>
              </a:extLst>
            </p:cNvPr>
            <p:cNvSpPr/>
            <p:nvPr/>
          </p:nvSpPr>
          <p:spPr>
            <a:xfrm>
              <a:off x="1066800" y="4078060"/>
              <a:ext cx="2560320" cy="1115182"/>
            </a:xfrm>
            <a:prstGeom prst="roundRect">
              <a:avLst>
                <a:gd name="adj" fmla="val 11844"/>
              </a:avLst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Consumers vs. customers</a:t>
              </a:r>
            </a:p>
          </p:txBody>
        </p:sp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D493B2C5-64FE-4F70-CFCB-81F815A5B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398" y="4404819"/>
              <a:ext cx="61215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Income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does not apply to (B2B) customers</a:t>
              </a:r>
              <a:endParaRPr lang="en-US" alt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C8F47CC-E0C3-341B-1ADC-3CB250C7049F}"/>
                  </a:ext>
                </a:extLst>
              </p14:cNvPr>
              <p14:cNvContentPartPr/>
              <p14:nvPr/>
            </p14:nvContentPartPr>
            <p14:xfrm>
              <a:off x="9962280" y="3067560"/>
              <a:ext cx="1900080" cy="1486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C8F47CC-E0C3-341B-1ADC-3CB250C704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46080" y="3051360"/>
                <a:ext cx="1932480" cy="151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1977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Individual demand</a:t>
            </a:r>
          </a:p>
        </p:txBody>
      </p:sp>
      <p:sp>
        <p:nvSpPr>
          <p:cNvPr id="481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4B83615-B262-4690-A794-5F49C86F6C7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35E9ECE-2B17-13A1-0C5D-55A940F3B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60" y="1447800"/>
            <a:ext cx="10341864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Suppose Jose’</a:t>
            </a:r>
            <a:r>
              <a:rPr lang="en-US" altLang="ja-JP" sz="2800" kern="0">
                <a:ea typeface="ＭＳ Ｐゴシック" pitchFamily="34" charset="-128"/>
              </a:rPr>
              <a:t>s preferences for Coke lead to the following decisions: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  <p:graphicFrame>
        <p:nvGraphicFramePr>
          <p:cNvPr id="3" name="Group 39">
            <a:extLst>
              <a:ext uri="{FF2B5EF4-FFF2-40B4-BE49-F238E27FC236}">
                <a16:creationId xmlns:a16="http://schemas.microsoft.com/office/drawing/2014/main" id="{F15FC966-7AF8-0B67-9C5D-1016F9482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686725"/>
              </p:ext>
            </p:extLst>
          </p:nvPr>
        </p:nvGraphicFramePr>
        <p:xfrm>
          <a:off x="3124200" y="2224534"/>
          <a:ext cx="5867400" cy="2072640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Price per can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Cans purchased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1.50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1.00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0.50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40">
            <a:extLst>
              <a:ext uri="{FF2B5EF4-FFF2-40B4-BE49-F238E27FC236}">
                <a16:creationId xmlns:a16="http://schemas.microsoft.com/office/drawing/2014/main" id="{46151D12-E119-A7D1-79FC-C204AF2F7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60" y="4593777"/>
            <a:ext cx="10341863" cy="103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 dirty="0">
                <a:latin typeface="Source Sans Pro" panose="020B0503030403020204" pitchFamily="34" charset="0"/>
              </a:rPr>
              <a:t>These decisions fit the demand function Q</a:t>
            </a:r>
            <a:r>
              <a:rPr lang="en-US" altLang="en-US" sz="2800" baseline="-25000" dirty="0">
                <a:latin typeface="Source Sans Pro" panose="020B0503030403020204" pitchFamily="34" charset="0"/>
              </a:rPr>
              <a:t>J</a:t>
            </a:r>
            <a:r>
              <a:rPr lang="en-US" altLang="en-US" sz="2800" dirty="0">
                <a:latin typeface="Source Sans Pro" panose="020B0503030403020204" pitchFamily="34" charset="0"/>
              </a:rPr>
              <a:t> = 4 – 2P</a:t>
            </a:r>
          </a:p>
          <a:p>
            <a:pPr lvl="1"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 dirty="0">
                <a:latin typeface="Source Sans Pro" panose="020B0503030403020204" pitchFamily="34" charset="0"/>
              </a:rPr>
              <a:t>Implies </a:t>
            </a:r>
            <a:r>
              <a:rPr lang="en-US" altLang="en-US" sz="2800" b="1" dirty="0">
                <a:latin typeface="Source Sans Pro" panose="020B0503030403020204" pitchFamily="34" charset="0"/>
              </a:rPr>
              <a:t>fractions </a:t>
            </a:r>
            <a:r>
              <a:rPr lang="en-US" altLang="en-US" sz="2800" dirty="0">
                <a:latin typeface="Source Sans Pro" panose="020B0503030403020204" pitchFamily="34" charset="0"/>
              </a:rPr>
              <a:t>of a can are OK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CA599C-CFC1-1758-8720-0C972A6F5856}"/>
                  </a:ext>
                </a:extLst>
              </p14:cNvPr>
              <p14:cNvContentPartPr/>
              <p14:nvPr/>
            </p14:nvContentPartPr>
            <p14:xfrm>
              <a:off x="2529720" y="3057120"/>
              <a:ext cx="6735600" cy="275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CA599C-CFC1-1758-8720-0C972A6F58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3520" y="3040920"/>
                <a:ext cx="6768000" cy="278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307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Individual demand: graphic</a:t>
            </a:r>
          </a:p>
        </p:txBody>
      </p:sp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7E86DDE-56CA-4449-BD42-BE6B252A115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6AC8B0D-8DB2-5B0E-B20B-269BA830E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79" y="2190199"/>
            <a:ext cx="3429000" cy="247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Jose’</a:t>
            </a:r>
            <a:r>
              <a:rPr lang="en-US" altLang="ja-JP" sz="2800" kern="0">
                <a:ea typeface="ＭＳ Ｐゴシック" pitchFamily="34" charset="-128"/>
              </a:rPr>
              <a:t>s demand for Coke can be written</a:t>
            </a:r>
          </a:p>
          <a:p>
            <a:pPr marL="857250" lvl="1" eaLnBrk="1" hangingPunct="1">
              <a:buFontTx/>
              <a:buNone/>
            </a:pPr>
            <a:r>
              <a:rPr lang="en-US" altLang="en-US" sz="2800" kern="0"/>
              <a:t>Q</a:t>
            </a:r>
            <a:r>
              <a:rPr lang="en-US" altLang="en-US" sz="2800" kern="0" baseline="-25000"/>
              <a:t>J</a:t>
            </a:r>
            <a:r>
              <a:rPr lang="en-US" altLang="en-US" sz="2800" kern="0"/>
              <a:t> = 4 – 2P</a:t>
            </a:r>
          </a:p>
          <a:p>
            <a:pPr marL="857250" lvl="1" eaLnBrk="1" hangingPunct="1">
              <a:buFontTx/>
              <a:buNone/>
            </a:pPr>
            <a:r>
              <a:rPr lang="en-US" altLang="en-US" sz="2800" kern="0"/>
              <a:t>or</a:t>
            </a:r>
          </a:p>
          <a:p>
            <a:pPr marL="857250" lvl="1" eaLnBrk="1" hangingPunct="1">
              <a:buFontTx/>
              <a:buNone/>
            </a:pPr>
            <a:r>
              <a:rPr lang="en-US" altLang="en-US" sz="2800" kern="0"/>
              <a:t>P = 2 – 0.5 Q</a:t>
            </a:r>
            <a:r>
              <a:rPr lang="en-US" altLang="en-US" sz="2800" kern="0" baseline="-25000"/>
              <a:t>J</a:t>
            </a:r>
            <a:endParaRPr lang="en-US" altLang="en-US" sz="2800" kern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55F096-DE3E-C744-2EC7-67F6DBF5A875}"/>
              </a:ext>
            </a:extLst>
          </p:cNvPr>
          <p:cNvGrpSpPr/>
          <p:nvPr/>
        </p:nvGrpSpPr>
        <p:grpSpPr>
          <a:xfrm>
            <a:off x="4191000" y="1674813"/>
            <a:ext cx="6642414" cy="4076700"/>
            <a:chOff x="4003675" y="1674813"/>
            <a:chExt cx="6642414" cy="4076700"/>
          </a:xfrm>
        </p:grpSpPr>
        <p:sp>
          <p:nvSpPr>
            <p:cNvPr id="13" name="Line 4">
              <a:extLst>
                <a:ext uri="{FF2B5EF4-FFF2-40B4-BE49-F238E27FC236}">
                  <a16:creationId xmlns:a16="http://schemas.microsoft.com/office/drawing/2014/main" id="{FF058E1F-48C4-270B-D8D8-1336AF502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4675" y="1979613"/>
              <a:ext cx="0" cy="3282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4" name="Line 5">
              <a:extLst>
                <a:ext uri="{FF2B5EF4-FFF2-40B4-BE49-F238E27FC236}">
                  <a16:creationId xmlns:a16="http://schemas.microsoft.com/office/drawing/2014/main" id="{A72A3BA5-D050-4678-0CD3-084D31BB8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4675" y="5256213"/>
              <a:ext cx="6019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881743D1-1B05-84C7-2700-89170A332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675" y="1674813"/>
              <a:ext cx="5334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P</a:t>
              </a: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55BE90DB-B065-3851-1EBE-B800A8CB7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4674" y="2741613"/>
              <a:ext cx="5105395" cy="2508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Text Box 9">
              <a:extLst>
                <a:ext uri="{FF2B5EF4-FFF2-40B4-BE49-F238E27FC236}">
                  <a16:creationId xmlns:a16="http://schemas.microsoft.com/office/drawing/2014/main" id="{BE9FC9BE-D0D5-94F3-0AAD-B46152149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3675" y="2436813"/>
              <a:ext cx="5334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2</a:t>
              </a:r>
            </a:p>
          </p:txBody>
        </p:sp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BC6D9D6F-E8BA-CB08-F960-D267622F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61475" y="5232400"/>
              <a:ext cx="3476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4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218C7A19-7C91-C184-DB8E-597FDE9C13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4697" y="3429793"/>
              <a:ext cx="1676400" cy="137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Jose’</a:t>
              </a:r>
              <a:r>
                <a:rPr lang="en-US" altLang="ja-JP" sz="2800" dirty="0">
                  <a:latin typeface="Source Sans Pro" panose="020B0503030403020204" pitchFamily="34" charset="0"/>
                </a:rPr>
                <a:t>s demand curve</a:t>
              </a:r>
              <a:endParaRPr lang="en-US" alt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Text Box 7">
              <a:extLst>
                <a:ext uri="{FF2B5EF4-FFF2-40B4-BE49-F238E27FC236}">
                  <a16:creationId xmlns:a16="http://schemas.microsoft.com/office/drawing/2014/main" id="{6128016B-046D-0042-5C86-21290D559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2689" y="5216525"/>
              <a:ext cx="5334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Q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B3A5180-2E36-1D2C-77E1-A23AA34E9A48}"/>
                  </a:ext>
                </a:extLst>
              </p14:cNvPr>
              <p14:cNvContentPartPr/>
              <p14:nvPr/>
            </p14:nvContentPartPr>
            <p14:xfrm>
              <a:off x="3610800" y="1254960"/>
              <a:ext cx="6922800" cy="498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B3A5180-2E36-1D2C-77E1-A23AA34E9A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94600" y="1238760"/>
                <a:ext cx="6955200" cy="502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2623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What drives individual demand?</a:t>
            </a:r>
          </a:p>
        </p:txBody>
      </p:sp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C8B285F-78A1-4657-A08A-48332465DC2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E33BF8-B8F4-CC7C-121A-BA63357389B8}"/>
              </a:ext>
            </a:extLst>
          </p:cNvPr>
          <p:cNvGrpSpPr/>
          <p:nvPr/>
        </p:nvGrpSpPr>
        <p:grpSpPr>
          <a:xfrm>
            <a:off x="838200" y="3373680"/>
            <a:ext cx="10319609" cy="1274494"/>
            <a:chOff x="838200" y="3373680"/>
            <a:chExt cx="10319609" cy="1274494"/>
          </a:xfrm>
        </p:grpSpPr>
        <p:sp>
          <p:nvSpPr>
            <p:cNvPr id="4" name="Rounded Rectangle 27">
              <a:extLst>
                <a:ext uri="{FF2B5EF4-FFF2-40B4-BE49-F238E27FC236}">
                  <a16:creationId xmlns:a16="http://schemas.microsoft.com/office/drawing/2014/main" id="{3657F26A-2348-9B06-9CE5-4D493B669371}"/>
                </a:ext>
              </a:extLst>
            </p:cNvPr>
            <p:cNvSpPr/>
            <p:nvPr/>
          </p:nvSpPr>
          <p:spPr>
            <a:xfrm>
              <a:off x="2421031" y="3453336"/>
              <a:ext cx="8736778" cy="111518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28">
              <a:extLst>
                <a:ext uri="{FF2B5EF4-FFF2-40B4-BE49-F238E27FC236}">
                  <a16:creationId xmlns:a16="http://schemas.microsoft.com/office/drawing/2014/main" id="{225CAABD-5D7C-2657-93E1-035FEC1451FC}"/>
                </a:ext>
              </a:extLst>
            </p:cNvPr>
            <p:cNvSpPr/>
            <p:nvPr/>
          </p:nvSpPr>
          <p:spPr>
            <a:xfrm>
              <a:off x="1034191" y="3373680"/>
              <a:ext cx="1828800" cy="1274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Rounded Rectangle 29">
              <a:extLst>
                <a:ext uri="{FF2B5EF4-FFF2-40B4-BE49-F238E27FC236}">
                  <a16:creationId xmlns:a16="http://schemas.microsoft.com/office/drawing/2014/main" id="{0BF3DCB9-9303-0CDD-72B9-15F6EAEC0333}"/>
                </a:ext>
              </a:extLst>
            </p:cNvPr>
            <p:cNvSpPr/>
            <p:nvPr/>
          </p:nvSpPr>
          <p:spPr>
            <a:xfrm>
              <a:off x="838200" y="3453336"/>
              <a:ext cx="1951639" cy="1115182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Shape of demand</a:t>
              </a: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38E6C4E4-4C42-F0AD-836E-E4379E7AF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830" y="3595429"/>
              <a:ext cx="791077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How Jose’</a:t>
              </a:r>
              <a:r>
                <a:rPr lang="en-US" altLang="ja-JP" kern="0" dirty="0">
                  <a:latin typeface="Source Sans Pro" panose="020B0503030403020204" pitchFamily="34" charset="0"/>
                  <a:ea typeface="ＭＳ Ｐゴシック" pitchFamily="34" charset="-128"/>
                </a:rPr>
                <a:t>s </a:t>
              </a:r>
              <a:r>
                <a:rPr lang="en-US" altLang="ja-JP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optimal quantity choice </a:t>
              </a:r>
              <a:r>
                <a:rPr lang="en-US" altLang="ja-JP" kern="0" dirty="0">
                  <a:latin typeface="Source Sans Pro" panose="020B0503030403020204" pitchFamily="34" charset="0"/>
                  <a:ea typeface="ＭＳ Ｐゴシック" pitchFamily="34" charset="-128"/>
                </a:rPr>
                <a:t>changes as </a:t>
              </a:r>
              <a:r>
                <a:rPr lang="en-US" altLang="ja-JP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 </a:t>
              </a:r>
              <a:r>
                <a:rPr lang="en-US" altLang="ja-JP" kern="0" dirty="0">
                  <a:latin typeface="Source Sans Pro" panose="020B0503030403020204" pitchFamily="34" charset="0"/>
                  <a:ea typeface="ＭＳ Ｐゴシック" pitchFamily="34" charset="-128"/>
                </a:rPr>
                <a:t>of Coke changes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DA0C83-45CA-B59D-B1FD-A4849FC28D8E}"/>
              </a:ext>
            </a:extLst>
          </p:cNvPr>
          <p:cNvGrpSpPr/>
          <p:nvPr/>
        </p:nvGrpSpPr>
        <p:grpSpPr>
          <a:xfrm>
            <a:off x="838200" y="1121124"/>
            <a:ext cx="10319609" cy="1989636"/>
            <a:chOff x="838200" y="1121124"/>
            <a:chExt cx="10319609" cy="1989636"/>
          </a:xfrm>
        </p:grpSpPr>
        <p:sp>
          <p:nvSpPr>
            <p:cNvPr id="11" name="Rounded Rectangle 37">
              <a:extLst>
                <a:ext uri="{FF2B5EF4-FFF2-40B4-BE49-F238E27FC236}">
                  <a16:creationId xmlns:a16="http://schemas.microsoft.com/office/drawing/2014/main" id="{09C3578B-5077-12D0-761E-3903B45F850A}"/>
                </a:ext>
              </a:extLst>
            </p:cNvPr>
            <p:cNvSpPr/>
            <p:nvPr/>
          </p:nvSpPr>
          <p:spPr>
            <a:xfrm>
              <a:off x="2421031" y="1192689"/>
              <a:ext cx="8736778" cy="1846506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38">
              <a:extLst>
                <a:ext uri="{FF2B5EF4-FFF2-40B4-BE49-F238E27FC236}">
                  <a16:creationId xmlns:a16="http://schemas.microsoft.com/office/drawing/2014/main" id="{CCCB4AFB-3B3E-200E-70C5-5D332216528F}"/>
                </a:ext>
              </a:extLst>
            </p:cNvPr>
            <p:cNvSpPr/>
            <p:nvPr/>
          </p:nvSpPr>
          <p:spPr>
            <a:xfrm>
              <a:off x="1034191" y="1121124"/>
              <a:ext cx="1828800" cy="1989636"/>
            </a:xfrm>
            <a:prstGeom prst="roundRect">
              <a:avLst>
                <a:gd name="adj" fmla="val 2366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39">
              <a:extLst>
                <a:ext uri="{FF2B5EF4-FFF2-40B4-BE49-F238E27FC236}">
                  <a16:creationId xmlns:a16="http://schemas.microsoft.com/office/drawing/2014/main" id="{37B253C7-536E-59A5-4052-44B43AF22690}"/>
                </a:ext>
              </a:extLst>
            </p:cNvPr>
            <p:cNvSpPr/>
            <p:nvPr/>
          </p:nvSpPr>
          <p:spPr>
            <a:xfrm>
              <a:off x="838200" y="1192689"/>
              <a:ext cx="1951639" cy="184650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Constrained optimization</a:t>
              </a: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B8D1D0DC-6065-25F0-8158-6E19111A5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830" y="1254168"/>
              <a:ext cx="7910770" cy="172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Jose selects a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combination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of products to make himself as happy as possible, given</a:t>
              </a:r>
            </a:p>
            <a:p>
              <a:pPr marL="511175" lvl="2"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His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limited resources</a:t>
              </a:r>
            </a:p>
            <a:p>
              <a:pPr marL="511175" lvl="2"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Prices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he faces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5062C8-6485-8705-0BFF-D0C6DA4B5A6E}"/>
              </a:ext>
            </a:extLst>
          </p:cNvPr>
          <p:cNvGrpSpPr/>
          <p:nvPr/>
        </p:nvGrpSpPr>
        <p:grpSpPr>
          <a:xfrm>
            <a:off x="838200" y="4911093"/>
            <a:ext cx="10319609" cy="1274494"/>
            <a:chOff x="838200" y="4911093"/>
            <a:chExt cx="10319609" cy="1274494"/>
          </a:xfrm>
        </p:grpSpPr>
        <p:sp>
          <p:nvSpPr>
            <p:cNvPr id="16" name="Rounded Rectangle 45">
              <a:extLst>
                <a:ext uri="{FF2B5EF4-FFF2-40B4-BE49-F238E27FC236}">
                  <a16:creationId xmlns:a16="http://schemas.microsoft.com/office/drawing/2014/main" id="{5A5E01CE-EE0A-3FE8-36FF-0D34DA87BA65}"/>
                </a:ext>
              </a:extLst>
            </p:cNvPr>
            <p:cNvSpPr/>
            <p:nvPr/>
          </p:nvSpPr>
          <p:spPr>
            <a:xfrm>
              <a:off x="2421031" y="4990749"/>
              <a:ext cx="8736778" cy="111518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Rounded Rectangle 46">
              <a:extLst>
                <a:ext uri="{FF2B5EF4-FFF2-40B4-BE49-F238E27FC236}">
                  <a16:creationId xmlns:a16="http://schemas.microsoft.com/office/drawing/2014/main" id="{FC21A44E-0837-877C-41DB-0319FED6A9D2}"/>
                </a:ext>
              </a:extLst>
            </p:cNvPr>
            <p:cNvSpPr/>
            <p:nvPr/>
          </p:nvSpPr>
          <p:spPr>
            <a:xfrm>
              <a:off x="1034191" y="4911093"/>
              <a:ext cx="1828800" cy="1274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Rounded Rectangle 47">
              <a:extLst>
                <a:ext uri="{FF2B5EF4-FFF2-40B4-BE49-F238E27FC236}">
                  <a16:creationId xmlns:a16="http://schemas.microsoft.com/office/drawing/2014/main" id="{EAAB15F2-C785-FF85-A270-4BD0E22C5045}"/>
                </a:ext>
              </a:extLst>
            </p:cNvPr>
            <p:cNvSpPr/>
            <p:nvPr/>
          </p:nvSpPr>
          <p:spPr>
            <a:xfrm>
              <a:off x="838200" y="4990749"/>
              <a:ext cx="1951639" cy="1115182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Location of demand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ED202044-5907-34A0-86A0-F169DB79D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830" y="5317507"/>
              <a:ext cx="79107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As other factors change, Jose’s overall </a:t>
              </a:r>
              <a:r>
                <a:rPr lang="en-US" altLang="ja-JP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 curve shifts</a:t>
              </a:r>
              <a:endPara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EAE005-B7B3-CB69-116C-21AA7F7D141E}"/>
                  </a:ext>
                </a:extLst>
              </p14:cNvPr>
              <p14:cNvContentPartPr/>
              <p14:nvPr/>
            </p14:nvContentPartPr>
            <p14:xfrm>
              <a:off x="9014040" y="1076040"/>
              <a:ext cx="2630160" cy="3463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EAE005-B7B3-CB69-116C-21AA7F7D14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97840" y="1059840"/>
                <a:ext cx="2662560" cy="349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149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Individual demand: graphic</a:t>
            </a:r>
          </a:p>
        </p:txBody>
      </p:sp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7E86DDE-56CA-4449-BD42-BE6B252A115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F61ECBD9-42CB-3397-0AF2-0647CCE27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1979613"/>
            <a:ext cx="0" cy="3282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A79AEC1E-3A14-AADC-B051-281D3467BC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256213"/>
            <a:ext cx="6019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9C10CAB8-5C05-05E9-93E6-B0EBBCACF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67481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14" name="Line 8">
            <a:extLst>
              <a:ext uri="{FF2B5EF4-FFF2-40B4-BE49-F238E27FC236}">
                <a16:creationId xmlns:a16="http://schemas.microsoft.com/office/drawing/2014/main" id="{23BC61C3-8188-83BE-7151-6D21D493D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599" y="2741613"/>
            <a:ext cx="5105395" cy="25082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7D8077ED-2D63-F91F-2232-BFC20C255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436813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998A8FD3-20A9-403E-4523-C2CF55231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232400"/>
            <a:ext cx="347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4</a:t>
            </a:r>
          </a:p>
        </p:txBody>
      </p:sp>
      <p:sp>
        <p:nvSpPr>
          <p:cNvPr id="17" name="Text Box 7">
            <a:extLst>
              <a:ext uri="{FF2B5EF4-FFF2-40B4-BE49-F238E27FC236}">
                <a16:creationId xmlns:a16="http://schemas.microsoft.com/office/drawing/2014/main" id="{456CBFCE-21F5-27EF-E654-8CA63FCC6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9614" y="521652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18" name="Line 8">
            <a:extLst>
              <a:ext uri="{FF2B5EF4-FFF2-40B4-BE49-F238E27FC236}">
                <a16:creationId xmlns:a16="http://schemas.microsoft.com/office/drawing/2014/main" id="{0911CC60-EF01-F0E0-127A-53C2059EF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4771" y="2205586"/>
            <a:ext cx="5105395" cy="2508248"/>
          </a:xfrm>
          <a:prstGeom prst="line">
            <a:avLst/>
          </a:prstGeom>
          <a:noFill/>
          <a:ln w="19050">
            <a:solidFill>
              <a:srgbClr val="A5171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6AEA2015-95AE-CA24-AFAC-14AFA7A74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682989"/>
            <a:ext cx="3034664" cy="1490911"/>
          </a:xfrm>
          <a:prstGeom prst="line">
            <a:avLst/>
          </a:prstGeom>
          <a:noFill/>
          <a:ln w="28575">
            <a:solidFill>
              <a:srgbClr val="D8D2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CCCE3DE-FC38-89E5-018A-536B06EF7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541401"/>
            <a:ext cx="3674434" cy="2332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Example 2: (</a:t>
            </a:r>
            <a:r>
              <a:rPr lang="en-US" altLang="en-US" sz="2800" b="1" kern="0" dirty="0">
                <a:solidFill>
                  <a:srgbClr val="D8D2C5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Tan D</a:t>
            </a:r>
            <a:r>
              <a:rPr lang="en-US" altLang="en-US" sz="2800" b="1" kern="0" baseline="-25000" dirty="0">
                <a:solidFill>
                  <a:srgbClr val="D8D2C5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3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Suppose there is a recession, and consumers have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less income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AE6637C4-CAFF-EC89-89CD-C934384E6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363133"/>
            <a:ext cx="3674434" cy="190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Example 1: (</a:t>
            </a:r>
            <a:r>
              <a:rPr lang="en-US" altLang="en-US" sz="2800" kern="0" dirty="0">
                <a:solidFill>
                  <a:srgbClr val="A51714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Red D</a:t>
            </a:r>
            <a:r>
              <a:rPr lang="en-US" altLang="en-US" sz="2800" kern="0" baseline="-25000" dirty="0">
                <a:solidFill>
                  <a:srgbClr val="A51714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2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Suppose consumers decide they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really want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to buy Coke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E68CC-E0C2-C3B1-0969-435D488C4278}"/>
              </a:ext>
            </a:extLst>
          </p:cNvPr>
          <p:cNvSpPr txBox="1"/>
          <p:nvPr/>
        </p:nvSpPr>
        <p:spPr>
          <a:xfrm>
            <a:off x="6400800" y="4756379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</a:t>
            </a:r>
            <a:r>
              <a:rPr lang="en-US" sz="2800" baseline="-25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E0B220-67BF-D6BD-B7CF-ABF081599F10}"/>
              </a:ext>
            </a:extLst>
          </p:cNvPr>
          <p:cNvSpPr txBox="1"/>
          <p:nvPr/>
        </p:nvSpPr>
        <p:spPr>
          <a:xfrm>
            <a:off x="7010400" y="4151244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</a:t>
            </a:r>
            <a:r>
              <a:rPr lang="en-US" sz="2800" baseline="-25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4966FA-3FBF-F157-654D-0E3FC1E4F312}"/>
              </a:ext>
            </a:extLst>
          </p:cNvPr>
          <p:cNvSpPr txBox="1"/>
          <p:nvPr/>
        </p:nvSpPr>
        <p:spPr>
          <a:xfrm>
            <a:off x="4508938" y="4739824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D</a:t>
            </a:r>
            <a:r>
              <a:rPr lang="en-US" sz="2800" baseline="-25000" dirty="0">
                <a:latin typeface="Source Sans Pro" panose="020B0503030403020204" pitchFamily="34" charset="0"/>
                <a:ea typeface="Source Sans Pro" panose="020B050303040302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9A80E852-9CBF-7E88-31EF-3A8CA414A98D}"/>
              </a:ext>
            </a:extLst>
          </p:cNvPr>
          <p:cNvSpPr/>
          <p:nvPr/>
        </p:nvSpPr>
        <p:spPr>
          <a:xfrm>
            <a:off x="12382297" y="351456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1325FF-C8C4-20E1-D077-80D23A733A22}"/>
                  </a:ext>
                </a:extLst>
              </p14:cNvPr>
              <p14:cNvContentPartPr/>
              <p14:nvPr/>
            </p14:nvContentPartPr>
            <p14:xfrm>
              <a:off x="2756160" y="2853360"/>
              <a:ext cx="1978920" cy="1909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1325FF-C8C4-20E1-D077-80D23A733A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9960" y="2837160"/>
                <a:ext cx="2011320" cy="194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931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/>
      <p:bldP spid="21" grpId="0"/>
      <p:bldP spid="28" grpId="0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Elasticity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16CA060-065E-4657-98E7-207EA9CF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82E56D-A23D-5878-F0FE-C9EE4726E450}"/>
              </a:ext>
            </a:extLst>
          </p:cNvPr>
          <p:cNvGrpSpPr/>
          <p:nvPr/>
        </p:nvGrpSpPr>
        <p:grpSpPr>
          <a:xfrm>
            <a:off x="533400" y="1658112"/>
            <a:ext cx="11277600" cy="3227832"/>
            <a:chOff x="533400" y="1658112"/>
            <a:chExt cx="11277600" cy="3227832"/>
          </a:xfrm>
        </p:grpSpPr>
        <p:sp>
          <p:nvSpPr>
            <p:cNvPr id="4" name="Rounded Rectangle 11">
              <a:extLst>
                <a:ext uri="{FF2B5EF4-FFF2-40B4-BE49-F238E27FC236}">
                  <a16:creationId xmlns:a16="http://schemas.microsoft.com/office/drawing/2014/main" id="{C6E7768A-27F4-1D89-4EEE-58C854BAB56C}"/>
                </a:ext>
              </a:extLst>
            </p:cNvPr>
            <p:cNvSpPr/>
            <p:nvPr/>
          </p:nvSpPr>
          <p:spPr>
            <a:xfrm>
              <a:off x="1752600" y="1748028"/>
              <a:ext cx="10058400" cy="304800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12">
              <a:extLst>
                <a:ext uri="{FF2B5EF4-FFF2-40B4-BE49-F238E27FC236}">
                  <a16:creationId xmlns:a16="http://schemas.microsoft.com/office/drawing/2014/main" id="{D84C4B27-8E51-B67C-4A62-5FB4672F6319}"/>
                </a:ext>
              </a:extLst>
            </p:cNvPr>
            <p:cNvSpPr/>
            <p:nvPr/>
          </p:nvSpPr>
          <p:spPr>
            <a:xfrm>
              <a:off x="533400" y="1658112"/>
              <a:ext cx="2767502" cy="3227832"/>
            </a:xfrm>
            <a:prstGeom prst="roundRect">
              <a:avLst>
                <a:gd name="adj" fmla="val 1849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1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6DA11C3-C01F-8DC3-7064-614C7E8DE0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0527" y="1856256"/>
              <a:ext cx="8380740" cy="2908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Measures 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sensitivity 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to changes in the environment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Ratio of 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percentage changes 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in a pair of related economic variables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Demand: Firms can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calibrate consumers’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 responses </a:t>
              </a:r>
              <a:r>
                <a:rPr lang="en-US" altLang="ja-JP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to their choices, competitors’ choices, and important related events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Supply: Firms can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understand flexibility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in their production processes</a:t>
              </a: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5307A224-A7EA-FE5D-D2CD-A793C589AD68}"/>
                </a:ext>
              </a:extLst>
            </p:cNvPr>
            <p:cNvSpPr/>
            <p:nvPr/>
          </p:nvSpPr>
          <p:spPr>
            <a:xfrm>
              <a:off x="573024" y="1748028"/>
              <a:ext cx="2627376" cy="304800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What is an elasticity, and why do I care?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3970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Demand elasticity</a:t>
            </a:r>
          </a:p>
        </p:txBody>
      </p:sp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A723E0A-6624-4300-8BDA-71638BA7E4ED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29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89760" y="1157829"/>
            <a:ext cx="1828800" cy="167863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7D63F7-606C-B96D-2619-F99AE69D53C6}"/>
              </a:ext>
            </a:extLst>
          </p:cNvPr>
          <p:cNvGrpSpPr/>
          <p:nvPr/>
        </p:nvGrpSpPr>
        <p:grpSpPr>
          <a:xfrm>
            <a:off x="1524000" y="1600200"/>
            <a:ext cx="9448800" cy="1678632"/>
            <a:chOff x="1524000" y="2863799"/>
            <a:chExt cx="9448800" cy="1678632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65F0237-AF57-A53B-CC82-B86D0C83CD9F}"/>
                </a:ext>
              </a:extLst>
            </p:cNvPr>
            <p:cNvSpPr/>
            <p:nvPr/>
          </p:nvSpPr>
          <p:spPr>
            <a:xfrm>
              <a:off x="3276600" y="2968713"/>
              <a:ext cx="7696200" cy="146880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21E7441-F763-02E3-ED31-015400A1B2DB}"/>
                </a:ext>
              </a:extLst>
            </p:cNvPr>
            <p:cNvSpPr/>
            <p:nvPr/>
          </p:nvSpPr>
          <p:spPr>
            <a:xfrm>
              <a:off x="1889760" y="2863799"/>
              <a:ext cx="1828800" cy="16786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EF12144-D67A-5E35-5028-254FD9C02A96}"/>
                </a:ext>
              </a:extLst>
            </p:cNvPr>
            <p:cNvSpPr/>
            <p:nvPr/>
          </p:nvSpPr>
          <p:spPr>
            <a:xfrm>
              <a:off x="1524000" y="2968713"/>
              <a:ext cx="2103120" cy="1468803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800" b="1">
                  <a:solidFill>
                    <a:srgbClr val="C8C8C8"/>
                  </a:solidFill>
                  <a:latin typeface="Source Sans Pro" panose="020B0503030403020204" pitchFamily="34" charset="0"/>
                </a:rPr>
                <a:t>Own-price elasticity</a:t>
              </a:r>
              <a:endPara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91B010-AE69-C0BE-D864-E1CAD87AF0D8}"/>
                </a:ext>
              </a:extLst>
            </p:cNvPr>
            <p:cNvSpPr/>
            <p:nvPr/>
          </p:nvSpPr>
          <p:spPr>
            <a:xfrm>
              <a:off x="3810000" y="3014510"/>
              <a:ext cx="701040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Source Sans Pro" panose="020B0503030403020204" pitchFamily="34" charset="0"/>
                </a:rPr>
                <a:t>Most common elasticity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Source Sans Pro" panose="020B0503030403020204" pitchFamily="34" charset="0"/>
                </a:rPr>
                <a:t>How much will </a:t>
              </a:r>
              <a:r>
                <a:rPr lang="en-US" altLang="en-US" sz="2800" b="1" dirty="0">
                  <a:latin typeface="Source Sans Pro" panose="020B0503030403020204" pitchFamily="34" charset="0"/>
                </a:rPr>
                <a:t>quantity demanded </a:t>
              </a:r>
              <a:r>
                <a:rPr lang="en-US" altLang="en-US" sz="2800" dirty="0">
                  <a:latin typeface="Source Sans Pro" panose="020B0503030403020204" pitchFamily="34" charset="0"/>
                </a:rPr>
                <a:t>change when price changes by x%?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BE2EF0-C6D8-45D6-0B42-D23E39D4100B}"/>
              </a:ext>
            </a:extLst>
          </p:cNvPr>
          <p:cNvGrpSpPr/>
          <p:nvPr/>
        </p:nvGrpSpPr>
        <p:grpSpPr>
          <a:xfrm>
            <a:off x="1524000" y="3670637"/>
            <a:ext cx="9448800" cy="1918435"/>
            <a:chOff x="1524000" y="4569767"/>
            <a:chExt cx="9448800" cy="191843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E052A42F-02D4-39F5-22C4-9DCFCA067FE0}"/>
                </a:ext>
              </a:extLst>
            </p:cNvPr>
            <p:cNvSpPr/>
            <p:nvPr/>
          </p:nvSpPr>
          <p:spPr>
            <a:xfrm>
              <a:off x="3276600" y="4674683"/>
              <a:ext cx="7696200" cy="1678631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8E27C55-C97C-6940-6210-58084C801E10}"/>
                </a:ext>
              </a:extLst>
            </p:cNvPr>
            <p:cNvSpPr/>
            <p:nvPr/>
          </p:nvSpPr>
          <p:spPr>
            <a:xfrm>
              <a:off x="1889760" y="4569767"/>
              <a:ext cx="1828800" cy="1918435"/>
            </a:xfrm>
            <a:prstGeom prst="roundRect">
              <a:avLst>
                <a:gd name="adj" fmla="val 2180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172BDDB-2B9B-8499-906B-85461AB4D4D5}"/>
                </a:ext>
              </a:extLst>
            </p:cNvPr>
            <p:cNvSpPr/>
            <p:nvPr/>
          </p:nvSpPr>
          <p:spPr>
            <a:xfrm>
              <a:off x="1524000" y="4674683"/>
              <a:ext cx="2103120" cy="1678631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8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Definition</a:t>
              </a:r>
              <a:endPara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0D8D5246-A8B5-4CD1-6C14-32EDE8109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7641" y="4755629"/>
              <a:ext cx="6363159" cy="1546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%Δ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Q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/%ΔP</a:t>
              </a: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(ΔQ/Q) / (Δ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P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/P) = (ΔQ/Δ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P)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x (P/Q)</a:t>
              </a:r>
              <a:endPara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dQ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dP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x (P/Q)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654DE9-DA02-FF99-0571-29E76C87FA74}"/>
                  </a:ext>
                </a:extLst>
              </p14:cNvPr>
              <p14:cNvContentPartPr/>
              <p14:nvPr/>
            </p14:nvContentPartPr>
            <p14:xfrm>
              <a:off x="1775520" y="2471760"/>
              <a:ext cx="9829440" cy="4200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654DE9-DA02-FF99-0571-29E76C87F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9320" y="2455560"/>
                <a:ext cx="9861840" cy="42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1079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Demand elasticity: Example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D67ED10-F514-4A14-895C-730A53D1A29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7E340B2-D56A-F93E-30BD-D65337111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05125"/>
            <a:ext cx="1021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Demand curve: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40 – 0.5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0593FF8-9BBC-4289-020C-21428F782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781871"/>
            <a:ext cx="1021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is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demand elasticity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when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30,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25?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C3C7266-F7BE-EDC7-DEEC-E1F17988D0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0600" y="2358617"/>
                <a:ext cx="10210800" cy="647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spcBef>
                    <a:spcPct val="25000"/>
                  </a:spcBef>
                  <a:spcAft>
                    <a:spcPct val="250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Remember that elasticity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kern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fPr>
                      <m:num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%</m:t>
                        </m:r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%</m:t>
                        </m:r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den>
                    </m:f>
                  </m:oMath>
                </a14:m>
                <a:endPara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C3C7266-F7BE-EDC7-DEEC-E1F17988D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" y="2358617"/>
                <a:ext cx="10210800" cy="647357"/>
              </a:xfrm>
              <a:prstGeom prst="rect">
                <a:avLst/>
              </a:prstGeom>
              <a:blipFill>
                <a:blip r:embed="rId2"/>
                <a:stretch>
                  <a:fillRect l="-994" b="-769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010E384-3D8D-B1C4-47E6-5D06C30D80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0600" y="3121054"/>
                <a:ext cx="10210800" cy="28689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spcBef>
                    <a:spcPct val="25000"/>
                  </a:spcBef>
                  <a:spcAft>
                    <a:spcPct val="250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Easiest to assume a 1% change in price</a:t>
                </a:r>
              </a:p>
              <a:p>
                <a:pPr marL="914400" lvl="1" indent="-457200" eaLnBrk="1" hangingPunct="1">
                  <a:spcBef>
                    <a:spcPct val="25000"/>
                  </a:spcBef>
                  <a:spcAft>
                    <a:spcPct val="25000"/>
                  </a:spcAft>
                  <a:buFont typeface="+mj-lt"/>
                  <a:buAutoNum type="arabicPeriod"/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price changes by 1%, then the new price is 30.30</a:t>
                </a:r>
              </a:p>
              <a:p>
                <a:pPr marL="914400" lvl="1" indent="-457200" eaLnBrk="1" hangingPunct="1">
                  <a:spcBef>
                    <a:spcPct val="25000"/>
                  </a:spcBef>
                  <a:spcAft>
                    <a:spcPct val="25000"/>
                  </a:spcAft>
                  <a:buFont typeface="+mj-lt"/>
                  <a:buAutoNum type="arabicPeriod"/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At the new price, the new Q = 40 – 0.5(30.30) = 40 – 15.15 = 24.85</a:t>
                </a:r>
              </a:p>
              <a:p>
                <a:pPr marL="914400" lvl="1" indent="-457200" eaLnBrk="1" hangingPunct="1">
                  <a:spcBef>
                    <a:spcPct val="25000"/>
                  </a:spcBef>
                  <a:spcAft>
                    <a:spcPct val="25000"/>
                  </a:spcAft>
                  <a:buFont typeface="+mj-lt"/>
                  <a:buAutoNum type="arabicPeriod"/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%ΔQ = [(24.85 – 25)/25]*100 = [-0.15/25]*100 = -0.006*100 = -0.6</a:t>
                </a:r>
              </a:p>
              <a:p>
                <a:pPr marL="914400" lvl="1" indent="-457200" eaLnBrk="1" hangingPunct="1">
                  <a:spcBef>
                    <a:spcPct val="25000"/>
                  </a:spcBef>
                  <a:spcAft>
                    <a:spcPct val="25000"/>
                  </a:spcAft>
                  <a:buFont typeface="+mj-lt"/>
                  <a:buAutoNum type="arabicPeriod"/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 the elasticity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i="1" kern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fPr>
                      <m:num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−0.6</m:t>
                        </m:r>
                      </m:num>
                      <m:den>
                        <m:r>
                          <a:rPr lang="en-US" altLang="en-US" sz="2400" b="0" i="1" kern="0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en-US" sz="2400" kern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= -0.6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3010E384-3D8D-B1C4-47E6-5D06C30D8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600" y="3121054"/>
                <a:ext cx="10210800" cy="2868927"/>
              </a:xfrm>
              <a:prstGeom prst="rect">
                <a:avLst/>
              </a:prstGeom>
              <a:blipFill>
                <a:blip r:embed="rId3"/>
                <a:stretch>
                  <a:fillRect l="-994" t="-2203" b="-17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5-Point Star 5">
            <a:extLst>
              <a:ext uri="{FF2B5EF4-FFF2-40B4-BE49-F238E27FC236}">
                <a16:creationId xmlns:a16="http://schemas.microsoft.com/office/drawing/2014/main" id="{E6D6E65A-D69C-3710-A8ED-D5B27E20AEF0}"/>
              </a:ext>
            </a:extLst>
          </p:cNvPr>
          <p:cNvSpPr/>
          <p:nvPr/>
        </p:nvSpPr>
        <p:spPr>
          <a:xfrm>
            <a:off x="1262650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67A787-F088-EC55-6277-55D4FB469A48}"/>
                  </a:ext>
                </a:extLst>
              </p14:cNvPr>
              <p14:cNvContentPartPr/>
              <p14:nvPr/>
            </p14:nvContentPartPr>
            <p14:xfrm>
              <a:off x="3564360" y="199800"/>
              <a:ext cx="8042400" cy="6161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67A787-F088-EC55-6277-55D4FB469A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8160" y="183600"/>
                <a:ext cx="8074800" cy="61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73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Evaluating demand elasticity</a:t>
            </a:r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C38BFA2-46B9-4E32-B789-8B4DC5A9D10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01B7D2B-9B3A-C31B-2A87-05C3D1451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884" y="2545326"/>
            <a:ext cx="3364430" cy="328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Inelastic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/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Insensitivity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to price changes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If P↑, </a:t>
            </a:r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relatively few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customers will stop purchasing</a:t>
            </a:r>
          </a:p>
        </p:txBody>
      </p:sp>
      <p:sp>
        <p:nvSpPr>
          <p:cNvPr id="3" name="Left-Right Arrow 2">
            <a:extLst>
              <a:ext uri="{FF2B5EF4-FFF2-40B4-BE49-F238E27FC236}">
                <a16:creationId xmlns:a16="http://schemas.microsoft.com/office/drawing/2014/main" id="{4969553E-EAEC-EB1E-9BD0-81E5E42B5416}"/>
              </a:ext>
            </a:extLst>
          </p:cNvPr>
          <p:cNvSpPr/>
          <p:nvPr/>
        </p:nvSpPr>
        <p:spPr>
          <a:xfrm>
            <a:off x="2277973" y="1219200"/>
            <a:ext cx="7620000" cy="1143000"/>
          </a:xfrm>
          <a:prstGeom prst="left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BEE2D-4F2B-98CE-652C-345BDF3981EB}"/>
              </a:ext>
            </a:extLst>
          </p:cNvPr>
          <p:cNvSpPr txBox="1"/>
          <p:nvPr/>
        </p:nvSpPr>
        <p:spPr>
          <a:xfrm>
            <a:off x="9982200" y="146753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Source Sans Pro" panose="020B0503030403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01DE9-10AC-CAAD-B5F9-ECC15ACB2E13}"/>
              </a:ext>
            </a:extLst>
          </p:cNvPr>
          <p:cNvSpPr txBox="1"/>
          <p:nvPr/>
        </p:nvSpPr>
        <p:spPr>
          <a:xfrm>
            <a:off x="1557904" y="1467536"/>
            <a:ext cx="68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Source Sans Pro" panose="020B0503030403020204" pitchFamily="34" charset="0"/>
              </a:rPr>
              <a:t>-∞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9888E-56DC-D346-7DDD-7186B81531BC}"/>
              </a:ext>
            </a:extLst>
          </p:cNvPr>
          <p:cNvSpPr txBox="1"/>
          <p:nvPr/>
        </p:nvSpPr>
        <p:spPr>
          <a:xfrm>
            <a:off x="6534115" y="1467536"/>
            <a:ext cx="559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8C8C8"/>
                </a:solidFill>
                <a:latin typeface="Source Sans Pro" panose="020B0503030403020204" pitchFamily="34" charset="0"/>
              </a:rPr>
              <a:t>-1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C3EF66-AAB2-1B49-D125-3387CD586034}"/>
              </a:ext>
            </a:extLst>
          </p:cNvPr>
          <p:cNvCxnSpPr/>
          <p:nvPr/>
        </p:nvCxnSpPr>
        <p:spPr>
          <a:xfrm>
            <a:off x="6831631" y="2286000"/>
            <a:ext cx="0" cy="388620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2B19D90B-B592-DB81-F0F8-6811DFA66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590801"/>
            <a:ext cx="3725773" cy="285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/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High sensitivity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to price changes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If P↑, </a:t>
            </a:r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many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customers will stop purchasing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B2FB7-8B7E-4881-40CB-AF10511B0B29}"/>
              </a:ext>
            </a:extLst>
          </p:cNvPr>
          <p:cNvSpPr/>
          <p:nvPr/>
        </p:nvSpPr>
        <p:spPr>
          <a:xfrm rot="18031981">
            <a:off x="4248711" y="1625867"/>
            <a:ext cx="1600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0" name="Equal 9">
            <a:extLst>
              <a:ext uri="{FF2B5EF4-FFF2-40B4-BE49-F238E27FC236}">
                <a16:creationId xmlns:a16="http://schemas.microsoft.com/office/drawing/2014/main" id="{C4771B32-5573-CCED-00BE-F0386B84BC50}"/>
              </a:ext>
            </a:extLst>
          </p:cNvPr>
          <p:cNvSpPr/>
          <p:nvPr/>
        </p:nvSpPr>
        <p:spPr>
          <a:xfrm rot="18031981">
            <a:off x="3982011" y="1511567"/>
            <a:ext cx="2133600" cy="533400"/>
          </a:xfrm>
          <a:prstGeom prst="mathEqual">
            <a:avLst>
              <a:gd name="adj1" fmla="val 13316"/>
              <a:gd name="adj2" fmla="val 28087"/>
            </a:avLst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F47D0DD-D26A-FDD0-BBBE-E24ED0AF0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393" y="6198275"/>
            <a:ext cx="20507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Unit 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7F7C0E-0636-E907-F35F-CA8939810639}"/>
                  </a:ext>
                </a:extLst>
              </p14:cNvPr>
              <p14:cNvContentPartPr/>
              <p14:nvPr/>
            </p14:nvContentPartPr>
            <p14:xfrm>
              <a:off x="2226240" y="128160"/>
              <a:ext cx="9041400" cy="309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7F7C0E-0636-E907-F35F-CA89398106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0040" y="111960"/>
                <a:ext cx="9073800" cy="312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67509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Demand elasticity: Illustrations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2DA7E3A-3CBC-4372-AB77-8CE8CB3C5B0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11">
            <a:extLst>
              <a:ext uri="{FF2B5EF4-FFF2-40B4-BE49-F238E27FC236}">
                <a16:creationId xmlns:a16="http://schemas.microsoft.com/office/drawing/2014/main" id="{4994B52E-473D-5A4C-5935-38A9F3A297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905000"/>
            <a:ext cx="0" cy="3352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Line 12">
            <a:extLst>
              <a:ext uri="{FF2B5EF4-FFF2-40B4-BE49-F238E27FC236}">
                <a16:creationId xmlns:a16="http://schemas.microsoft.com/office/drawing/2014/main" id="{4EC83F44-D91A-AB6B-20CD-C3E2E3954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5257800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45379521-0952-F408-C7F7-2D45D0998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502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775BE44C-6BE4-B9C8-3A4E-BD3CCBA78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75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7" name="Text Box 17">
            <a:extLst>
              <a:ext uri="{FF2B5EF4-FFF2-40B4-BE49-F238E27FC236}">
                <a16:creationId xmlns:a16="http://schemas.microsoft.com/office/drawing/2014/main" id="{859BF23C-77EB-486F-5301-B9B6441E4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1254" y="4504491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D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98ACF5A4-6825-88ED-C652-3EA324BC61DC}"/>
              </a:ext>
            </a:extLst>
          </p:cNvPr>
          <p:cNvSpPr>
            <a:spLocks/>
          </p:cNvSpPr>
          <p:nvPr/>
        </p:nvSpPr>
        <p:spPr bwMode="auto">
          <a:xfrm rot="4741079">
            <a:off x="2835127" y="2133600"/>
            <a:ext cx="3276600" cy="2514600"/>
          </a:xfrm>
          <a:custGeom>
            <a:avLst/>
            <a:gdLst>
              <a:gd name="T0" fmla="*/ 0 w 2064"/>
              <a:gd name="T1" fmla="*/ 2147483647 h 1584"/>
              <a:gd name="T2" fmla="*/ 2147483647 w 2064"/>
              <a:gd name="T3" fmla="*/ 2147483647 h 1584"/>
              <a:gd name="T4" fmla="*/ 2147483647 w 2064"/>
              <a:gd name="T5" fmla="*/ 2147483647 h 1584"/>
              <a:gd name="T6" fmla="*/ 2147483647 w 2064"/>
              <a:gd name="T7" fmla="*/ 0 h 1584"/>
              <a:gd name="T8" fmla="*/ 0 60000 65536"/>
              <a:gd name="T9" fmla="*/ 0 60000 65536"/>
              <a:gd name="T10" fmla="*/ 0 60000 65536"/>
              <a:gd name="T11" fmla="*/ 0 60000 65536"/>
              <a:gd name="T12" fmla="*/ 0 w 2064"/>
              <a:gd name="T13" fmla="*/ 0 h 1584"/>
              <a:gd name="T14" fmla="*/ 2064 w 2064"/>
              <a:gd name="T15" fmla="*/ 1584 h 15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64" h="1584">
                <a:moveTo>
                  <a:pt x="0" y="1584"/>
                </a:moveTo>
                <a:cubicBezTo>
                  <a:pt x="384" y="1456"/>
                  <a:pt x="768" y="1328"/>
                  <a:pt x="1056" y="1152"/>
                </a:cubicBezTo>
                <a:cubicBezTo>
                  <a:pt x="1344" y="976"/>
                  <a:pt x="1560" y="720"/>
                  <a:pt x="1728" y="528"/>
                </a:cubicBezTo>
                <a:cubicBezTo>
                  <a:pt x="1896" y="336"/>
                  <a:pt x="1980" y="168"/>
                  <a:pt x="2064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9" name="Text Box 21">
            <a:extLst>
              <a:ext uri="{FF2B5EF4-FFF2-40B4-BE49-F238E27FC236}">
                <a16:creationId xmlns:a16="http://schemas.microsoft.com/office/drawing/2014/main" id="{9BDFA48E-3119-8399-FCA9-221DEADE0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52952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D</a:t>
            </a:r>
            <a:r>
              <a:rPr lang="en-US" altLang="en-US" baseline="-25000" dirty="0">
                <a:latin typeface="Source Sans Pro" panose="020B0503030403020204" pitchFamily="34" charset="0"/>
              </a:rPr>
              <a:t>2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0" name="Oval 22">
            <a:extLst>
              <a:ext uri="{FF2B5EF4-FFF2-40B4-BE49-F238E27FC236}">
                <a16:creationId xmlns:a16="http://schemas.microsoft.com/office/drawing/2014/main" id="{C926B133-2A13-C5B4-5D56-6CFD5DF19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27450"/>
            <a:ext cx="95250" cy="95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1800" dirty="0">
              <a:latin typeface="Source Sans Pro" panose="020B050303040302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ECC2B80-F16A-BEE3-2DD8-73DB940E3A69}"/>
              </a:ext>
            </a:extLst>
          </p:cNvPr>
          <p:cNvSpPr/>
          <p:nvPr/>
        </p:nvSpPr>
        <p:spPr>
          <a:xfrm>
            <a:off x="2427890" y="3111062"/>
            <a:ext cx="3668110" cy="1051035"/>
          </a:xfrm>
          <a:custGeom>
            <a:avLst/>
            <a:gdLst>
              <a:gd name="connsiteX0" fmla="*/ 0 w 3668110"/>
              <a:gd name="connsiteY0" fmla="*/ 0 h 1051035"/>
              <a:gd name="connsiteX1" fmla="*/ 1755227 w 3668110"/>
              <a:gd name="connsiteY1" fmla="*/ 672662 h 1051035"/>
              <a:gd name="connsiteX2" fmla="*/ 3668110 w 3668110"/>
              <a:gd name="connsiteY2" fmla="*/ 1051035 h 1051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8110" h="1051035">
                <a:moveTo>
                  <a:pt x="0" y="0"/>
                </a:moveTo>
                <a:cubicBezTo>
                  <a:pt x="571937" y="248745"/>
                  <a:pt x="1143875" y="497490"/>
                  <a:pt x="1755227" y="672662"/>
                </a:cubicBezTo>
                <a:cubicBezTo>
                  <a:pt x="2366579" y="847835"/>
                  <a:pt x="3017344" y="949435"/>
                  <a:pt x="3668110" y="1051035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1EA41BF-71F7-8E1D-23CB-014C734B5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64" y="3455416"/>
            <a:ext cx="288869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What does </a:t>
            </a:r>
            <a:r>
              <a:rPr lang="en-US" altLang="en-US" b="1" kern="0" dirty="0">
                <a:ea typeface="ＭＳ Ｐゴシック" pitchFamily="34" charset="-128"/>
              </a:rPr>
              <a:t>perfectly elastic </a:t>
            </a:r>
            <a:r>
              <a:rPr lang="en-US" altLang="en-US" kern="0" dirty="0">
                <a:ea typeface="ＭＳ Ｐゴシック" pitchFamily="34" charset="-128"/>
              </a:rPr>
              <a:t>demand look like?</a:t>
            </a:r>
          </a:p>
        </p:txBody>
      </p:sp>
      <p:sp>
        <p:nvSpPr>
          <p:cNvPr id="13" name="Text Box 23">
            <a:extLst>
              <a:ext uri="{FF2B5EF4-FFF2-40B4-BE49-F238E27FC236}">
                <a16:creationId xmlns:a16="http://schemas.microsoft.com/office/drawing/2014/main" id="{1949F051-4DB5-5F63-55E0-7CDB06E98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539" y="1753616"/>
            <a:ext cx="28855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Which demand curve is </a:t>
            </a:r>
            <a:r>
              <a:rPr lang="en-US" altLang="en-US" b="1" dirty="0">
                <a:latin typeface="Source Sans Pro" panose="020B0503030403020204" pitchFamily="34" charset="0"/>
              </a:rPr>
              <a:t>more elastic </a:t>
            </a:r>
            <a:r>
              <a:rPr lang="en-US" altLang="en-US" dirty="0">
                <a:latin typeface="Source Sans Pro" panose="020B0503030403020204" pitchFamily="34" charset="0"/>
              </a:rPr>
              <a:t>at the intersection?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CC47ADE4-9749-57CB-683B-8301C405B497}"/>
              </a:ext>
            </a:extLst>
          </p:cNvPr>
          <p:cNvSpPr/>
          <p:nvPr/>
        </p:nvSpPr>
        <p:spPr>
          <a:xfrm>
            <a:off x="12528253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56470F-9226-FF5C-DA68-800EE70E07EC}"/>
                  </a:ext>
                </a:extLst>
              </p14:cNvPr>
              <p14:cNvContentPartPr/>
              <p14:nvPr/>
            </p14:nvContentPartPr>
            <p14:xfrm>
              <a:off x="4098240" y="3777840"/>
              <a:ext cx="1793520" cy="511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56470F-9226-FF5C-DA68-800EE70E07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2040" y="3761640"/>
                <a:ext cx="1825920" cy="54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0054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33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Microeconomics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Competitive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3423709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Supply</a:t>
            </a:r>
            <a:r>
              <a:rPr lang="en-US" altLang="en-US" sz="3600" b="1" dirty="0">
                <a:ea typeface="ＭＳ Ｐゴシック" pitchFamily="34" charset="-128"/>
              </a:rPr>
              <a:t> </a:t>
            </a:r>
            <a:r>
              <a:rPr lang="en-US" altLang="en-US" sz="3600" dirty="0">
                <a:ea typeface="ＭＳ Ｐゴシック" pitchFamily="34" charset="-128"/>
              </a:rPr>
              <a:t>decisions</a:t>
            </a:r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2E50ABE-C3C2-4A78-BA25-6237A140E02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F61428A-9757-5241-9561-7550DC93DE73}"/>
              </a:ext>
            </a:extLst>
          </p:cNvPr>
          <p:cNvSpPr/>
          <p:nvPr/>
        </p:nvSpPr>
        <p:spPr>
          <a:xfrm>
            <a:off x="813816" y="1706446"/>
            <a:ext cx="2133600" cy="1164771"/>
          </a:xfrm>
          <a:prstGeom prst="round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Individual supply curve/ function</a:t>
            </a:r>
            <a:endParaRPr lang="en-US" sz="24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1A0FB9C-507C-4E48-7E1C-9A09928AB6AD}"/>
              </a:ext>
            </a:extLst>
          </p:cNvPr>
          <p:cNvSpPr/>
          <p:nvPr/>
        </p:nvSpPr>
        <p:spPr>
          <a:xfrm>
            <a:off x="813816" y="4047572"/>
            <a:ext cx="2133600" cy="876389"/>
          </a:xfrm>
          <a:prstGeom prst="round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400" b="1" dirty="0">
                <a:solidFill>
                  <a:srgbClr val="C8C8C8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Market supply curve</a:t>
            </a:r>
            <a:endParaRPr lang="en-US" sz="2400" b="1" dirty="0">
              <a:solidFill>
                <a:srgbClr val="C8C8C8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2B1C3-6561-3AD3-01C5-3470D2E08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096" y="1706445"/>
            <a:ext cx="8330184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D</a:t>
            </a:r>
            <a:r>
              <a:rPr lang="en-US" altLang="ja-JP" kern="0" dirty="0">
                <a:ea typeface="ＭＳ Ｐゴシック" pitchFamily="34" charset="-128"/>
              </a:rPr>
              <a:t>escribes </a:t>
            </a:r>
            <a:r>
              <a:rPr lang="en-US" altLang="en-US" kern="0" dirty="0">
                <a:ea typeface="ＭＳ Ｐゴシック" pitchFamily="34" charset="-128"/>
              </a:rPr>
              <a:t>a firm’</a:t>
            </a:r>
            <a:r>
              <a:rPr lang="en-US" altLang="ja-JP" kern="0" dirty="0">
                <a:ea typeface="ＭＳ Ｐゴシック" pitchFamily="34" charset="-128"/>
              </a:rPr>
              <a:t>s production decisions</a:t>
            </a:r>
          </a:p>
          <a:p>
            <a:pPr lvl="1" eaLnBrk="1" hangingPunct="1"/>
            <a:r>
              <a:rPr lang="en-US" altLang="en-US" kern="0" dirty="0">
                <a:ea typeface="ＭＳ Ｐゴシック" pitchFamily="34" charset="-128"/>
              </a:rPr>
              <a:t>H</a:t>
            </a:r>
            <a:r>
              <a:rPr lang="en-US" altLang="ja-JP" kern="0" dirty="0">
                <a:ea typeface="ＭＳ Ｐゴシック" pitchFamily="34" charset="-128"/>
              </a:rPr>
              <a:t>ow much it will produce at any </a:t>
            </a:r>
            <a:r>
              <a:rPr lang="en-US" altLang="ja-JP" b="1" kern="0" dirty="0">
                <a:ea typeface="ＭＳ Ｐゴシック" pitchFamily="34" charset="-128"/>
              </a:rPr>
              <a:t>price</a:t>
            </a:r>
            <a:endParaRPr lang="en-US" altLang="ja-JP" kern="0" dirty="0">
              <a:ea typeface="ＭＳ Ｐゴシック" pitchFamily="34" charset="-128"/>
            </a:endParaRPr>
          </a:p>
          <a:p>
            <a:pPr lvl="1" eaLnBrk="1" hangingPunct="1"/>
            <a:r>
              <a:rPr lang="en-US" altLang="ja-JP" kern="0" dirty="0">
                <a:ea typeface="ＭＳ Ｐゴシック" pitchFamily="34" charset="-128"/>
              </a:rPr>
              <a:t>Price it must receive to produce a certain amount</a:t>
            </a:r>
          </a:p>
          <a:p>
            <a:pPr eaLnBrk="1" hangingPunct="1"/>
            <a:r>
              <a:rPr lang="en-US" altLang="en-US" kern="0" dirty="0"/>
              <a:t>Outcome of </a:t>
            </a:r>
            <a:r>
              <a:rPr lang="en-US" altLang="en-US" b="1" kern="0" dirty="0"/>
              <a:t>profit maximization </a:t>
            </a:r>
            <a:r>
              <a:rPr lang="en-US" altLang="en-US" kern="0" dirty="0"/>
              <a:t>by competitive firms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72F8DE-EF60-9108-E1B5-705E7EC4D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096" y="4047572"/>
            <a:ext cx="8330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Describes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aggregate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response of all relevant firms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0B85D5-0556-2395-64B7-162FF3D62AB3}"/>
                  </a:ext>
                </a:extLst>
              </p14:cNvPr>
              <p14:cNvContentPartPr/>
              <p14:nvPr/>
            </p14:nvContentPartPr>
            <p14:xfrm>
              <a:off x="7766640" y="1569600"/>
              <a:ext cx="3728880" cy="1469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0B85D5-0556-2395-64B7-162FF3D62A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50440" y="1553400"/>
                <a:ext cx="3761280" cy="150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3578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Supply decisions</a:t>
            </a:r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A5AD1C1-DF25-4FF9-9788-3C64E7641BE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831D56CE-D69B-2C94-9A07-6CDDBE4BF6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892" y="2209800"/>
            <a:ext cx="0" cy="3352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8728E1FD-3788-FDCD-B594-370DBCAB0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2892" y="5562600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D95F7BA-3608-3A85-C7B0-73662889B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0092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F43FD596-EDF5-FE9A-FBB0-696A8EA85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2441" y="205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E3CB17B2-1FE5-3594-446F-DE835CCA5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092" y="2133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S</a:t>
            </a: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79992B32-1FF2-B22D-F9C2-F20B1493D6E9}"/>
              </a:ext>
            </a:extLst>
          </p:cNvPr>
          <p:cNvSpPr>
            <a:spLocks/>
          </p:cNvSpPr>
          <p:nvPr/>
        </p:nvSpPr>
        <p:spPr bwMode="auto">
          <a:xfrm>
            <a:off x="2031492" y="2438400"/>
            <a:ext cx="3276600" cy="2514600"/>
          </a:xfrm>
          <a:custGeom>
            <a:avLst/>
            <a:gdLst>
              <a:gd name="T0" fmla="*/ 0 w 2064"/>
              <a:gd name="T1" fmla="*/ 2147483647 h 1584"/>
              <a:gd name="T2" fmla="*/ 2147483647 w 2064"/>
              <a:gd name="T3" fmla="*/ 2147483647 h 1584"/>
              <a:gd name="T4" fmla="*/ 2147483647 w 2064"/>
              <a:gd name="T5" fmla="*/ 2147483647 h 1584"/>
              <a:gd name="T6" fmla="*/ 2147483647 w 2064"/>
              <a:gd name="T7" fmla="*/ 0 h 1584"/>
              <a:gd name="T8" fmla="*/ 0 60000 65536"/>
              <a:gd name="T9" fmla="*/ 0 60000 65536"/>
              <a:gd name="T10" fmla="*/ 0 60000 65536"/>
              <a:gd name="T11" fmla="*/ 0 60000 65536"/>
              <a:gd name="T12" fmla="*/ 0 w 2064"/>
              <a:gd name="T13" fmla="*/ 0 h 1584"/>
              <a:gd name="T14" fmla="*/ 2064 w 2064"/>
              <a:gd name="T15" fmla="*/ 1584 h 15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64" h="1584">
                <a:moveTo>
                  <a:pt x="0" y="1584"/>
                </a:moveTo>
                <a:cubicBezTo>
                  <a:pt x="384" y="1456"/>
                  <a:pt x="768" y="1328"/>
                  <a:pt x="1056" y="1152"/>
                </a:cubicBezTo>
                <a:cubicBezTo>
                  <a:pt x="1344" y="976"/>
                  <a:pt x="1560" y="720"/>
                  <a:pt x="1728" y="528"/>
                </a:cubicBezTo>
                <a:cubicBezTo>
                  <a:pt x="1896" y="336"/>
                  <a:pt x="1980" y="168"/>
                  <a:pt x="2064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EA711815-053A-D5BE-31C3-0A881004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167" y="4389437"/>
            <a:ext cx="95250" cy="95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928B057C-7EF8-907F-C3DC-5F690D61F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829" y="3760787"/>
            <a:ext cx="95250" cy="95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0" name="Line 15">
            <a:extLst>
              <a:ext uri="{FF2B5EF4-FFF2-40B4-BE49-F238E27FC236}">
                <a16:creationId xmlns:a16="http://schemas.microsoft.com/office/drawing/2014/main" id="{024D6CCE-B35A-0C09-15AB-102DB92D8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5429" y="4440237"/>
            <a:ext cx="1651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C5D93BE9-C217-BE9F-4B81-BA3DAAEA15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1780" y="3789363"/>
            <a:ext cx="2443163" cy="222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2" name="Line 17">
            <a:extLst>
              <a:ext uri="{FF2B5EF4-FFF2-40B4-BE49-F238E27FC236}">
                <a16:creationId xmlns:a16="http://schemas.microsoft.com/office/drawing/2014/main" id="{C6A7476C-F2CC-52D7-3C9C-C740DADCD9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1030" y="4449763"/>
            <a:ext cx="11113" cy="110331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3" name="Line 18">
            <a:extLst>
              <a:ext uri="{FF2B5EF4-FFF2-40B4-BE49-F238E27FC236}">
                <a16:creationId xmlns:a16="http://schemas.microsoft.com/office/drawing/2014/main" id="{A2E3E0D5-15C3-904B-3398-558DDC4B3E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5105" y="3817937"/>
            <a:ext cx="9525" cy="1735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C2B6CE9C-4B9A-1E59-DDDB-61A09E95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541" y="3575051"/>
            <a:ext cx="546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  <a:r>
              <a:rPr lang="en-US" altLang="en-US" baseline="-25000" dirty="0">
                <a:latin typeface="Source Sans Pro" panose="020B0503030403020204" pitchFamily="34" charset="0"/>
              </a:rPr>
              <a:t>2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5" name="Text Box 20">
            <a:extLst>
              <a:ext uri="{FF2B5EF4-FFF2-40B4-BE49-F238E27FC236}">
                <a16:creationId xmlns:a16="http://schemas.microsoft.com/office/drawing/2014/main" id="{A62AD537-0DF7-99C8-2DB5-B74B0554F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541" y="4260851"/>
            <a:ext cx="546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6" name="Text Box 21">
            <a:extLst>
              <a:ext uri="{FF2B5EF4-FFF2-40B4-BE49-F238E27FC236}">
                <a16:creationId xmlns:a16="http://schemas.microsoft.com/office/drawing/2014/main" id="{5A668B75-8326-CB1B-9BCA-1021E0B62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767" y="5562255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4E7C0504-D269-8AA5-D683-3A48590BF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2543" y="5563843"/>
            <a:ext cx="5111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  <a:r>
              <a:rPr lang="en-US" altLang="en-US" baseline="-25000" dirty="0">
                <a:latin typeface="Source Sans Pro" panose="020B0503030403020204" pitchFamily="34" charset="0"/>
              </a:rPr>
              <a:t>2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39D3D1F0-D6C2-3E73-671C-6B6CA08CD1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492" y="3827462"/>
            <a:ext cx="0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E2BC752A-265A-7BD9-BA94-455E9988C6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8504" y="5462587"/>
            <a:ext cx="60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0" name="Text Box 25">
            <a:extLst>
              <a:ext uri="{FF2B5EF4-FFF2-40B4-BE49-F238E27FC236}">
                <a16:creationId xmlns:a16="http://schemas.microsoft.com/office/drawing/2014/main" id="{76EEBC24-60DF-39AC-EC56-5917E4F7C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393" y="2011740"/>
            <a:ext cx="427939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dirty="0">
                <a:latin typeface="Source Sans Pro" panose="020B0503030403020204" pitchFamily="34" charset="0"/>
              </a:rPr>
              <a:t>When price increases from </a:t>
            </a:r>
            <a:r>
              <a:rPr lang="en-US" altLang="en-US" i="1" dirty="0">
                <a:latin typeface="Source Sans Pro" panose="020B0503030403020204" pitchFamily="34" charset="0"/>
              </a:rPr>
              <a:t>P</a:t>
            </a:r>
            <a:r>
              <a:rPr lang="en-US" altLang="en-US" i="1" baseline="-25000" dirty="0">
                <a:latin typeface="Source Sans Pro" panose="020B0503030403020204" pitchFamily="34" charset="0"/>
              </a:rPr>
              <a:t>1</a:t>
            </a:r>
            <a:r>
              <a:rPr lang="en-US" altLang="en-US" dirty="0">
                <a:latin typeface="Source Sans Pro" panose="020B0503030403020204" pitchFamily="34" charset="0"/>
              </a:rPr>
              <a:t> to </a:t>
            </a:r>
            <a:r>
              <a:rPr lang="en-US" altLang="en-US" i="1" dirty="0">
                <a:latin typeface="Source Sans Pro" panose="020B0503030403020204" pitchFamily="34" charset="0"/>
              </a:rPr>
              <a:t>P</a:t>
            </a:r>
            <a:r>
              <a:rPr lang="en-US" altLang="en-US" i="1" baseline="-25000" dirty="0">
                <a:latin typeface="Source Sans Pro" panose="020B0503030403020204" pitchFamily="34" charset="0"/>
              </a:rPr>
              <a:t>2</a:t>
            </a:r>
            <a:r>
              <a:rPr lang="en-US" altLang="en-US" dirty="0">
                <a:latin typeface="Source Sans Pro" panose="020B0503030403020204" pitchFamily="34" charset="0"/>
              </a:rPr>
              <a:t>, supply curve tracks a firm’</a:t>
            </a:r>
            <a:r>
              <a:rPr lang="en-US" altLang="ja-JP" dirty="0">
                <a:latin typeface="Source Sans Pro" panose="020B0503030403020204" pitchFamily="34" charset="0"/>
              </a:rPr>
              <a:t>s </a:t>
            </a:r>
            <a:r>
              <a:rPr lang="en-US" altLang="ja-JP" b="1" dirty="0">
                <a:latin typeface="Source Sans Pro" panose="020B0503030403020204" pitchFamily="34" charset="0"/>
              </a:rPr>
              <a:t>optimal adjustment </a:t>
            </a:r>
            <a:r>
              <a:rPr lang="en-US" altLang="ja-JP" dirty="0">
                <a:latin typeface="Source Sans Pro" panose="020B0503030403020204" pitchFamily="34" charset="0"/>
              </a:rPr>
              <a:t>of </a:t>
            </a:r>
            <a:r>
              <a:rPr lang="en-US" altLang="ja-JP" i="1" dirty="0">
                <a:latin typeface="Source Sans Pro" panose="020B0503030403020204" pitchFamily="34" charset="0"/>
              </a:rPr>
              <a:t>Q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21" name="Text Box 26">
            <a:extLst>
              <a:ext uri="{FF2B5EF4-FFF2-40B4-BE49-F238E27FC236}">
                <a16:creationId xmlns:a16="http://schemas.microsoft.com/office/drawing/2014/main" id="{08D545A8-7098-D44E-D44A-C6BCF9484B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393" y="3581401"/>
            <a:ext cx="4248840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285750" indent="-285750" eaLnBrk="1" hangingPunct="1">
              <a:spcBef>
                <a:spcPts val="0"/>
              </a:spcBef>
              <a:spcAft>
                <a:spcPct val="250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Movements </a:t>
            </a:r>
            <a:r>
              <a:rPr lang="en-US" altLang="en-US" b="1" dirty="0">
                <a:latin typeface="Source Sans Pro" panose="020B0503030403020204" pitchFamily="34" charset="0"/>
              </a:rPr>
              <a:t>along</a:t>
            </a:r>
            <a:r>
              <a:rPr lang="en-US" altLang="en-US" dirty="0">
                <a:latin typeface="Source Sans Pro" panose="020B0503030403020204" pitchFamily="34" charset="0"/>
              </a:rPr>
              <a:t> a supply curve are managerial decisions</a:t>
            </a:r>
          </a:p>
          <a:p>
            <a:pPr marL="285750" indent="-285750" eaLnBrk="1" hangingPunct="1">
              <a:spcBef>
                <a:spcPts val="0"/>
              </a:spcBef>
              <a:spcAft>
                <a:spcPct val="250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Source Sans Pro" panose="020B0503030403020204" pitchFamily="34" charset="0"/>
              </a:rPr>
              <a:t>The supply curve </a:t>
            </a:r>
            <a:r>
              <a:rPr lang="en-US" altLang="en-US" b="1" dirty="0">
                <a:latin typeface="Source Sans Pro" panose="020B0503030403020204" pitchFamily="34" charset="0"/>
              </a:rPr>
              <a:t>shifts </a:t>
            </a:r>
            <a:r>
              <a:rPr lang="en-US" altLang="en-US" dirty="0">
                <a:latin typeface="Source Sans Pro" panose="020B0503030403020204" pitchFamily="34" charset="0"/>
              </a:rPr>
              <a:t>when the manager’</a:t>
            </a:r>
            <a:r>
              <a:rPr lang="en-US" altLang="ja-JP" dirty="0">
                <a:latin typeface="Source Sans Pro" panose="020B0503030403020204" pitchFamily="34" charset="0"/>
              </a:rPr>
              <a:t>s </a:t>
            </a:r>
            <a:r>
              <a:rPr lang="en-US" altLang="ja-JP" b="1" dirty="0">
                <a:latin typeface="Source Sans Pro" panose="020B0503030403020204" pitchFamily="34" charset="0"/>
              </a:rPr>
              <a:t>environment changes</a:t>
            </a:r>
            <a:endParaRPr lang="en-US" altLang="en-US" b="1" dirty="0">
              <a:latin typeface="Source Sans Pro" panose="020B0503030403020204" pitchFamily="34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4CEC0D24-7D68-57E8-09FE-EBDD6EE55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09" y="1275210"/>
            <a:ext cx="111417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buFontTx/>
              <a:buNone/>
            </a:pPr>
            <a:r>
              <a:rPr lang="en-US" altLang="en-US" kern="0">
                <a:ea typeface="ＭＳ Ｐゴシック" pitchFamily="34" charset="-128"/>
              </a:rPr>
              <a:t>Supply curves are illustrated as relationships between </a:t>
            </a:r>
            <a:r>
              <a:rPr lang="en-US" altLang="en-US" b="1" kern="0">
                <a:ea typeface="ＭＳ Ｐゴシック" pitchFamily="34" charset="-128"/>
              </a:rPr>
              <a:t>price </a:t>
            </a:r>
            <a:r>
              <a:rPr lang="en-US" altLang="en-US" kern="0">
                <a:ea typeface="ＭＳ Ｐゴシック" pitchFamily="34" charset="-128"/>
              </a:rPr>
              <a:t>(</a:t>
            </a:r>
            <a:r>
              <a:rPr lang="en-US" altLang="en-US" i="1" kern="0">
                <a:ea typeface="ＭＳ Ｐゴシック" pitchFamily="34" charset="-128"/>
              </a:rPr>
              <a:t>P</a:t>
            </a:r>
            <a:r>
              <a:rPr lang="en-US" altLang="en-US" kern="0">
                <a:ea typeface="ＭＳ Ｐゴシック" pitchFamily="34" charset="-128"/>
              </a:rPr>
              <a:t>) and </a:t>
            </a:r>
            <a:r>
              <a:rPr lang="en-US" altLang="en-US" b="1" kern="0">
                <a:ea typeface="ＭＳ Ｐゴシック" pitchFamily="34" charset="-128"/>
              </a:rPr>
              <a:t>quantity </a:t>
            </a:r>
            <a:r>
              <a:rPr lang="en-US" altLang="en-US" kern="0">
                <a:ea typeface="ＭＳ Ｐゴシック" pitchFamily="34" charset="-128"/>
              </a:rPr>
              <a:t>(</a:t>
            </a:r>
            <a:r>
              <a:rPr lang="en-US" altLang="en-US" i="1" kern="0">
                <a:ea typeface="ＭＳ Ｐゴシック" pitchFamily="34" charset="-128"/>
              </a:rPr>
              <a:t>Q</a:t>
            </a:r>
            <a:r>
              <a:rPr lang="en-US" altLang="en-US" kern="0">
                <a:ea typeface="ＭＳ Ｐゴシック" pitchFamily="34" charset="-128"/>
              </a:rPr>
              <a:t>)</a:t>
            </a:r>
            <a:endParaRPr lang="en-US" altLang="en-US" kern="0" dirty="0">
              <a:ea typeface="ＭＳ Ｐゴシック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D26D5EE-8747-970C-DBA7-0E2CDE6297D4}"/>
                  </a:ext>
                </a:extLst>
              </p14:cNvPr>
              <p14:cNvContentPartPr/>
              <p14:nvPr/>
            </p14:nvContentPartPr>
            <p14:xfrm>
              <a:off x="1886400" y="74520"/>
              <a:ext cx="10004040" cy="57862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D26D5EE-8747-970C-DBA7-0E2CDE6297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0200" y="58320"/>
                <a:ext cx="10036440" cy="581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31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Slope of supply curve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FB44324-9F86-4FCE-91FF-FDCD6DBEC7D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46D45C-317B-5663-7FA0-FFD1157BF79F}"/>
              </a:ext>
            </a:extLst>
          </p:cNvPr>
          <p:cNvGrpSpPr/>
          <p:nvPr/>
        </p:nvGrpSpPr>
        <p:grpSpPr>
          <a:xfrm>
            <a:off x="829056" y="1282794"/>
            <a:ext cx="10582656" cy="1277273"/>
            <a:chOff x="228600" y="1131888"/>
            <a:chExt cx="10582656" cy="1277273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C605CF8-EA8B-6D24-ED53-4AB8622A139C}"/>
                </a:ext>
              </a:extLst>
            </p:cNvPr>
            <p:cNvSpPr/>
            <p:nvPr/>
          </p:nvSpPr>
          <p:spPr>
            <a:xfrm>
              <a:off x="228600" y="1131888"/>
              <a:ext cx="2057400" cy="876389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Generally upward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329EBC3D-94E3-F94C-0AE6-973326976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1131888"/>
              <a:ext cx="8449056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Firms choose to produce more when they receive a higher price</a:t>
              </a: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ja-JP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“</a:t>
              </a:r>
              <a:r>
                <a:rPr lang="en-US" altLang="ja-JP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Law of Supply</a:t>
              </a:r>
              <a:r>
                <a:rPr lang="ja-JP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”</a:t>
              </a:r>
              <a:endParaRPr lang="en-US" altLang="ja-JP" sz="2400" b="1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740C22-4DD3-1C71-9B93-1A11C8529C08}"/>
              </a:ext>
            </a:extLst>
          </p:cNvPr>
          <p:cNvGrpSpPr/>
          <p:nvPr/>
        </p:nvGrpSpPr>
        <p:grpSpPr>
          <a:xfrm>
            <a:off x="829056" y="2767839"/>
            <a:ext cx="10582656" cy="2092881"/>
            <a:chOff x="228600" y="2438400"/>
            <a:chExt cx="10582656" cy="2092881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0306CDD-8D3C-7618-D7B3-94880C6E9563}"/>
                </a:ext>
              </a:extLst>
            </p:cNvPr>
            <p:cNvSpPr/>
            <p:nvPr/>
          </p:nvSpPr>
          <p:spPr>
            <a:xfrm>
              <a:off x="228600" y="2438400"/>
              <a:ext cx="2057400" cy="876389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Why?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1F3FDEAA-6615-8FE9-8925-625782859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2438400"/>
              <a:ext cx="8449056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Supply curves are determined by costs 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production technology</a:t>
              </a: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Can be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expensive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to expand production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scale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 the short run, may need to operate at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inefficiently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vigorous level (e.g., pay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overtime)</a:t>
              </a:r>
              <a:endPara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63354A-7648-CF91-219E-7C07ED55A7CA}"/>
              </a:ext>
            </a:extLst>
          </p:cNvPr>
          <p:cNvGrpSpPr/>
          <p:nvPr/>
        </p:nvGrpSpPr>
        <p:grpSpPr>
          <a:xfrm>
            <a:off x="829056" y="5006937"/>
            <a:ext cx="10582656" cy="1277273"/>
            <a:chOff x="228600" y="5257800"/>
            <a:chExt cx="10582656" cy="1277273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B313B02-FA9C-A7B9-7F5A-2E040A063876}"/>
                </a:ext>
              </a:extLst>
            </p:cNvPr>
            <p:cNvSpPr/>
            <p:nvPr/>
          </p:nvSpPr>
          <p:spPr>
            <a:xfrm>
              <a:off x="228600" y="5257800"/>
              <a:ext cx="2057400" cy="876389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Depends on...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21FC72BC-1039-5010-E761-073CF7EDF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5257800"/>
              <a:ext cx="8449056" cy="1277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Types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of changes that can be made to production</a:t>
              </a:r>
            </a:p>
            <a:p>
              <a:pPr lvl="1"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Extent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of possible changes is important when considering the difference between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short-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and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long-run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decisions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1477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What affects supply?</a:t>
            </a:r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4EC6B454-9FB6-4C81-8DDC-6221CF4693F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5D9582-4B81-0420-34FC-12146594CDF3}"/>
              </a:ext>
            </a:extLst>
          </p:cNvPr>
          <p:cNvGrpSpPr/>
          <p:nvPr/>
        </p:nvGrpSpPr>
        <p:grpSpPr>
          <a:xfrm>
            <a:off x="774192" y="1015335"/>
            <a:ext cx="10808208" cy="1205508"/>
            <a:chOff x="365760" y="838200"/>
            <a:chExt cx="10808208" cy="120550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E421804-EAFA-EA9D-A7D4-5EA93EF6F8CA}"/>
                </a:ext>
              </a:extLst>
            </p:cNvPr>
            <p:cNvSpPr/>
            <p:nvPr/>
          </p:nvSpPr>
          <p:spPr>
            <a:xfrm>
              <a:off x="1752600" y="913544"/>
              <a:ext cx="9421368" cy="105482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30CC089-3A87-EC99-D992-4FDE910C41AF}"/>
                </a:ext>
              </a:extLst>
            </p:cNvPr>
            <p:cNvSpPr/>
            <p:nvPr/>
          </p:nvSpPr>
          <p:spPr>
            <a:xfrm>
              <a:off x="365760" y="838200"/>
              <a:ext cx="1828800" cy="12055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C4F9933-B550-B02E-B043-D55F77AEC80B}"/>
                </a:ext>
              </a:extLst>
            </p:cNvPr>
            <p:cNvSpPr/>
            <p:nvPr/>
          </p:nvSpPr>
          <p:spPr>
            <a:xfrm>
              <a:off x="381000" y="913544"/>
              <a:ext cx="1722120" cy="105482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Input prices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577543-E1A0-EFE6-79B6-C42706D9821E}"/>
                </a:ext>
              </a:extLst>
            </p:cNvPr>
            <p:cNvSpPr/>
            <p:nvPr/>
          </p:nvSpPr>
          <p:spPr>
            <a:xfrm>
              <a:off x="2286000" y="1025456"/>
              <a:ext cx="863498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31775" indent="-231775"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Labor</a:t>
              </a:r>
            </a:p>
            <a:p>
              <a:pPr marL="231775" indent="-231775">
                <a:buFont typeface="Arial" panose="020B0604020202020204" pitchFamily="34" charset="0"/>
                <a:buChar char="•"/>
              </a:pPr>
              <a:r>
                <a:rPr lang="en-US" sz="2400" kern="0" dirty="0">
                  <a:latin typeface="Source Sans Pro" panose="020B0503030403020204" pitchFamily="34" charset="0"/>
                </a:rPr>
                <a:t>Raw materials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62F540-957A-509E-DA27-1D122F5DD197}"/>
              </a:ext>
            </a:extLst>
          </p:cNvPr>
          <p:cNvGrpSpPr/>
          <p:nvPr/>
        </p:nvGrpSpPr>
        <p:grpSpPr>
          <a:xfrm>
            <a:off x="774192" y="2205578"/>
            <a:ext cx="10808208" cy="1205508"/>
            <a:chOff x="365760" y="2028443"/>
            <a:chExt cx="10808208" cy="1205508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9294FF2-6E7F-7C71-D938-99B66C5CB8C4}"/>
                </a:ext>
              </a:extLst>
            </p:cNvPr>
            <p:cNvSpPr/>
            <p:nvPr/>
          </p:nvSpPr>
          <p:spPr>
            <a:xfrm>
              <a:off x="1752600" y="2103787"/>
              <a:ext cx="9421368" cy="105482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BB33E34-F838-40D5-A4AB-0F695CA5B1E1}"/>
                </a:ext>
              </a:extLst>
            </p:cNvPr>
            <p:cNvSpPr/>
            <p:nvPr/>
          </p:nvSpPr>
          <p:spPr>
            <a:xfrm>
              <a:off x="365760" y="2028443"/>
              <a:ext cx="1828800" cy="120550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5EF2A2C4-BAA3-8311-8CB3-8A11E0FF3A66}"/>
                </a:ext>
              </a:extLst>
            </p:cNvPr>
            <p:cNvSpPr/>
            <p:nvPr/>
          </p:nvSpPr>
          <p:spPr>
            <a:xfrm>
              <a:off x="381000" y="2103787"/>
              <a:ext cx="1722120" cy="105482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Technology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EB9C9DB-3FDA-13F0-4969-9351287502F3}"/>
                </a:ext>
              </a:extLst>
            </p:cNvPr>
            <p:cNvSpPr/>
            <p:nvPr/>
          </p:nvSpPr>
          <p:spPr>
            <a:xfrm>
              <a:off x="2286000" y="2400364"/>
              <a:ext cx="86349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altLang="en-US" sz="2400" b="1" kern="0" dirty="0">
                  <a:latin typeface="Source Sans Pro" panose="020B0503030403020204" pitchFamily="34" charset="0"/>
                </a:rPr>
                <a:t>Quality </a:t>
              </a:r>
              <a:r>
                <a:rPr lang="en-US" altLang="en-US" sz="2400" kern="0" dirty="0">
                  <a:latin typeface="Source Sans Pro" panose="020B0503030403020204" pitchFamily="34" charset="0"/>
                </a:rPr>
                <a:t>and </a:t>
              </a:r>
              <a:r>
                <a:rPr lang="en-US" altLang="en-US" sz="2400" b="1" kern="0" dirty="0">
                  <a:latin typeface="Source Sans Pro" panose="020B0503030403020204" pitchFamily="34" charset="0"/>
                </a:rPr>
                <a:t>availability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A1832C7-329A-CBE4-5B24-8D80B9D35846}"/>
                </a:ext>
              </a:extLst>
            </p:cNvPr>
            <p:cNvSpPr txBox="1"/>
            <p:nvPr/>
          </p:nvSpPr>
          <p:spPr>
            <a:xfrm>
              <a:off x="1187795" y="240036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ACB3851-B3E4-5E2D-352A-E312BFE6B7CE}"/>
              </a:ext>
            </a:extLst>
          </p:cNvPr>
          <p:cNvGrpSpPr/>
          <p:nvPr/>
        </p:nvGrpSpPr>
        <p:grpSpPr>
          <a:xfrm>
            <a:off x="774192" y="3395822"/>
            <a:ext cx="10808208" cy="1936189"/>
            <a:chOff x="365760" y="3218687"/>
            <a:chExt cx="10808208" cy="1936189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9495F90F-6498-C9A7-560B-0D5479C96CDE}"/>
                </a:ext>
              </a:extLst>
            </p:cNvPr>
            <p:cNvSpPr/>
            <p:nvPr/>
          </p:nvSpPr>
          <p:spPr>
            <a:xfrm>
              <a:off x="1600200" y="3308595"/>
              <a:ext cx="9573768" cy="1721852"/>
            </a:xfrm>
            <a:prstGeom prst="roundRect">
              <a:avLst>
                <a:gd name="adj" fmla="val 8244"/>
              </a:avLst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DE3A76EB-921B-CBA9-7880-920A9635652E}"/>
                </a:ext>
              </a:extLst>
            </p:cNvPr>
            <p:cNvSpPr/>
            <p:nvPr/>
          </p:nvSpPr>
          <p:spPr>
            <a:xfrm>
              <a:off x="365760" y="3218687"/>
              <a:ext cx="1828800" cy="181768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D0F70C1D-CF73-7816-07BB-1EF1C49F2ADD}"/>
                </a:ext>
              </a:extLst>
            </p:cNvPr>
            <p:cNvSpPr/>
            <p:nvPr/>
          </p:nvSpPr>
          <p:spPr>
            <a:xfrm>
              <a:off x="381000" y="3308595"/>
              <a:ext cx="1722120" cy="1721852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Alternative product prices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E32A38-D45A-DF2F-A98E-8C7F308654B3}"/>
                </a:ext>
              </a:extLst>
            </p:cNvPr>
            <p:cNvSpPr txBox="1"/>
            <p:nvPr/>
          </p:nvSpPr>
          <p:spPr>
            <a:xfrm>
              <a:off x="469361" y="4693211"/>
              <a:ext cx="1633759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B06D94A-424E-2809-D6FF-3B1E1C2DAEA4}"/>
                </a:ext>
              </a:extLst>
            </p:cNvPr>
            <p:cNvSpPr/>
            <p:nvPr/>
          </p:nvSpPr>
          <p:spPr>
            <a:xfrm>
              <a:off x="2286000" y="3346218"/>
              <a:ext cx="8634984" cy="16466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31775" lvl="2" indent="-231775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As price of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commercial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construction rises, supply of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residential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construction falls</a:t>
              </a:r>
            </a:p>
            <a:p>
              <a:pPr marL="231775" lvl="2" indent="-231775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Supply of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rental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housing falls as price of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owner-occupied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housing increases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8144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What affects supply?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EBFCE3C-38BB-4988-BF30-4C03AC0BF42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990A40-6CF6-BE60-F9D5-5C547E400DA2}"/>
              </a:ext>
            </a:extLst>
          </p:cNvPr>
          <p:cNvGrpSpPr/>
          <p:nvPr/>
        </p:nvGrpSpPr>
        <p:grpSpPr>
          <a:xfrm>
            <a:off x="774192" y="2362200"/>
            <a:ext cx="10098024" cy="990600"/>
            <a:chOff x="365760" y="2362200"/>
            <a:chExt cx="10098024" cy="990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E897B27-E299-2A34-C185-90770A31D17C}"/>
                </a:ext>
              </a:extLst>
            </p:cNvPr>
            <p:cNvSpPr/>
            <p:nvPr/>
          </p:nvSpPr>
          <p:spPr>
            <a:xfrm>
              <a:off x="1752600" y="2424113"/>
              <a:ext cx="8711184" cy="866775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0699BE8-E81E-7D4B-EA40-F142EA9AD915}"/>
                </a:ext>
              </a:extLst>
            </p:cNvPr>
            <p:cNvSpPr/>
            <p:nvPr/>
          </p:nvSpPr>
          <p:spPr>
            <a:xfrm>
              <a:off x="365760" y="2362200"/>
              <a:ext cx="1828800" cy="9906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DF7575F-0AF0-1024-62FF-EEEA8789B444}"/>
                </a:ext>
              </a:extLst>
            </p:cNvPr>
            <p:cNvSpPr/>
            <p:nvPr/>
          </p:nvSpPr>
          <p:spPr>
            <a:xfrm>
              <a:off x="457200" y="2424113"/>
              <a:ext cx="1645920" cy="866775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# of firms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47D22D7-1E48-DB27-B7A8-E5C8E7EAFEC6}"/>
                </a:ext>
              </a:extLst>
            </p:cNvPr>
            <p:cNvSpPr/>
            <p:nvPr/>
          </p:nvSpPr>
          <p:spPr>
            <a:xfrm>
              <a:off x="2286000" y="2626668"/>
              <a:ext cx="80040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altLang="en-US" sz="2400" b="1" kern="0" dirty="0">
                  <a:latin typeface="Source Sans Pro" panose="020B0503030403020204" pitchFamily="34" charset="0"/>
                </a:rPr>
                <a:t>Market </a:t>
              </a:r>
              <a:r>
                <a:rPr lang="en-US" altLang="en-US" sz="2400" kern="0" dirty="0">
                  <a:latin typeface="Source Sans Pro" panose="020B0503030403020204" pitchFamily="34" charset="0"/>
                </a:rPr>
                <a:t>supply curve/ function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24CD92-78A2-DCCE-52E2-7EE44F7923DC}"/>
              </a:ext>
            </a:extLst>
          </p:cNvPr>
          <p:cNvGrpSpPr/>
          <p:nvPr/>
        </p:nvGrpSpPr>
        <p:grpSpPr>
          <a:xfrm>
            <a:off x="763306" y="1004293"/>
            <a:ext cx="10108910" cy="1387585"/>
            <a:chOff x="354874" y="1004292"/>
            <a:chExt cx="10108910" cy="138758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DA1851E-D18E-8ACD-2266-838641D96464}"/>
                </a:ext>
              </a:extLst>
            </p:cNvPr>
            <p:cNvSpPr/>
            <p:nvPr/>
          </p:nvSpPr>
          <p:spPr>
            <a:xfrm>
              <a:off x="1741714" y="1091016"/>
              <a:ext cx="8722070" cy="1214137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03528616-999B-0920-08ED-10FAF437167A}"/>
                </a:ext>
              </a:extLst>
            </p:cNvPr>
            <p:cNvSpPr/>
            <p:nvPr/>
          </p:nvSpPr>
          <p:spPr>
            <a:xfrm>
              <a:off x="354874" y="1004292"/>
              <a:ext cx="1828800" cy="13875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77B96F47-42B3-22A1-2D5C-70887E21A928}"/>
                </a:ext>
              </a:extLst>
            </p:cNvPr>
            <p:cNvSpPr/>
            <p:nvPr/>
          </p:nvSpPr>
          <p:spPr>
            <a:xfrm>
              <a:off x="446314" y="1091016"/>
              <a:ext cx="1645920" cy="121413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Joint products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C8EA4E2-3CC3-E5ED-D66E-30BE29BF28F4}"/>
                </a:ext>
              </a:extLst>
            </p:cNvPr>
            <p:cNvSpPr/>
            <p:nvPr/>
          </p:nvSpPr>
          <p:spPr>
            <a:xfrm>
              <a:off x="2275114" y="1282586"/>
              <a:ext cx="801493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31775" indent="-231775">
                <a:buFont typeface="Arial" panose="020B0604020202020204" pitchFamily="34" charset="0"/>
                <a:buChar char="•"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Price and supply of co-produced products</a:t>
              </a:r>
            </a:p>
            <a:p>
              <a:pPr marL="231775" indent="-231775">
                <a:buFont typeface="Arial" panose="020B0604020202020204" pitchFamily="34" charset="0"/>
                <a:buChar char="•"/>
              </a:pPr>
              <a:r>
                <a:rPr lang="en-US" sz="2400" kern="0" dirty="0">
                  <a:latin typeface="Source Sans Pro" panose="020B0503030403020204" pitchFamily="34" charset="0"/>
                </a:rPr>
                <a:t>As demand for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beef </a:t>
              </a:r>
              <a:r>
                <a:rPr lang="en-US" sz="2400" kern="0" dirty="0">
                  <a:latin typeface="Source Sans Pro" panose="020B0503030403020204" pitchFamily="34" charset="0"/>
                </a:rPr>
                <a:t>falls, supply of </a:t>
              </a:r>
              <a:r>
                <a:rPr lang="en-US" sz="2400" b="1" kern="0" dirty="0">
                  <a:latin typeface="Source Sans Pro" panose="020B0503030403020204" pitchFamily="34" charset="0"/>
                </a:rPr>
                <a:t>leather </a:t>
              </a:r>
              <a:r>
                <a:rPr lang="en-US" sz="2400" kern="0" dirty="0">
                  <a:latin typeface="Source Sans Pro" panose="020B0503030403020204" pitchFamily="34" charset="0"/>
                </a:rPr>
                <a:t>falls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5B6915-223B-3E04-D580-A6175B156EF9}"/>
              </a:ext>
            </a:extLst>
          </p:cNvPr>
          <p:cNvGrpSpPr/>
          <p:nvPr/>
        </p:nvGrpSpPr>
        <p:grpSpPr>
          <a:xfrm>
            <a:off x="763306" y="3352801"/>
            <a:ext cx="10108910" cy="1387585"/>
            <a:chOff x="354874" y="3352800"/>
            <a:chExt cx="10108910" cy="1387585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3CFFA224-ACD5-3800-7239-92F7F3ACEEC0}"/>
                </a:ext>
              </a:extLst>
            </p:cNvPr>
            <p:cNvSpPr/>
            <p:nvPr/>
          </p:nvSpPr>
          <p:spPr>
            <a:xfrm>
              <a:off x="1741714" y="3439524"/>
              <a:ext cx="8722070" cy="1214137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4E95645A-2C7A-966F-19FC-1ACBDF71762A}"/>
                </a:ext>
              </a:extLst>
            </p:cNvPr>
            <p:cNvSpPr/>
            <p:nvPr/>
          </p:nvSpPr>
          <p:spPr>
            <a:xfrm>
              <a:off x="354874" y="3352800"/>
              <a:ext cx="1828800" cy="13875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51151FC8-E1BE-9AE1-554A-47C48B5670DB}"/>
                </a:ext>
              </a:extLst>
            </p:cNvPr>
            <p:cNvSpPr/>
            <p:nvPr/>
          </p:nvSpPr>
          <p:spPr>
            <a:xfrm>
              <a:off x="446314" y="3439524"/>
              <a:ext cx="1645920" cy="1214137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Time frame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A22F60E-288F-E2B4-E1CF-7118BFF39741}"/>
                </a:ext>
              </a:extLst>
            </p:cNvPr>
            <p:cNvSpPr/>
            <p:nvPr/>
          </p:nvSpPr>
          <p:spPr>
            <a:xfrm>
              <a:off x="2275114" y="3631094"/>
              <a:ext cx="801493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lvl="1" indent="-228600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Source Sans Pro" panose="020B0503030403020204" pitchFamily="34" charset="0"/>
                </a:rPr>
                <a:t>When prices increase, firm will be able to increase supply </a:t>
              </a:r>
              <a:r>
                <a:rPr lang="en-US" altLang="en-US" sz="2400" b="1" dirty="0">
                  <a:latin typeface="Source Sans Pro" panose="020B0503030403020204" pitchFamily="34" charset="0"/>
                </a:rPr>
                <a:t>more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in the </a:t>
              </a:r>
              <a:r>
                <a:rPr lang="en-US" altLang="en-US" sz="2400" b="1" dirty="0">
                  <a:latin typeface="Source Sans Pro" panose="020B0503030403020204" pitchFamily="34" charset="0"/>
                </a:rPr>
                <a:t>long run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than in the short run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05D978-5C0C-F671-6D67-AABF3A3DB2BA}"/>
              </a:ext>
            </a:extLst>
          </p:cNvPr>
          <p:cNvGrpSpPr/>
          <p:nvPr/>
        </p:nvGrpSpPr>
        <p:grpSpPr>
          <a:xfrm>
            <a:off x="1970315" y="4876800"/>
            <a:ext cx="8316685" cy="1687590"/>
            <a:chOff x="446314" y="4876800"/>
            <a:chExt cx="8316685" cy="168759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32CA1C0-57C7-C923-BA51-EB7DFE291CC6}"/>
                </a:ext>
              </a:extLst>
            </p:cNvPr>
            <p:cNvGrpSpPr/>
            <p:nvPr/>
          </p:nvGrpSpPr>
          <p:grpSpPr>
            <a:xfrm>
              <a:off x="446314" y="4876800"/>
              <a:ext cx="8316685" cy="1687590"/>
              <a:chOff x="3352799" y="5257800"/>
              <a:chExt cx="4778829" cy="1371600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F6A04FEB-DAE8-62D5-D7CD-EF761292DDA0}"/>
                  </a:ext>
                </a:extLst>
              </p:cNvPr>
              <p:cNvSpPr/>
              <p:nvPr/>
            </p:nvSpPr>
            <p:spPr>
              <a:xfrm>
                <a:off x="3352799" y="5511511"/>
                <a:ext cx="4778829" cy="862088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9B79DB0-F66F-BC72-7830-0FE9095250CB}"/>
                  </a:ext>
                </a:extLst>
              </p:cNvPr>
              <p:cNvSpPr/>
              <p:nvPr/>
            </p:nvSpPr>
            <p:spPr>
              <a:xfrm>
                <a:off x="3352799" y="5257800"/>
                <a:ext cx="4778829" cy="64656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A50EA3F-1090-05F4-42E0-948EE0CF72B8}"/>
                  </a:ext>
                </a:extLst>
              </p:cNvPr>
              <p:cNvSpPr/>
              <p:nvPr/>
            </p:nvSpPr>
            <p:spPr>
              <a:xfrm>
                <a:off x="3352799" y="5982834"/>
                <a:ext cx="4778829" cy="646566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5BAEA1C-DE61-6AB4-3264-6C9BF78D3FF4}"/>
                </a:ext>
              </a:extLst>
            </p:cNvPr>
            <p:cNvSpPr/>
            <p:nvPr/>
          </p:nvSpPr>
          <p:spPr>
            <a:xfrm>
              <a:off x="457200" y="5081959"/>
              <a:ext cx="8294913" cy="1277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dirty="0">
                  <a:latin typeface="Source Sans Pro" panose="020B0503030403020204" pitchFamily="34" charset="0"/>
                </a:rPr>
                <a:t>Note: </a:t>
              </a:r>
              <a:r>
                <a:rPr lang="en-US" altLang="en-US" sz="2400" i="1" dirty="0">
                  <a:latin typeface="Source Sans Pro" panose="020B0503030403020204" pitchFamily="34" charset="0"/>
                </a:rPr>
                <a:t>most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supply-shifting factors are </a:t>
              </a:r>
              <a:r>
                <a:rPr lang="en-US" altLang="en-US" sz="2400" b="1" dirty="0">
                  <a:latin typeface="Source Sans Pro" panose="020B0503030403020204" pitchFamily="34" charset="0"/>
                </a:rPr>
                <a:t>outside </a:t>
              </a:r>
              <a:r>
                <a:rPr lang="en-US" altLang="en-US" sz="2400" dirty="0">
                  <a:latin typeface="Source Sans Pro" panose="020B0503030403020204" pitchFamily="34" charset="0"/>
                </a:rPr>
                <a:t>a firm’</a:t>
              </a:r>
              <a:r>
                <a:rPr lang="en-US" altLang="ja-JP" sz="2400" dirty="0">
                  <a:latin typeface="Source Sans Pro" panose="020B0503030403020204" pitchFamily="34" charset="0"/>
                </a:rPr>
                <a:t>s </a:t>
              </a:r>
              <a:r>
                <a:rPr lang="en-US" altLang="ja-JP" sz="2400" b="1" dirty="0">
                  <a:latin typeface="Source Sans Pro" panose="020B0503030403020204" pitchFamily="34" charset="0"/>
                </a:rPr>
                <a:t>control</a:t>
              </a:r>
            </a:p>
            <a:p>
              <a:pPr algn="ctr">
                <a:spcBef>
                  <a:spcPts val="0"/>
                </a:spcBef>
                <a:spcAft>
                  <a:spcPts val="600"/>
                </a:spcAft>
              </a:pPr>
              <a:r>
                <a:rPr lang="en-US" altLang="ja-JP" sz="2400" dirty="0">
                  <a:latin typeface="Source Sans Pro" panose="020B0503030403020204" pitchFamily="34" charset="0"/>
                </a:rPr>
                <a:t>Things get more interesting (and difficult) when firms offer </a:t>
              </a:r>
              <a:r>
                <a:rPr lang="en-US" altLang="ja-JP" sz="2400" b="1" dirty="0">
                  <a:latin typeface="Source Sans Pro" panose="020B0503030403020204" pitchFamily="34" charset="0"/>
                </a:rPr>
                <a:t>several related </a:t>
              </a:r>
              <a:r>
                <a:rPr lang="en-US" altLang="ja-JP" sz="2400" dirty="0">
                  <a:latin typeface="Source Sans Pro" panose="020B0503030403020204" pitchFamily="34" charset="0"/>
                </a:rPr>
                <a:t>products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1206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Supply curve examples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36DAAA7-5961-4618-9EFC-774DCF48B1DA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39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2FF851F-4C1E-C51B-7031-49B572C16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664" y="1120676"/>
            <a:ext cx="10841736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en-US" sz="2800" kern="0">
                <a:ea typeface="ＭＳ Ｐゴシック" pitchFamily="34" charset="-128"/>
              </a:rPr>
              <a:t>Suppose the </a:t>
            </a:r>
            <a:r>
              <a:rPr lang="en-US" altLang="en-US" sz="2800" b="1" kern="0">
                <a:ea typeface="ＭＳ Ｐゴシック" pitchFamily="34" charset="-128"/>
              </a:rPr>
              <a:t>supply function </a:t>
            </a:r>
            <a:r>
              <a:rPr lang="en-US" altLang="en-US" sz="2800" kern="0">
                <a:ea typeface="ＭＳ Ｐゴシック" pitchFamily="34" charset="-128"/>
              </a:rPr>
              <a:t>for dresses is:</a:t>
            </a:r>
          </a:p>
          <a:p>
            <a:pPr algn="ctr" eaLnBrk="1" hangingPunct="1">
              <a:spcAft>
                <a:spcPts val="1200"/>
              </a:spcAft>
              <a:buFontTx/>
              <a:buNone/>
            </a:pPr>
            <a:r>
              <a:rPr lang="en-US" altLang="en-US" sz="2800" i="1" kern="0">
                <a:ea typeface="ＭＳ Ｐゴシック" pitchFamily="34" charset="-128"/>
              </a:rPr>
              <a:t>Q</a:t>
            </a:r>
            <a:r>
              <a:rPr lang="en-US" altLang="en-US" sz="2800" kern="0">
                <a:ea typeface="ＭＳ Ｐゴシック" pitchFamily="34" charset="-128"/>
              </a:rPr>
              <a:t> = 2</a:t>
            </a:r>
            <a:r>
              <a:rPr lang="en-US" altLang="en-US" sz="2800" i="1" kern="0">
                <a:ea typeface="ＭＳ Ｐゴシック" pitchFamily="34" charset="-128"/>
              </a:rPr>
              <a:t>P</a:t>
            </a:r>
            <a:r>
              <a:rPr lang="en-US" altLang="en-US" sz="2800" kern="0">
                <a:ea typeface="ＭＳ Ｐゴシック" pitchFamily="34" charset="-128"/>
              </a:rPr>
              <a:t> – 20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sz="2800" kern="0">
                <a:ea typeface="ＭＳ Ｐゴシック" pitchFamily="34" charset="-128"/>
              </a:rPr>
              <a:t>Take price and learn how much would be produced in response</a:t>
            </a:r>
          </a:p>
          <a:p>
            <a:pPr algn="ctr" eaLnBrk="1" hangingPunct="1">
              <a:spcAft>
                <a:spcPts val="1200"/>
              </a:spcAft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E.g., if </a:t>
            </a:r>
            <a:r>
              <a:rPr lang="en-US" altLang="en-US" sz="2800" i="1" kern="0">
                <a:ea typeface="ＭＳ Ｐゴシック" pitchFamily="34" charset="-128"/>
              </a:rPr>
              <a:t>P</a:t>
            </a:r>
            <a:r>
              <a:rPr lang="en-US" altLang="en-US" sz="2800" kern="0">
                <a:ea typeface="ＭＳ Ｐゴシック" pitchFamily="34" charset="-128"/>
              </a:rPr>
              <a:t> = 20, </a:t>
            </a:r>
            <a:r>
              <a:rPr lang="en-US" altLang="en-US" sz="2800" i="1" kern="0">
                <a:ea typeface="ＭＳ Ｐゴシック" pitchFamily="34" charset="-128"/>
              </a:rPr>
              <a:t>Q</a:t>
            </a:r>
            <a:r>
              <a:rPr lang="en-US" altLang="en-US" sz="2800" kern="0">
                <a:ea typeface="ＭＳ Ｐゴシック" pitchFamily="34" charset="-128"/>
              </a:rPr>
              <a:t> = 20</a:t>
            </a:r>
          </a:p>
          <a:p>
            <a:pPr algn="ctr" eaLnBrk="1" hangingPunct="1">
              <a:spcAft>
                <a:spcPts val="1200"/>
              </a:spcAft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How do we interpret </a:t>
            </a:r>
            <a:r>
              <a:rPr lang="en-US" altLang="en-US" sz="2800" i="1" kern="0">
                <a:ea typeface="ＭＳ Ｐゴシック" pitchFamily="34" charset="-128"/>
              </a:rPr>
              <a:t>P</a:t>
            </a:r>
            <a:r>
              <a:rPr lang="en-US" altLang="en-US" sz="2800" kern="0">
                <a:ea typeface="ＭＳ Ｐゴシック" pitchFamily="34" charset="-128"/>
              </a:rPr>
              <a:t> = 5?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sz="2800" b="1" kern="0">
                <a:ea typeface="ＭＳ Ｐゴシック" pitchFamily="34" charset="-128"/>
              </a:rPr>
              <a:t>Alternative description </a:t>
            </a:r>
            <a:r>
              <a:rPr lang="en-US" altLang="en-US" sz="2800" kern="0">
                <a:ea typeface="ＭＳ Ｐゴシック" pitchFamily="34" charset="-128"/>
              </a:rPr>
              <a:t>of the same relationship is</a:t>
            </a:r>
          </a:p>
          <a:p>
            <a:pPr algn="ctr" eaLnBrk="1" hangingPunct="1">
              <a:spcAft>
                <a:spcPts val="1200"/>
              </a:spcAft>
              <a:buFontTx/>
              <a:buNone/>
            </a:pPr>
            <a:r>
              <a:rPr lang="en-US" altLang="en-US" sz="2800" i="1" kern="0">
                <a:ea typeface="ＭＳ Ｐゴシック" pitchFamily="34" charset="-128"/>
              </a:rPr>
              <a:t>P</a:t>
            </a:r>
            <a:r>
              <a:rPr lang="en-US" altLang="en-US" sz="2800" kern="0">
                <a:ea typeface="ＭＳ Ｐゴシック" pitchFamily="34" charset="-128"/>
              </a:rPr>
              <a:t> = 10 + 0.5</a:t>
            </a:r>
            <a:r>
              <a:rPr lang="en-US" altLang="en-US" sz="2800" i="1" kern="0">
                <a:ea typeface="ＭＳ Ｐゴシック" pitchFamily="34" charset="-128"/>
              </a:rPr>
              <a:t>Q</a:t>
            </a:r>
          </a:p>
          <a:p>
            <a:pPr eaLnBrk="1" hangingPunct="1">
              <a:spcAft>
                <a:spcPts val="1200"/>
              </a:spcAft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	Price that would need to prevail for firms to sell </a:t>
            </a:r>
            <a:r>
              <a:rPr lang="en-US" altLang="en-US" sz="2800" b="1" i="1" kern="0">
                <a:ea typeface="ＭＳ Ｐゴシック" pitchFamily="34" charset="-128"/>
              </a:rPr>
              <a:t>Q</a:t>
            </a:r>
            <a:r>
              <a:rPr lang="en-US" altLang="en-US" sz="2800" b="1" kern="0">
                <a:ea typeface="ＭＳ Ｐゴシック" pitchFamily="34" charset="-128"/>
              </a:rPr>
              <a:t> </a:t>
            </a:r>
            <a:r>
              <a:rPr lang="en-US" altLang="en-US" sz="2800" kern="0">
                <a:ea typeface="ＭＳ Ｐゴシック" pitchFamily="34" charset="-128"/>
              </a:rPr>
              <a:t>units of output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86C2BAD-69D9-DA9F-B49F-49285CD52B57}"/>
                  </a:ext>
                </a:extLst>
              </p14:cNvPr>
              <p14:cNvContentPartPr/>
              <p14:nvPr/>
            </p14:nvContentPartPr>
            <p14:xfrm>
              <a:off x="4727880" y="671760"/>
              <a:ext cx="6859800" cy="457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86C2BAD-69D9-DA9F-B49F-49285CD52B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1680" y="655560"/>
                <a:ext cx="6892200" cy="46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969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Illustrating supply</a:t>
            </a:r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E97A4D7-769C-45C4-A493-1FCB2447920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6B20DC-A2FB-164A-639B-13AC65317DBC}"/>
              </a:ext>
            </a:extLst>
          </p:cNvPr>
          <p:cNvGrpSpPr/>
          <p:nvPr/>
        </p:nvGrpSpPr>
        <p:grpSpPr>
          <a:xfrm>
            <a:off x="2154936" y="1676400"/>
            <a:ext cx="5334000" cy="4180820"/>
            <a:chOff x="914400" y="1676400"/>
            <a:chExt cx="5334000" cy="4180820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8756D9F4-04D0-0216-B838-17F76A24CD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1905000"/>
              <a:ext cx="0" cy="3657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E706FAFB-679C-192B-61C0-4A668C55A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5562600"/>
              <a:ext cx="426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625580FD-F791-0C93-74BD-6CFFE83424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000" y="3200400"/>
              <a:ext cx="3581400" cy="15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8A66A304-E4F5-A5AF-2731-1FA124575C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1200" y="5334000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Q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8269BC2F-66F0-C258-92EF-155BBAEF8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800" y="1676400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P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C9C7B3DA-5F6D-B68E-0230-669BB1561B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4495800"/>
              <a:ext cx="6096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10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5A117D86-5388-2F6C-9A94-E1C46011C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1857" y="2938790"/>
              <a:ext cx="4572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dirty="0">
                  <a:latin typeface="Source Sans Pro" panose="020B0503030403020204" pitchFamily="34" charset="0"/>
                </a:rPr>
                <a:t>S</a:t>
              </a:r>
            </a:p>
          </p:txBody>
        </p:sp>
      </p:grpSp>
      <p:sp>
        <p:nvSpPr>
          <p:cNvPr id="11" name="Rectangle 3">
            <a:extLst>
              <a:ext uri="{FF2B5EF4-FFF2-40B4-BE49-F238E27FC236}">
                <a16:creationId xmlns:a16="http://schemas.microsoft.com/office/drawing/2014/main" id="{9505AA96-15AF-C6FB-0A6D-FECB36AC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336" y="1959380"/>
            <a:ext cx="3124200" cy="103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Supply curve</a:t>
            </a:r>
          </a:p>
          <a:p>
            <a:pPr algn="ctr" eaLnBrk="1" hangingPunct="1">
              <a:buFontTx/>
              <a:buNone/>
            </a:pPr>
            <a:r>
              <a:rPr lang="en-US" altLang="en-US" sz="2800" i="1" kern="0" dirty="0">
                <a:ea typeface="ＭＳ Ｐゴシック" pitchFamily="34" charset="-128"/>
              </a:rPr>
              <a:t>P</a:t>
            </a:r>
            <a:r>
              <a:rPr lang="en-US" altLang="en-US" sz="2800" kern="0" dirty="0">
                <a:ea typeface="ＭＳ Ｐゴシック" pitchFamily="34" charset="-128"/>
              </a:rPr>
              <a:t> = 10 + 0.5</a:t>
            </a:r>
            <a:r>
              <a:rPr lang="en-US" altLang="en-US" sz="2800" i="1" kern="0" dirty="0">
                <a:ea typeface="ＭＳ Ｐゴシック" pitchFamily="34" charset="-128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7757329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Changes to supply</a:t>
            </a: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B3D44F1-36C8-488A-A01B-8BD1B2AC19B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DBEAC475-A53C-E903-5767-4F65A5774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1512" y="1905000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137B6361-17BD-40F8-2F72-DD3EC434CF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1512" y="5562600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366A7FA0-C43E-C816-C416-E22A7F4C48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1512" y="3200400"/>
            <a:ext cx="35814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8DEAF44-ED11-518A-EC5E-EB80CB7D0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8712" y="533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5AA16678-7F66-B75E-B66B-6BF8E1D6F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312" y="1676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A9E16E9C-4CBC-05A8-F08D-4B46E400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112" y="449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10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3DE04C-DB61-4C9F-B868-84FEBB288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712" y="2895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S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8EABAA-DAB2-F10B-2290-B0D16F018247}"/>
              </a:ext>
            </a:extLst>
          </p:cNvPr>
          <p:cNvGrpSpPr/>
          <p:nvPr/>
        </p:nvGrpSpPr>
        <p:grpSpPr>
          <a:xfrm>
            <a:off x="2802834" y="2971800"/>
            <a:ext cx="4189278" cy="1951381"/>
            <a:chOff x="1220922" y="3733800"/>
            <a:chExt cx="4189278" cy="1951381"/>
          </a:xfrm>
        </p:grpSpPr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2BFE60A4-6894-665F-70A3-A7BE9E319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0922" y="4161182"/>
              <a:ext cx="3559799" cy="1523999"/>
            </a:xfrm>
            <a:prstGeom prst="line">
              <a:avLst/>
            </a:prstGeom>
            <a:noFill/>
            <a:ln w="19050">
              <a:solidFill>
                <a:srgbClr val="A514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636E6196-E0D3-EF38-2BF8-EADD57C82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3733800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S</a:t>
              </a:r>
              <a:r>
                <a:rPr lang="en-US" altLang="en-US" baseline="-25000" dirty="0">
                  <a:latin typeface="Source Sans Pro" panose="020B0503030403020204" pitchFamily="34" charset="0"/>
                </a:rPr>
                <a:t>2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A9DE23-C5DA-7EC1-1293-FB043840949C}"/>
              </a:ext>
            </a:extLst>
          </p:cNvPr>
          <p:cNvGrpSpPr/>
          <p:nvPr/>
        </p:nvGrpSpPr>
        <p:grpSpPr>
          <a:xfrm>
            <a:off x="2191512" y="2286000"/>
            <a:ext cx="4114800" cy="1828800"/>
            <a:chOff x="1066800" y="2286000"/>
            <a:chExt cx="4114800" cy="1828800"/>
          </a:xfrm>
        </p:grpSpPr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9DA13ACB-8C2B-06E9-2820-EB5C65538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6800" y="2590800"/>
              <a:ext cx="3581400" cy="1524000"/>
            </a:xfrm>
            <a:prstGeom prst="line">
              <a:avLst/>
            </a:prstGeom>
            <a:noFill/>
            <a:ln w="28575">
              <a:solidFill>
                <a:srgbClr val="D8D2C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2BDD6AA2-66C5-E86B-7740-9B7FDAD57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286000"/>
              <a:ext cx="609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S</a:t>
              </a:r>
              <a:r>
                <a:rPr lang="en-US" altLang="en-US" baseline="-25000" dirty="0">
                  <a:latin typeface="Source Sans Pro" panose="020B0503030403020204" pitchFamily="34" charset="0"/>
                </a:rPr>
                <a:t>3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2FDB040E-BA9D-54A3-94EA-268D1C24D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112" y="3625942"/>
            <a:ext cx="32766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Example 2: (</a:t>
            </a:r>
            <a:r>
              <a:rPr lang="en-US" altLang="en-US" sz="2400" b="1" kern="0" dirty="0">
                <a:solidFill>
                  <a:srgbClr val="D8D2C5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Tan S</a:t>
            </a:r>
            <a:r>
              <a:rPr lang="en-US" altLang="en-US" sz="2400" b="1" kern="0" baseline="-25000" dirty="0">
                <a:solidFill>
                  <a:srgbClr val="D8D2C5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3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Suppose a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labor shortage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D51F1C4-4A84-7631-85D9-47F1D50D0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112" y="2133601"/>
            <a:ext cx="3276600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Example 1: (</a:t>
            </a:r>
            <a:r>
              <a:rPr lang="en-US" altLang="en-US" sz="2400" kern="0" dirty="0">
                <a:solidFill>
                  <a:srgbClr val="A51417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Red S</a:t>
            </a:r>
            <a:r>
              <a:rPr lang="en-US" altLang="en-US" sz="2400" kern="0" baseline="-25000" dirty="0">
                <a:solidFill>
                  <a:srgbClr val="A51417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2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Suppose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additional firms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enter the market</a:t>
            </a:r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F564C0AA-DBD8-5294-3BEA-2881B9ED702B}"/>
              </a:ext>
            </a:extLst>
          </p:cNvPr>
          <p:cNvSpPr/>
          <p:nvPr/>
        </p:nvSpPr>
        <p:spPr>
          <a:xfrm>
            <a:off x="12548680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74CD39-05AD-6D3E-489D-84185A2E331A}"/>
                  </a:ext>
                </a:extLst>
              </p14:cNvPr>
              <p14:cNvContentPartPr/>
              <p14:nvPr/>
            </p14:nvContentPartPr>
            <p14:xfrm>
              <a:off x="3745080" y="3016080"/>
              <a:ext cx="1319760" cy="147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74CD39-05AD-6D3E-489D-84185A2E33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8880" y="2999880"/>
                <a:ext cx="1352160" cy="150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17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Supply elasticity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EF5669D-6340-4BC1-B82F-C2C90E89D65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EFB62F-49C8-1A25-61FB-F3B20DBF7957}"/>
              </a:ext>
            </a:extLst>
          </p:cNvPr>
          <p:cNvGrpSpPr/>
          <p:nvPr/>
        </p:nvGrpSpPr>
        <p:grpSpPr>
          <a:xfrm>
            <a:off x="1130808" y="2032230"/>
            <a:ext cx="8397240" cy="1678632"/>
            <a:chOff x="365760" y="2283768"/>
            <a:chExt cx="8397240" cy="167863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66CC353-7CF6-198C-5F3A-1FDFA8639347}"/>
                </a:ext>
              </a:extLst>
            </p:cNvPr>
            <p:cNvSpPr/>
            <p:nvPr/>
          </p:nvSpPr>
          <p:spPr>
            <a:xfrm>
              <a:off x="1752600" y="2388683"/>
              <a:ext cx="7010400" cy="146880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52DA462-0D85-D41F-354E-0A8D3FAC1101}"/>
                </a:ext>
              </a:extLst>
            </p:cNvPr>
            <p:cNvSpPr/>
            <p:nvPr/>
          </p:nvSpPr>
          <p:spPr>
            <a:xfrm>
              <a:off x="365760" y="2283768"/>
              <a:ext cx="1828800" cy="16786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7B2F195-280B-276E-2670-0E5259533D55}"/>
                </a:ext>
              </a:extLst>
            </p:cNvPr>
            <p:cNvSpPr/>
            <p:nvPr/>
          </p:nvSpPr>
          <p:spPr>
            <a:xfrm>
              <a:off x="457200" y="2388683"/>
              <a:ext cx="1645920" cy="1468803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1A831E3-E49D-C61C-677B-69A63FEFAF2A}"/>
                </a:ext>
              </a:extLst>
            </p:cNvPr>
            <p:cNvSpPr/>
            <p:nvPr/>
          </p:nvSpPr>
          <p:spPr>
            <a:xfrm>
              <a:off x="438241" y="2892252"/>
              <a:ext cx="16838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Definition</a:t>
              </a:r>
              <a:endParaRPr lang="en-US" sz="24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9A87642C-8C3A-A3F1-1FA5-800F1D511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3641" y="2449054"/>
              <a:ext cx="6363159" cy="1348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%Δ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Q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/%ΔP</a:t>
              </a:r>
            </a:p>
            <a:p>
              <a:pPr marL="0" indent="0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(ΔQ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/Q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) / (Δ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P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/P) = (ΔQ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/Δ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P)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x (P/Q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)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marL="0" indent="0" eaLnBrk="1" hangingPunct="1"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dQ</a:t>
              </a:r>
              <a:r>
                <a:rPr lang="en-US" altLang="en-US" sz="2400" kern="0" baseline="-25000" dirty="0" err="1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/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dP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)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x (P/Q</a:t>
              </a:r>
              <a:r>
                <a:rPr lang="en-US" altLang="en-US" sz="24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en-US" sz="24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3">
                <a:extLst>
                  <a:ext uri="{FF2B5EF4-FFF2-40B4-BE49-F238E27FC236}">
                    <a16:creationId xmlns:a16="http://schemas.microsoft.com/office/drawing/2014/main" id="{F9129B7C-BBE9-C9BB-A131-6B2595BB9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8448" y="4032702"/>
                <a:ext cx="9994392" cy="2173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spcBef>
                    <a:spcPct val="25000"/>
                  </a:spcBef>
                  <a:spcAft>
                    <a:spcPct val="250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How much will you </a:t>
                </a:r>
                <a:r>
                  <a:rPr lang="en-US" altLang="en-US" sz="2400" b="1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scale-up/down </a:t>
                </a: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production in response to a </a:t>
                </a:r>
                <a:r>
                  <a:rPr lang="en-US" altLang="en-US" sz="2400" b="1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price change </a:t>
                </a: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of %Δ</a:t>
                </a:r>
                <a:r>
                  <a:rPr lang="en-US" altLang="en-US" sz="2400" i="1" kern="0" dirty="0">
                    <a:latin typeface="Source Sans Pro" panose="020B0503030403020204" pitchFamily="34" charset="0"/>
                    <a:ea typeface="ＭＳ Ｐゴシック" pitchFamily="34" charset="-128"/>
                    <a:sym typeface="Symbol" pitchFamily="18" charset="2"/>
                  </a:rPr>
                  <a:t>P</a:t>
                </a: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?</a:t>
                </a:r>
              </a:p>
              <a:p>
                <a:pPr eaLnBrk="1" hangingPunct="1">
                  <a:spcBef>
                    <a:spcPct val="25000"/>
                  </a:spcBef>
                  <a:spcAft>
                    <a:spcPct val="250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Exactly </a:t>
                </a:r>
                <a:r>
                  <a:rPr lang="en-US" altLang="en-US" sz="2400" b="1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same format </a:t>
                </a: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as own-price demand elasticity</a:t>
                </a:r>
              </a:p>
              <a:p>
                <a:pPr lvl="1" eaLnBrk="1" hangingPunct="1">
                  <a:spcBef>
                    <a:spcPct val="25000"/>
                  </a:spcBef>
                  <a:spcAft>
                    <a:spcPct val="250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Main difference: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b="1" i="1" kern="0" dirty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fPr>
                      <m:num>
                        <m:r>
                          <a:rPr lang="en-US" altLang="en-US" sz="2400" b="1" i="1" kern="0" dirty="0">
                            <a:latin typeface="Cambria Math"/>
                            <a:ea typeface="ＭＳ Ｐゴシック" pitchFamily="34" charset="-128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en-US" sz="2400" b="1" i="1" kern="0" dirty="0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altLang="en-US" sz="2400" b="1" i="1" kern="0" dirty="0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en-US" sz="2400" b="1" i="1" kern="0" dirty="0" smtClean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r>
                          <a:rPr lang="en-US" altLang="en-US" sz="2400" b="1" i="1" kern="0" dirty="0">
                            <a:latin typeface="Cambria Math"/>
                            <a:ea typeface="ＭＳ Ｐゴシック" pitchFamily="34" charset="-128"/>
                          </a:rPr>
                          <m:t>𝒅𝑷</m:t>
                        </m:r>
                      </m:den>
                    </m:f>
                  </m:oMath>
                </a14:m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 &gt; 0</a:t>
                </a:r>
              </a:p>
            </p:txBody>
          </p:sp>
        </mc:Choice>
        <mc:Fallback xmlns="">
          <p:sp>
            <p:nvSpPr>
              <p:cNvPr id="15" name="Rectangle 3">
                <a:extLst>
                  <a:ext uri="{FF2B5EF4-FFF2-40B4-BE49-F238E27FC236}">
                    <a16:creationId xmlns:a16="http://schemas.microsoft.com/office/drawing/2014/main" id="{F9129B7C-BBE9-C9BB-A131-6B2595BB9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8448" y="4032702"/>
                <a:ext cx="9994392" cy="2173287"/>
              </a:xfrm>
              <a:prstGeom prst="rect">
                <a:avLst/>
              </a:prstGeom>
              <a:blipFill>
                <a:blip r:embed="rId2"/>
                <a:stretch>
                  <a:fillRect l="-1015" t="-2907" b="-17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3">
            <a:extLst>
              <a:ext uri="{FF2B5EF4-FFF2-40B4-BE49-F238E27FC236}">
                <a16:creationId xmlns:a16="http://schemas.microsoft.com/office/drawing/2014/main" id="{EEA373A0-069E-AACA-04CC-00B89A6C4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448" y="1248725"/>
            <a:ext cx="99943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kern="0" dirty="0">
                <a:ea typeface="ＭＳ Ｐゴシック" pitchFamily="34" charset="-128"/>
              </a:rPr>
              <a:t>Measure of firms’</a:t>
            </a:r>
            <a:r>
              <a:rPr lang="en-US" altLang="ja-JP" kern="0" dirty="0">
                <a:ea typeface="ＭＳ Ｐゴシック" pitchFamily="34" charset="-128"/>
              </a:rPr>
              <a:t> </a:t>
            </a:r>
            <a:r>
              <a:rPr lang="en-US" altLang="ja-JP" b="1" kern="0" dirty="0">
                <a:ea typeface="ＭＳ Ｐゴシック" pitchFamily="34" charset="-128"/>
              </a:rPr>
              <a:t>sensitivity </a:t>
            </a:r>
            <a:r>
              <a:rPr lang="en-US" altLang="ja-JP" kern="0" dirty="0">
                <a:ea typeface="ＭＳ Ｐゴシック" pitchFamily="34" charset="-128"/>
              </a:rPr>
              <a:t>to </a:t>
            </a:r>
            <a:r>
              <a:rPr lang="en-US" altLang="ja-JP" b="1" kern="0" dirty="0">
                <a:ea typeface="ＭＳ Ｐゴシック" pitchFamily="34" charset="-128"/>
              </a:rPr>
              <a:t>price changes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A8FD7D-CF98-C46D-82BE-8D37122CFD07}"/>
                  </a:ext>
                </a:extLst>
              </p14:cNvPr>
              <p14:cNvContentPartPr/>
              <p14:nvPr/>
            </p14:nvContentPartPr>
            <p14:xfrm>
              <a:off x="3857400" y="5162400"/>
              <a:ext cx="1676520" cy="1301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A8FD7D-CF98-C46D-82BE-8D37122CFD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1200" y="5146200"/>
                <a:ext cx="1708920" cy="133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185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Supply elasticity: Example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D67ED10-F514-4A14-895C-730A53D1A29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B15E46-2888-4DC3-11E4-DF53F6C1C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980347"/>
            <a:ext cx="82296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914400" lvl="1" indent="-457200" eaLnBrk="1" hangingPunct="1">
              <a:spcBef>
                <a:spcPct val="25000"/>
              </a:spcBef>
              <a:spcAft>
                <a:spcPct val="25000"/>
              </a:spcAft>
              <a:buFont typeface="+mj-lt"/>
              <a:buAutoNum type="arabicPeriod" startAt="2"/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Consider an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increase 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price from </a:t>
            </a:r>
            <a:r>
              <a:rPr lang="en-US" altLang="en-US" sz="2400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(</a:t>
            </a:r>
            <a:r>
              <a:rPr lang="en-US" altLang="en-US" sz="2400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dP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  <a:p>
            <a:pPr marL="914400" lvl="2" indent="0" eaLnBrk="1" hangingPunct="1">
              <a:spcBef>
                <a:spcPct val="25000"/>
              </a:spcBef>
              <a:spcAft>
                <a:spcPct val="25000"/>
              </a:spcAft>
              <a:buNone/>
            </a:pP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change in quantity (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)?</a:t>
            </a:r>
          </a:p>
          <a:p>
            <a:pPr marL="0" lvl="2" indent="0" algn="ctr" eaLnBrk="1" hangingPunct="1">
              <a:spcBef>
                <a:spcPct val="25000"/>
              </a:spcBef>
              <a:spcAft>
                <a:spcPct val="25000"/>
              </a:spcAft>
              <a:buNone/>
            </a:pP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(2(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– 20) – (2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– 20)</a:t>
            </a:r>
            <a:endParaRPr lang="en-US" altLang="en-US" b="1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lvl="2" indent="0" algn="ctr" eaLnBrk="1" hangingPunct="1">
              <a:spcBef>
                <a:spcPct val="25000"/>
              </a:spcBef>
              <a:spcAft>
                <a:spcPct val="25000"/>
              </a:spcAft>
              <a:buNone/>
            </a:pP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2</a:t>
            </a:r>
            <a:r>
              <a:rPr lang="en-US" altLang="en-US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so 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dQ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</a:t>
            </a:r>
            <a:r>
              <a:rPr lang="en-US" altLang="en-US" i="1" kern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dP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en-US" altLang="en-US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44DB4AC-63EE-3FDA-E5B7-214BFEE37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051680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  <a:buFontTx/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Market supply curve: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2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20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A16A6FA-3BA1-A363-7B90-2DC4AF244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93378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is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supply elasticity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when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50,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80?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CC98D51A-4505-59F2-258C-D7EFADC3F9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1200" y="2135076"/>
                <a:ext cx="8229600" cy="669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charset="0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Arial" charset="0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spcBef>
                    <a:spcPct val="25000"/>
                  </a:spcBef>
                  <a:spcAft>
                    <a:spcPct val="25000"/>
                  </a:spcAft>
                </a:pP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Use our “other” formula: </a:t>
                </a:r>
                <a:r>
                  <a:rPr lang="en-US" altLang="en-US" sz="2400" b="1" kern="0" dirty="0" err="1">
                    <a:latin typeface="Source Sans Pro" panose="020B0503030403020204" pitchFamily="34" charset="0"/>
                    <a:ea typeface="ＭＳ Ｐゴシック" pitchFamily="34" charset="-128"/>
                  </a:rPr>
                  <a:t>ε</a:t>
                </a:r>
                <a:r>
                  <a:rPr lang="en-US" altLang="en-US" sz="2400" b="1" kern="0" baseline="-25000" dirty="0" err="1">
                    <a:latin typeface="Source Sans Pro" panose="020B0503030403020204" pitchFamily="34" charset="0"/>
                    <a:ea typeface="ＭＳ Ｐゴシック" pitchFamily="34" charset="-128"/>
                  </a:rPr>
                  <a:t>S</a:t>
                </a:r>
                <a:r>
                  <a:rPr lang="en-US" altLang="en-US" sz="2400" b="1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 </a:t>
                </a:r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b="1" i="1" kern="0" dirty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fPr>
                      <m:num>
                        <m:r>
                          <a:rPr lang="en-US" altLang="en-US" sz="2400" b="1" i="1" kern="0" dirty="0">
                            <a:latin typeface="Cambria Math"/>
                            <a:ea typeface="ＭＳ Ｐゴシック" pitchFamily="34" charset="-128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en-US" sz="2400" b="1" i="1" kern="0" dirty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altLang="en-US" sz="2400" b="1" i="1" kern="0" dirty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en-US" sz="2400" b="1" i="1" kern="0" dirty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r>
                          <a:rPr lang="en-US" altLang="en-US" sz="2400" b="1" i="1" kern="0" dirty="0">
                            <a:latin typeface="Cambria Math"/>
                            <a:ea typeface="ＭＳ Ｐゴシック" pitchFamily="34" charset="-128"/>
                          </a:rPr>
                          <m:t>𝒅𝑷</m:t>
                        </m:r>
                      </m:den>
                    </m:f>
                  </m:oMath>
                </a14:m>
                <a:r>
                  <a:rPr lang="en-US" altLang="en-US" sz="2400" kern="0" dirty="0">
                    <a:latin typeface="Source Sans Pro" panose="020B0503030403020204" pitchFamily="34" charset="0"/>
                    <a:ea typeface="ＭＳ Ｐゴシック" pitchFamily="34" charset="-128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400" b="1" i="1" kern="0" dirty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</m:ctrlPr>
                      </m:fPr>
                      <m:num>
                        <m:r>
                          <a:rPr lang="en-US" altLang="en-US" sz="2400" b="1" i="1" kern="0" dirty="0" smtClean="0">
                            <a:latin typeface="Cambria Math" panose="02040503050406030204" pitchFamily="18" charset="0"/>
                            <a:ea typeface="ＭＳ Ｐゴシック" pitchFamily="34" charset="-128"/>
                          </a:rPr>
                          <m:t>𝑷</m:t>
                        </m:r>
                      </m:num>
                      <m:den>
                        <m:sSub>
                          <m:sSubPr>
                            <m:ctrlPr>
                              <a:rPr lang="en-US" altLang="en-US" sz="2400" b="1" i="1" kern="0" dirty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</m:ctrlPr>
                          </m:sSubPr>
                          <m:e>
                            <m:r>
                              <a:rPr lang="en-US" altLang="en-US" sz="2400" b="1" i="1" kern="0" dirty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𝑸</m:t>
                            </m:r>
                          </m:e>
                          <m:sub>
                            <m:r>
                              <a:rPr lang="en-US" altLang="en-US" sz="2400" b="1" i="1" kern="0" dirty="0">
                                <a:latin typeface="Cambria Math" panose="02040503050406030204" pitchFamily="18" charset="0"/>
                                <a:ea typeface="ＭＳ Ｐゴシック" pitchFamily="34" charset="-128"/>
                              </a:rPr>
                              <m:t>𝑺</m:t>
                            </m:r>
                          </m:sub>
                        </m:sSub>
                      </m:den>
                    </m:f>
                  </m:oMath>
                </a14:m>
                <a:endPara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endParaRPr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CC98D51A-4505-59F2-258C-D7EFADC3F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2135076"/>
                <a:ext cx="8229600" cy="669542"/>
              </a:xfrm>
              <a:prstGeom prst="rect">
                <a:avLst/>
              </a:prstGeom>
              <a:blipFill>
                <a:blip r:embed="rId2"/>
                <a:stretch>
                  <a:fillRect l="-1387" b="-56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>
            <a:extLst>
              <a:ext uri="{FF2B5EF4-FFF2-40B4-BE49-F238E27FC236}">
                <a16:creationId xmlns:a16="http://schemas.microsoft.com/office/drawing/2014/main" id="{277B655C-F269-D521-24FB-790955216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84651"/>
            <a:ext cx="8229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Need 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dQ</a:t>
            </a:r>
            <a:r>
              <a:rPr lang="en-US" altLang="en-US" sz="2400" i="1" kern="0" baseline="-25000" dirty="0" err="1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/</a:t>
            </a:r>
            <a:r>
              <a:rPr lang="en-US" altLang="en-US" sz="24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:</a:t>
            </a:r>
          </a:p>
          <a:p>
            <a:pPr marL="914400" lvl="1" indent="-457200" eaLnBrk="1" hangingPunct="1">
              <a:spcBef>
                <a:spcPct val="25000"/>
              </a:spcBef>
              <a:spcAft>
                <a:spcPct val="25000"/>
              </a:spcAft>
              <a:buFont typeface="+mj-lt"/>
              <a:buAutoNum type="arabicPeriod"/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Look at the 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coefficient of P 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the supply curve (</a:t>
            </a:r>
            <a:r>
              <a:rPr lang="en-US" altLang="en-US" sz="24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9F73304-59F3-80B1-E934-C9F811D3B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6184036"/>
            <a:ext cx="822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ct val="25000"/>
              </a:spcBef>
              <a:spcAft>
                <a:spcPct val="250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Supply elasticity is </a:t>
            </a:r>
            <a:r>
              <a:rPr lang="en-US" altLang="en-US" sz="2400" b="1" kern="0" dirty="0" err="1">
                <a:latin typeface="Source Sans Pro" panose="020B0503030403020204" pitchFamily="34" charset="0"/>
                <a:ea typeface="ＭＳ Ｐゴシック" pitchFamily="34" charset="-128"/>
              </a:rPr>
              <a:t>ε</a:t>
            </a:r>
            <a:r>
              <a:rPr lang="en-US" altLang="en-US" sz="2400" b="1" kern="0" baseline="-25000" dirty="0" err="1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= 2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x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(50/80) = 1.25</a:t>
            </a:r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ABB535E1-6A04-80D0-A1DB-F3A09C738C8C}"/>
              </a:ext>
            </a:extLst>
          </p:cNvPr>
          <p:cNvSpPr/>
          <p:nvPr/>
        </p:nvSpPr>
        <p:spPr>
          <a:xfrm>
            <a:off x="12490315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E82348-8FE0-E5F2-640E-B37B130A858C}"/>
                  </a:ext>
                </a:extLst>
              </p14:cNvPr>
              <p14:cNvContentPartPr/>
              <p14:nvPr/>
            </p14:nvContentPartPr>
            <p14:xfrm>
              <a:off x="5292360" y="780480"/>
              <a:ext cx="3182760" cy="5997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E82348-8FE0-E5F2-640E-B37B130A85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76160" y="764280"/>
                <a:ext cx="3215160" cy="603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59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Evaluating supply elasticity</a:t>
            </a:r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C38BFA2-46B9-4E32-B789-8B4DC5A9D10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4" name="Left-Right Arrow 3">
            <a:extLst>
              <a:ext uri="{FF2B5EF4-FFF2-40B4-BE49-F238E27FC236}">
                <a16:creationId xmlns:a16="http://schemas.microsoft.com/office/drawing/2014/main" id="{51811EAE-1785-2144-E3D9-E1ED98305CF3}"/>
              </a:ext>
            </a:extLst>
          </p:cNvPr>
          <p:cNvSpPr/>
          <p:nvPr/>
        </p:nvSpPr>
        <p:spPr>
          <a:xfrm>
            <a:off x="2277973" y="1219200"/>
            <a:ext cx="7620000" cy="1143000"/>
          </a:xfrm>
          <a:prstGeom prst="leftRightArrow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8476C-D55A-D1AE-A07C-0EED26AF9609}"/>
              </a:ext>
            </a:extLst>
          </p:cNvPr>
          <p:cNvSpPr txBox="1"/>
          <p:nvPr/>
        </p:nvSpPr>
        <p:spPr>
          <a:xfrm>
            <a:off x="1752600" y="146753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Source Sans Pro" panose="020B0503030403020204" pitchFamily="34" charset="0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DFD264-0EE5-FCE0-D728-A431F52F334C}"/>
              </a:ext>
            </a:extLst>
          </p:cNvPr>
          <p:cNvSpPr txBox="1"/>
          <p:nvPr/>
        </p:nvSpPr>
        <p:spPr>
          <a:xfrm>
            <a:off x="9982200" y="1467536"/>
            <a:ext cx="545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Source Sans Pro" panose="020B0503030403020204" pitchFamily="34" charset="0"/>
              </a:rPr>
              <a:t>∞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3289F-F5EF-D2B2-BC32-97378CA09C69}"/>
              </a:ext>
            </a:extLst>
          </p:cNvPr>
          <p:cNvSpPr txBox="1"/>
          <p:nvPr/>
        </p:nvSpPr>
        <p:spPr>
          <a:xfrm>
            <a:off x="4982801" y="146753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8C8C8"/>
                </a:solidFill>
                <a:latin typeface="Source Sans Pro" panose="020B0503030403020204" pitchFamily="34" charset="0"/>
              </a:rPr>
              <a:t>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AD7B15-82E3-C8E8-A6C4-86629C6C2030}"/>
              </a:ext>
            </a:extLst>
          </p:cNvPr>
          <p:cNvGrpSpPr/>
          <p:nvPr/>
        </p:nvGrpSpPr>
        <p:grpSpPr>
          <a:xfrm rot="18031981">
            <a:off x="6181890" y="1511567"/>
            <a:ext cx="2133600" cy="533400"/>
            <a:chOff x="5257800" y="457200"/>
            <a:chExt cx="2133600" cy="5334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8DD1BFE-DAD3-0C20-BB2A-AAAA7ED9E133}"/>
                </a:ext>
              </a:extLst>
            </p:cNvPr>
            <p:cNvSpPr/>
            <p:nvPr/>
          </p:nvSpPr>
          <p:spPr>
            <a:xfrm>
              <a:off x="5524500" y="571500"/>
              <a:ext cx="16002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Equal 17">
              <a:extLst>
                <a:ext uri="{FF2B5EF4-FFF2-40B4-BE49-F238E27FC236}">
                  <a16:creationId xmlns:a16="http://schemas.microsoft.com/office/drawing/2014/main" id="{FBAF1DF4-036F-72E5-156E-C5DA9EECAA19}"/>
                </a:ext>
              </a:extLst>
            </p:cNvPr>
            <p:cNvSpPr/>
            <p:nvPr/>
          </p:nvSpPr>
          <p:spPr>
            <a:xfrm>
              <a:off x="5257800" y="457200"/>
              <a:ext cx="2133600" cy="533400"/>
            </a:xfrm>
            <a:prstGeom prst="mathEqual">
              <a:avLst>
                <a:gd name="adj1" fmla="val 13316"/>
                <a:gd name="adj2" fmla="val 28087"/>
              </a:avLst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CED673-BDC0-9987-040E-FBAD120E7C9B}"/>
              </a:ext>
            </a:extLst>
          </p:cNvPr>
          <p:cNvCxnSpPr/>
          <p:nvPr/>
        </p:nvCxnSpPr>
        <p:spPr>
          <a:xfrm>
            <a:off x="5203374" y="2286000"/>
            <a:ext cx="0" cy="388620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3">
            <a:extLst>
              <a:ext uri="{FF2B5EF4-FFF2-40B4-BE49-F238E27FC236}">
                <a16:creationId xmlns:a16="http://schemas.microsoft.com/office/drawing/2014/main" id="{59BDAD13-8BAC-0F82-447C-8E8B1ACBA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590800"/>
            <a:ext cx="4038600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/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High sensitivity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to price changes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1A046C9-6C9D-0EBD-A4AB-D56955C6E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077" y="6185357"/>
            <a:ext cx="19945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Unit 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B8B6D1F-50FA-E9C1-28F3-20F266ED2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287" y="2545327"/>
            <a:ext cx="3066913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ea typeface="ＭＳ Ｐゴシック" pitchFamily="34" charset="-128"/>
              </a:rPr>
              <a:t>Inelastic</a:t>
            </a:r>
            <a:endParaRPr lang="en-US" altLang="en-US" sz="2800" b="1" kern="0" dirty="0">
              <a:ea typeface="ＭＳ Ｐゴシック" pitchFamily="34" charset="-128"/>
            </a:endParaRPr>
          </a:p>
          <a:p>
            <a:pPr lvl="1" eaLnBrk="1" hangingPunct="1"/>
            <a:r>
              <a:rPr lang="en-US" altLang="en-US" sz="2800" b="1" kern="0" dirty="0">
                <a:ea typeface="ＭＳ Ｐゴシック" pitchFamily="34" charset="-128"/>
              </a:rPr>
              <a:t>Insensitivity </a:t>
            </a:r>
            <a:r>
              <a:rPr lang="en-US" altLang="en-US" sz="2800" kern="0" dirty="0">
                <a:ea typeface="ＭＳ Ｐゴシック" pitchFamily="34" charset="-128"/>
              </a:rPr>
              <a:t>to price changes</a:t>
            </a:r>
          </a:p>
        </p:txBody>
      </p:sp>
    </p:spTree>
    <p:extLst>
      <p:ext uri="{BB962C8B-B14F-4D97-AF65-F5344CB8AC3E}">
        <p14:creationId xmlns:p14="http://schemas.microsoft.com/office/powerpoint/2010/main" val="4965176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Impact of time on supply elasticity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7086C6D-3FBB-4869-A4AF-C417C862D19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946FF-CB74-2868-F3B1-C953A5179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84" y="1559741"/>
            <a:ext cx="10744200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b="1" kern="0" dirty="0">
                <a:ea typeface="ＭＳ Ｐゴシック" pitchFamily="34" charset="-128"/>
              </a:rPr>
              <a:t>Time </a:t>
            </a:r>
            <a:r>
              <a:rPr lang="en-US" altLang="en-US" kern="0" dirty="0">
                <a:ea typeface="ＭＳ Ｐゴシック" pitchFamily="34" charset="-128"/>
              </a:rPr>
              <a:t>is one of the most important factors influencing supply elasticity</a:t>
            </a:r>
          </a:p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When a firm has </a:t>
            </a:r>
            <a:r>
              <a:rPr lang="en-US" altLang="en-US" b="1" kern="0" dirty="0">
                <a:ea typeface="ＭＳ Ｐゴシック" pitchFamily="34" charset="-128"/>
              </a:rPr>
              <a:t>more options </a:t>
            </a:r>
            <a:r>
              <a:rPr lang="en-US" altLang="en-US" kern="0" dirty="0">
                <a:ea typeface="ＭＳ Ｐゴシック" pitchFamily="34" charset="-128"/>
              </a:rPr>
              <a:t>to address market changes, it can make </a:t>
            </a:r>
            <a:r>
              <a:rPr lang="en-US" altLang="en-US" b="1" kern="0" dirty="0">
                <a:ea typeface="ＭＳ Ｐゴシック" pitchFamily="34" charset="-128"/>
              </a:rPr>
              <a:t>greater adjustments </a:t>
            </a:r>
            <a:r>
              <a:rPr lang="en-US" altLang="en-US" kern="0" dirty="0">
                <a:ea typeface="ＭＳ Ｐゴシック" pitchFamily="34" charset="-128"/>
              </a:rPr>
              <a:t>to quantity to adapt to these changes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DCCCB4-CF53-32C9-4E58-6EC7FFF5140B}"/>
              </a:ext>
            </a:extLst>
          </p:cNvPr>
          <p:cNvGrpSpPr/>
          <p:nvPr/>
        </p:nvGrpSpPr>
        <p:grpSpPr>
          <a:xfrm>
            <a:off x="1431234" y="3339544"/>
            <a:ext cx="8865705" cy="2513150"/>
            <a:chOff x="381000" y="2839960"/>
            <a:chExt cx="4114800" cy="28136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8DFAC9-6A2A-0FC7-9D91-CDE54E737E51}"/>
                </a:ext>
              </a:extLst>
            </p:cNvPr>
            <p:cNvGrpSpPr/>
            <p:nvPr/>
          </p:nvGrpSpPr>
          <p:grpSpPr>
            <a:xfrm>
              <a:off x="381000" y="2839960"/>
              <a:ext cx="4114800" cy="2813667"/>
              <a:chOff x="3124200" y="3843865"/>
              <a:chExt cx="1371600" cy="2140834"/>
            </a:xfrm>
          </p:grpSpPr>
          <p:sp>
            <p:nvSpPr>
              <p:cNvPr id="21" name="Rounded Rectangle 5">
                <a:extLst>
                  <a:ext uri="{FF2B5EF4-FFF2-40B4-BE49-F238E27FC236}">
                    <a16:creationId xmlns:a16="http://schemas.microsoft.com/office/drawing/2014/main" id="{DA33EEC9-0AD9-60E3-EF19-75D5E9B166A3}"/>
                  </a:ext>
                </a:extLst>
              </p:cNvPr>
              <p:cNvSpPr/>
              <p:nvPr/>
            </p:nvSpPr>
            <p:spPr>
              <a:xfrm>
                <a:off x="3124200" y="4343400"/>
                <a:ext cx="1371600" cy="1083734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D8A134F-651A-F11F-DD78-97E935B99F9D}"/>
                  </a:ext>
                </a:extLst>
              </p:cNvPr>
              <p:cNvSpPr/>
              <p:nvPr/>
            </p:nvSpPr>
            <p:spPr>
              <a:xfrm>
                <a:off x="3124200" y="3843865"/>
                <a:ext cx="1371600" cy="1371600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6AC674D-44BD-7550-92A2-23EE570AC82E}"/>
                  </a:ext>
                </a:extLst>
              </p:cNvPr>
              <p:cNvSpPr/>
              <p:nvPr/>
            </p:nvSpPr>
            <p:spPr>
              <a:xfrm>
                <a:off x="3124200" y="4613099"/>
                <a:ext cx="1371600" cy="1371600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5734A5-7F7D-6D9F-898D-10A55F1EB682}"/>
                </a:ext>
              </a:extLst>
            </p:cNvPr>
            <p:cNvSpPr/>
            <p:nvPr/>
          </p:nvSpPr>
          <p:spPr>
            <a:xfrm>
              <a:off x="381000" y="3240638"/>
              <a:ext cx="4114800" cy="1929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400" dirty="0">
                  <a:latin typeface="Source Sans Pro" panose="020B0503030403020204" pitchFamily="34" charset="0"/>
                </a:rPr>
                <a:t>Demand for autos increases</a:t>
              </a:r>
            </a:p>
            <a:p>
              <a:pPr marL="342900" lvl="1" indent="-342900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Short-run</a:t>
              </a:r>
              <a:r>
                <a:rPr lang="en-US" alt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: More work shifts, more intense use of existing plants</a:t>
              </a:r>
            </a:p>
            <a:p>
              <a:pPr marL="342900" lvl="1" indent="-342900"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Long-run</a:t>
              </a:r>
              <a:r>
                <a:rPr lang="en-US" alt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: Hire more workers, build more plants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574D327-4B55-B656-DF35-E6ED1E3E9A61}"/>
                </a:ext>
              </a:extLst>
            </p:cNvPr>
            <p:cNvCxnSpPr/>
            <p:nvPr/>
          </p:nvCxnSpPr>
          <p:spPr>
            <a:xfrm>
              <a:off x="647700" y="3741543"/>
              <a:ext cx="35814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72012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Supply elasticity: Illustrations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2DA7E3A-3CBC-4372-AB77-8CE8CB3C5B0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11">
            <a:extLst>
              <a:ext uri="{FF2B5EF4-FFF2-40B4-BE49-F238E27FC236}">
                <a16:creationId xmlns:a16="http://schemas.microsoft.com/office/drawing/2014/main" id="{A52ACE70-A53B-2245-8792-888A9F79F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1905000"/>
            <a:ext cx="0" cy="3352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" name="Line 12">
            <a:extLst>
              <a:ext uri="{FF2B5EF4-FFF2-40B4-BE49-F238E27FC236}">
                <a16:creationId xmlns:a16="http://schemas.microsoft.com/office/drawing/2014/main" id="{AEBFDB84-BBB4-DB5D-3CA8-D8B142D431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257800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Text Box 14">
            <a:extLst>
              <a:ext uri="{FF2B5EF4-FFF2-40B4-BE49-F238E27FC236}">
                <a16:creationId xmlns:a16="http://schemas.microsoft.com/office/drawing/2014/main" id="{FBB3DFCC-D4D8-F665-1C62-B483E2F3A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502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5" name="Text Box 15">
            <a:extLst>
              <a:ext uri="{FF2B5EF4-FFF2-40B4-BE49-F238E27FC236}">
                <a16:creationId xmlns:a16="http://schemas.microsoft.com/office/drawing/2014/main" id="{42A21153-DEE8-0B35-BD6E-9A10939A6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75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E1A1DA7F-358F-E34F-9283-B95521DB5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828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S</a:t>
            </a:r>
            <a:r>
              <a:rPr lang="en-US" altLang="en-US" baseline="-25000" dirty="0">
                <a:latin typeface="Source Sans Pro" panose="020B0503030403020204" pitchFamily="34" charset="0"/>
              </a:rPr>
              <a:t>1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2AB498A7-EBF9-86B8-93F3-8CC63FC320AA}"/>
              </a:ext>
            </a:extLst>
          </p:cNvPr>
          <p:cNvSpPr>
            <a:spLocks/>
          </p:cNvSpPr>
          <p:nvPr/>
        </p:nvSpPr>
        <p:spPr bwMode="auto">
          <a:xfrm>
            <a:off x="2819400" y="2133600"/>
            <a:ext cx="3276600" cy="2514600"/>
          </a:xfrm>
          <a:custGeom>
            <a:avLst/>
            <a:gdLst>
              <a:gd name="T0" fmla="*/ 0 w 2064"/>
              <a:gd name="T1" fmla="*/ 2147483647 h 1584"/>
              <a:gd name="T2" fmla="*/ 2147483647 w 2064"/>
              <a:gd name="T3" fmla="*/ 2147483647 h 1584"/>
              <a:gd name="T4" fmla="*/ 2147483647 w 2064"/>
              <a:gd name="T5" fmla="*/ 2147483647 h 1584"/>
              <a:gd name="T6" fmla="*/ 2147483647 w 2064"/>
              <a:gd name="T7" fmla="*/ 0 h 1584"/>
              <a:gd name="T8" fmla="*/ 0 60000 65536"/>
              <a:gd name="T9" fmla="*/ 0 60000 65536"/>
              <a:gd name="T10" fmla="*/ 0 60000 65536"/>
              <a:gd name="T11" fmla="*/ 0 60000 65536"/>
              <a:gd name="T12" fmla="*/ 0 w 2064"/>
              <a:gd name="T13" fmla="*/ 0 h 1584"/>
              <a:gd name="T14" fmla="*/ 2064 w 2064"/>
              <a:gd name="T15" fmla="*/ 1584 h 15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64" h="1584">
                <a:moveTo>
                  <a:pt x="0" y="1584"/>
                </a:moveTo>
                <a:cubicBezTo>
                  <a:pt x="384" y="1456"/>
                  <a:pt x="768" y="1328"/>
                  <a:pt x="1056" y="1152"/>
                </a:cubicBezTo>
                <a:cubicBezTo>
                  <a:pt x="1344" y="976"/>
                  <a:pt x="1560" y="720"/>
                  <a:pt x="1728" y="528"/>
                </a:cubicBezTo>
                <a:cubicBezTo>
                  <a:pt x="1896" y="336"/>
                  <a:pt x="1980" y="168"/>
                  <a:pt x="2064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8" name="Freeform 20">
            <a:extLst>
              <a:ext uri="{FF2B5EF4-FFF2-40B4-BE49-F238E27FC236}">
                <a16:creationId xmlns:a16="http://schemas.microsoft.com/office/drawing/2014/main" id="{FDC74398-218A-D24F-B411-E01908B6848E}"/>
              </a:ext>
            </a:extLst>
          </p:cNvPr>
          <p:cNvSpPr>
            <a:spLocks/>
          </p:cNvSpPr>
          <p:nvPr/>
        </p:nvSpPr>
        <p:spPr bwMode="auto">
          <a:xfrm>
            <a:off x="2895600" y="2971800"/>
            <a:ext cx="3810000" cy="1016000"/>
          </a:xfrm>
          <a:custGeom>
            <a:avLst/>
            <a:gdLst>
              <a:gd name="T0" fmla="*/ 0 w 2400"/>
              <a:gd name="T1" fmla="*/ 2147483647 h 640"/>
              <a:gd name="T2" fmla="*/ 2147483647 w 2400"/>
              <a:gd name="T3" fmla="*/ 2147483647 h 640"/>
              <a:gd name="T4" fmla="*/ 2147483647 w 2400"/>
              <a:gd name="T5" fmla="*/ 2147483647 h 640"/>
              <a:gd name="T6" fmla="*/ 2147483647 w 2400"/>
              <a:gd name="T7" fmla="*/ 0 h 640"/>
              <a:gd name="T8" fmla="*/ 0 60000 65536"/>
              <a:gd name="T9" fmla="*/ 0 60000 65536"/>
              <a:gd name="T10" fmla="*/ 0 60000 65536"/>
              <a:gd name="T11" fmla="*/ 0 60000 65536"/>
              <a:gd name="T12" fmla="*/ 0 w 2400"/>
              <a:gd name="T13" fmla="*/ 0 h 640"/>
              <a:gd name="T14" fmla="*/ 2400 w 2400"/>
              <a:gd name="T15" fmla="*/ 640 h 6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0" h="640">
                <a:moveTo>
                  <a:pt x="0" y="624"/>
                </a:moveTo>
                <a:cubicBezTo>
                  <a:pt x="292" y="632"/>
                  <a:pt x="584" y="640"/>
                  <a:pt x="912" y="576"/>
                </a:cubicBezTo>
                <a:cubicBezTo>
                  <a:pt x="1240" y="512"/>
                  <a:pt x="1720" y="336"/>
                  <a:pt x="1968" y="240"/>
                </a:cubicBezTo>
                <a:cubicBezTo>
                  <a:pt x="2216" y="144"/>
                  <a:pt x="2308" y="72"/>
                  <a:pt x="240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9" name="Text Box 21">
            <a:extLst>
              <a:ext uri="{FF2B5EF4-FFF2-40B4-BE49-F238E27FC236}">
                <a16:creationId xmlns:a16="http://schemas.microsoft.com/office/drawing/2014/main" id="{9A426B5B-7A33-27DA-EAC4-F020C88F1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590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S</a:t>
            </a:r>
            <a:r>
              <a:rPr lang="en-US" altLang="en-US" baseline="-25000" dirty="0">
                <a:latin typeface="Source Sans Pro" panose="020B0503030403020204" pitchFamily="34" charset="0"/>
              </a:rPr>
              <a:t>2</a:t>
            </a:r>
            <a:endParaRPr lang="en-US" altLang="en-US" dirty="0">
              <a:latin typeface="Source Sans Pro" panose="020B0503030403020204" pitchFamily="34" charset="0"/>
            </a:endParaRPr>
          </a:p>
        </p:txBody>
      </p:sp>
      <p:sp>
        <p:nvSpPr>
          <p:cNvPr id="10" name="Oval 22">
            <a:extLst>
              <a:ext uri="{FF2B5EF4-FFF2-40B4-BE49-F238E27FC236}">
                <a16:creationId xmlns:a16="http://schemas.microsoft.com/office/drawing/2014/main" id="{4D9C85AA-A213-B28E-A261-7B50D5519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27450"/>
            <a:ext cx="95250" cy="95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1800" dirty="0">
              <a:latin typeface="Source Sans Pro" panose="020B0503030403020204" pitchFamily="34" charset="0"/>
            </a:endParaRPr>
          </a:p>
        </p:txBody>
      </p:sp>
      <p:sp>
        <p:nvSpPr>
          <p:cNvPr id="11" name="Text Box 23">
            <a:extLst>
              <a:ext uri="{FF2B5EF4-FFF2-40B4-BE49-F238E27FC236}">
                <a16:creationId xmlns:a16="http://schemas.microsoft.com/office/drawing/2014/main" id="{35099FD7-2BBA-59BD-EDDD-8598E32FC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2538" y="1859280"/>
            <a:ext cx="27393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Which supply curve is </a:t>
            </a:r>
            <a:r>
              <a:rPr lang="en-US" altLang="en-US" b="1" dirty="0">
                <a:latin typeface="Source Sans Pro" panose="020B0503030403020204" pitchFamily="34" charset="0"/>
              </a:rPr>
              <a:t>more elastic </a:t>
            </a:r>
            <a:r>
              <a:rPr lang="en-US" altLang="en-US" dirty="0">
                <a:latin typeface="Source Sans Pro" panose="020B0503030403020204" pitchFamily="34" charset="0"/>
              </a:rPr>
              <a:t>at the intersection?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AA04A35-DCD8-CC6C-643D-A7A12CD7A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64" y="3561080"/>
            <a:ext cx="274359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What does </a:t>
            </a:r>
            <a:r>
              <a:rPr lang="en-US" altLang="en-US" b="1" kern="0" dirty="0">
                <a:ea typeface="ＭＳ Ｐゴシック" pitchFamily="34" charset="-128"/>
              </a:rPr>
              <a:t>perfectly inelastic </a:t>
            </a:r>
            <a:r>
              <a:rPr lang="en-US" altLang="en-US" kern="0" dirty="0">
                <a:ea typeface="ＭＳ Ｐゴシック" pitchFamily="34" charset="-128"/>
              </a:rPr>
              <a:t>supply look like?</a:t>
            </a:r>
          </a:p>
        </p:txBody>
      </p: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2768DC6E-859A-E977-C38F-316D1512F7B2}"/>
              </a:ext>
            </a:extLst>
          </p:cNvPr>
          <p:cNvSpPr/>
          <p:nvPr/>
        </p:nvSpPr>
        <p:spPr>
          <a:xfrm>
            <a:off x="12689731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F963B4C-0346-EC06-2559-B49641FD5B02}"/>
                  </a:ext>
                </a:extLst>
              </p14:cNvPr>
              <p14:cNvContentPartPr/>
              <p14:nvPr/>
            </p14:nvContentPartPr>
            <p14:xfrm>
              <a:off x="4720680" y="966600"/>
              <a:ext cx="1375560" cy="2801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F963B4C-0346-EC06-2559-B49641FD5B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4480" y="945000"/>
                <a:ext cx="1407960" cy="283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0626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47</a:t>
            </a:fld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Microeconomics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883914"/>
            <a:ext cx="4819686" cy="523220"/>
          </a:xfrm>
          <a:prstGeom prst="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Competitive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3202686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Supply</a:t>
            </a:r>
          </a:p>
        </p:txBody>
      </p:sp>
    </p:spTree>
    <p:extLst>
      <p:ext uri="{BB962C8B-B14F-4D97-AF65-F5344CB8AC3E}">
        <p14:creationId xmlns:p14="http://schemas.microsoft.com/office/powerpoint/2010/main" val="3693324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Competitive markets: Assumptions</a:t>
            </a:r>
            <a:r>
              <a:rPr lang="en-US" altLang="en-US" dirty="0">
                <a:ea typeface="ＭＳ Ｐゴシック" pitchFamily="34" charset="-128"/>
              </a:rPr>
              <a:t> </a:t>
            </a: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77CBE86-160C-4511-88AF-695E334B86C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9A65E2-3F8D-6FD4-7831-D2FD93505A39}"/>
              </a:ext>
            </a:extLst>
          </p:cNvPr>
          <p:cNvGrpSpPr/>
          <p:nvPr/>
        </p:nvGrpSpPr>
        <p:grpSpPr>
          <a:xfrm>
            <a:off x="597357" y="1619785"/>
            <a:ext cx="8356985" cy="1092607"/>
            <a:chOff x="457201" y="1502220"/>
            <a:chExt cx="8356985" cy="1092607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48C0BD9-35D3-07AC-7B2B-3E978ADF58F5}"/>
                </a:ext>
              </a:extLst>
            </p:cNvPr>
            <p:cNvSpPr/>
            <p:nvPr/>
          </p:nvSpPr>
          <p:spPr>
            <a:xfrm>
              <a:off x="457201" y="1502220"/>
              <a:ext cx="1647022" cy="92528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0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Many consumers and firms </a:t>
              </a:r>
              <a:endParaRPr lang="en-US" sz="20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B6630FE1-DB3A-DFD3-F18F-7A5DAE016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408" y="1502220"/>
              <a:ext cx="6588778" cy="1092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On both sides of the market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“Price takers”</a:t>
              </a: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: No one has the power to 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unilaterally set </a:t>
              </a: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prices</a:t>
              </a:r>
              <a:endParaRPr lang="en-US" altLang="ja-JP" sz="20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6E79F1-86B5-95B3-289E-46E2F1F57C87}"/>
              </a:ext>
            </a:extLst>
          </p:cNvPr>
          <p:cNvGrpSpPr/>
          <p:nvPr/>
        </p:nvGrpSpPr>
        <p:grpSpPr>
          <a:xfrm>
            <a:off x="597357" y="2874550"/>
            <a:ext cx="8356985" cy="925286"/>
            <a:chOff x="457201" y="2786734"/>
            <a:chExt cx="8356985" cy="925286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38F879A2-4330-C8FA-AD64-E45D5BD5416C}"/>
                </a:ext>
              </a:extLst>
            </p:cNvPr>
            <p:cNvSpPr/>
            <p:nvPr/>
          </p:nvSpPr>
          <p:spPr>
            <a:xfrm>
              <a:off x="457201" y="2786734"/>
              <a:ext cx="1647022" cy="92528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0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Common knowledge</a:t>
              </a:r>
              <a:endParaRPr lang="en-US" sz="20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E735E6D9-8290-6B2B-4273-690032EB0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408" y="2786734"/>
              <a:ext cx="6588778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The market has a 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free flow of information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 standardized (or 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homogenous</a:t>
              </a: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)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</a:t>
              </a: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product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A7EBDF-2FFB-936A-D038-008B9772207C}"/>
              </a:ext>
            </a:extLst>
          </p:cNvPr>
          <p:cNvGrpSpPr/>
          <p:nvPr/>
        </p:nvGrpSpPr>
        <p:grpSpPr>
          <a:xfrm>
            <a:off x="597357" y="3961993"/>
            <a:ext cx="8356985" cy="925286"/>
            <a:chOff x="457201" y="3962391"/>
            <a:chExt cx="8356985" cy="925286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976EDB9-FAD6-8658-78D7-A82752FC3AE8}"/>
                </a:ext>
              </a:extLst>
            </p:cNvPr>
            <p:cNvSpPr/>
            <p:nvPr/>
          </p:nvSpPr>
          <p:spPr>
            <a:xfrm>
              <a:off x="457201" y="3962391"/>
              <a:ext cx="1647022" cy="92528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0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No collusion</a:t>
              </a:r>
              <a:endParaRPr lang="en-US" sz="20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4E394749-618F-DFEB-B896-DE4E40A16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408" y="3962391"/>
              <a:ext cx="6588778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12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Firms cannot explicitly cooperate to affect prices and quantities in the market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3AE50B-D84D-CA51-3B9F-0737C506D9C1}"/>
              </a:ext>
            </a:extLst>
          </p:cNvPr>
          <p:cNvGrpSpPr/>
          <p:nvPr/>
        </p:nvGrpSpPr>
        <p:grpSpPr>
          <a:xfrm>
            <a:off x="597357" y="5049438"/>
            <a:ext cx="8356985" cy="1477328"/>
            <a:chOff x="457201" y="4931874"/>
            <a:chExt cx="8356985" cy="1477328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DF1B82F-5258-BFCF-136C-071D69A7A9F9}"/>
                </a:ext>
              </a:extLst>
            </p:cNvPr>
            <p:cNvSpPr/>
            <p:nvPr/>
          </p:nvSpPr>
          <p:spPr>
            <a:xfrm>
              <a:off x="457201" y="4931874"/>
              <a:ext cx="1647022" cy="925286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000" b="1" dirty="0">
                  <a:solidFill>
                    <a:srgbClr val="C8C8C8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Free entry and exit</a:t>
              </a:r>
              <a:endParaRPr lang="en-US" sz="2000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808A3C35-0B24-8290-0A23-3D515C4D0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407" y="4931874"/>
              <a:ext cx="6588779" cy="1477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Firms enter and leave the market as they find it 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profitable</a:t>
              </a: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(or necessary) to do so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Lack of 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technical/legal barriers </a:t>
              </a: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for firms and consumers</a:t>
              </a:r>
            </a:p>
            <a:p>
              <a:pPr eaLnBrk="1" hangingPunct="1">
                <a:spcBef>
                  <a:spcPts val="0"/>
                </a:spcBef>
                <a:spcAft>
                  <a:spcPts val="600"/>
                </a:spcAft>
              </a:pPr>
              <a:r>
                <a:rPr lang="en-US" altLang="en-US" sz="20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Free markets in </a:t>
              </a:r>
              <a:r>
                <a:rPr lang="en-US" altLang="en-US" sz="20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necessary inputs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9D344CB-4ADD-4863-1D5C-0CFB32EE662D}"/>
              </a:ext>
            </a:extLst>
          </p:cNvPr>
          <p:cNvGrpSpPr/>
          <p:nvPr/>
        </p:nvGrpSpPr>
        <p:grpSpPr>
          <a:xfrm>
            <a:off x="9081730" y="2111507"/>
            <a:ext cx="2524099" cy="3335212"/>
            <a:chOff x="7107581" y="1531345"/>
            <a:chExt cx="1893200" cy="4348635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21807B1-2D8C-EF0A-1B4B-FE39CC86996F}"/>
                </a:ext>
              </a:extLst>
            </p:cNvPr>
            <p:cNvSpPr/>
            <p:nvPr/>
          </p:nvSpPr>
          <p:spPr>
            <a:xfrm>
              <a:off x="7107581" y="2261716"/>
              <a:ext cx="1893200" cy="2921485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7F9167C-0734-5A2D-220D-3319C61EF25C}"/>
                </a:ext>
              </a:extLst>
            </p:cNvPr>
            <p:cNvSpPr/>
            <p:nvPr/>
          </p:nvSpPr>
          <p:spPr>
            <a:xfrm>
              <a:off x="7107581" y="1531345"/>
              <a:ext cx="1893200" cy="2191114"/>
            </a:xfrm>
            <a:prstGeom prst="ellipse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FFC5C4F-2376-F805-92E0-845182BC627A}"/>
                </a:ext>
              </a:extLst>
            </p:cNvPr>
            <p:cNvSpPr/>
            <p:nvPr/>
          </p:nvSpPr>
          <p:spPr>
            <a:xfrm>
              <a:off x="7107581" y="3688866"/>
              <a:ext cx="1893200" cy="2191114"/>
            </a:xfrm>
            <a:prstGeom prst="ellipse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153B0891-7A51-361D-F1DE-11949948A938}"/>
              </a:ext>
            </a:extLst>
          </p:cNvPr>
          <p:cNvSpPr/>
          <p:nvPr/>
        </p:nvSpPr>
        <p:spPr>
          <a:xfrm>
            <a:off x="9209117" y="2561475"/>
            <a:ext cx="226932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5000"/>
              </a:spcBef>
              <a:spcAft>
                <a:spcPct val="25000"/>
              </a:spcAft>
            </a:pPr>
            <a:r>
              <a:rPr lang="en-US" altLang="en-US" sz="2000" kern="0" dirty="0">
                <a:latin typeface="Source Sans Pro" panose="020B0503030403020204" pitchFamily="34" charset="0"/>
              </a:rPr>
              <a:t>Assumptions are  </a:t>
            </a:r>
            <a:r>
              <a:rPr lang="en-US" altLang="en-US" sz="2000" b="1" kern="0" dirty="0">
                <a:latin typeface="Source Sans Pro" panose="020B0503030403020204" pitchFamily="34" charset="0"/>
              </a:rPr>
              <a:t>reinforcing</a:t>
            </a:r>
          </a:p>
          <a:p>
            <a:pPr algn="ctr">
              <a:spcBef>
                <a:spcPct val="25000"/>
              </a:spcBef>
              <a:spcAft>
                <a:spcPct val="25000"/>
              </a:spcAft>
            </a:pPr>
            <a:r>
              <a:rPr lang="en-US" altLang="en-US" sz="2000" kern="0" dirty="0">
                <a:latin typeface="Source Sans Pro" panose="020B0503030403020204" pitchFamily="34" charset="0"/>
              </a:rPr>
              <a:t>E.g., if firms </a:t>
            </a:r>
            <a:r>
              <a:rPr lang="en-US" altLang="en-US" sz="2000" b="1" kern="0" dirty="0">
                <a:latin typeface="Source Sans Pro" panose="020B0503030403020204" pitchFamily="34" charset="0"/>
              </a:rPr>
              <a:t>collude </a:t>
            </a:r>
            <a:r>
              <a:rPr lang="en-US" altLang="en-US" sz="2000" kern="0" dirty="0">
                <a:latin typeface="Source Sans Pro" panose="020B0503030403020204" pitchFamily="34" charset="0"/>
              </a:rPr>
              <a:t>or sell </a:t>
            </a:r>
            <a:r>
              <a:rPr lang="en-US" altLang="en-US" sz="2000" b="1" kern="0" dirty="0">
                <a:latin typeface="Source Sans Pro" panose="020B0503030403020204" pitchFamily="34" charset="0"/>
              </a:rPr>
              <a:t>different products</a:t>
            </a:r>
            <a:r>
              <a:rPr lang="en-US" altLang="en-US" sz="2000" kern="0" dirty="0">
                <a:latin typeface="Source Sans Pro" panose="020B0503030403020204" pitchFamily="34" charset="0"/>
              </a:rPr>
              <a:t>, wouldn’t be price takers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47D96828-43F7-8B0E-472B-F9D3C3280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57" y="1079808"/>
            <a:ext cx="822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Aft>
                <a:spcPts val="1200"/>
              </a:spcAft>
              <a:buFontTx/>
              <a:buNone/>
            </a:pPr>
            <a:r>
              <a:rPr lang="en-US" altLang="en-US" sz="2000" kern="0" dirty="0">
                <a:ea typeface="ＭＳ Ｐゴシック" pitchFamily="34" charset="-128"/>
              </a:rPr>
              <a:t>Four assumptions/conditions for a (perfectly) competitive market</a:t>
            </a:r>
          </a:p>
        </p:txBody>
      </p:sp>
    </p:spTree>
    <p:extLst>
      <p:ext uri="{BB962C8B-B14F-4D97-AF65-F5344CB8AC3E}">
        <p14:creationId xmlns:p14="http://schemas.microsoft.com/office/powerpoint/2010/main" val="2216968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Competitive markets: Evaluating the assumptions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5787104-1A1C-4F5E-93AF-774E211AD3D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49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A915138-37E7-5EB0-3EF7-278126C94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704" y="1382486"/>
            <a:ext cx="10204704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Assumptions are </a:t>
            </a:r>
            <a:r>
              <a:rPr lang="en-US" altLang="en-US" sz="2800" b="1" kern="0">
                <a:ea typeface="ＭＳ Ｐゴシック" pitchFamily="34" charset="-128"/>
              </a:rPr>
              <a:t>very strong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Hard-pressed to find many markets with all these properties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Common examples of markets </a:t>
            </a:r>
            <a:r>
              <a:rPr lang="en-US" altLang="en-US" sz="2800" b="1" kern="0">
                <a:ea typeface="ＭＳ Ｐゴシック" pitchFamily="34" charset="-128"/>
              </a:rPr>
              <a:t>very close </a:t>
            </a:r>
            <a:r>
              <a:rPr lang="en-US" altLang="en-US" sz="2800" kern="0">
                <a:ea typeface="ＭＳ Ｐゴシック" pitchFamily="34" charset="-128"/>
              </a:rPr>
              <a:t>to ideal:</a:t>
            </a:r>
          </a:p>
          <a:p>
            <a:pPr lvl="1" eaLnBrk="1" hangingPunct="1"/>
            <a:r>
              <a:rPr lang="en-US" altLang="en-US" sz="2800" kern="0"/>
              <a:t>Agricultural markets</a:t>
            </a:r>
          </a:p>
          <a:p>
            <a:pPr lvl="1" eaLnBrk="1" hangingPunct="1"/>
            <a:r>
              <a:rPr lang="en-US" altLang="en-US" sz="2800" kern="0"/>
              <a:t>Some financial markets</a:t>
            </a:r>
          </a:p>
          <a:p>
            <a:pPr lvl="1" eaLnBrk="1" hangingPunct="1"/>
            <a:r>
              <a:rPr lang="en-US" altLang="en-US" sz="2800" kern="0"/>
              <a:t>Some labor markets</a:t>
            </a:r>
            <a:endParaRPr lang="en-US" alt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31365155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Competitive markets: Evaluating the assumptions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4A01881-CD77-4F66-9766-86E690EC9EA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62C68E-93F1-5EA0-AEBE-BE34CB71E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21" y="5936159"/>
            <a:ext cx="108539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ct val="250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Competitive markets an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excellent place to start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to understand markets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9049DB-9FF9-755F-4EDE-7629C176F409}"/>
              </a:ext>
            </a:extLst>
          </p:cNvPr>
          <p:cNvGrpSpPr/>
          <p:nvPr/>
        </p:nvGrpSpPr>
        <p:grpSpPr>
          <a:xfrm>
            <a:off x="1861454" y="2441839"/>
            <a:ext cx="4114800" cy="3763607"/>
            <a:chOff x="337454" y="2441840"/>
            <a:chExt cx="4114800" cy="310289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3DA7422-2129-26B2-A383-FDD40CA60296}"/>
                </a:ext>
              </a:extLst>
            </p:cNvPr>
            <p:cNvGrpSpPr/>
            <p:nvPr/>
          </p:nvGrpSpPr>
          <p:grpSpPr>
            <a:xfrm>
              <a:off x="337454" y="2441840"/>
              <a:ext cx="4114800" cy="2805074"/>
              <a:chOff x="7107581" y="1531345"/>
              <a:chExt cx="1893200" cy="4348635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94314E91-90D3-A8EE-00F1-F52661889F56}"/>
                  </a:ext>
                </a:extLst>
              </p:cNvPr>
              <p:cNvSpPr/>
              <p:nvPr/>
            </p:nvSpPr>
            <p:spPr>
              <a:xfrm>
                <a:off x="7107581" y="2261716"/>
                <a:ext cx="1893200" cy="2921485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832656B-593B-A05D-6CB2-A17E27283FA9}"/>
                  </a:ext>
                </a:extLst>
              </p:cNvPr>
              <p:cNvSpPr/>
              <p:nvPr/>
            </p:nvSpPr>
            <p:spPr>
              <a:xfrm>
                <a:off x="7107581" y="1531345"/>
                <a:ext cx="1893200" cy="219111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A0A7568-8437-59D4-453A-11137D0303F0}"/>
                  </a:ext>
                </a:extLst>
              </p:cNvPr>
              <p:cNvSpPr/>
              <p:nvPr/>
            </p:nvSpPr>
            <p:spPr>
              <a:xfrm>
                <a:off x="7107581" y="3688866"/>
                <a:ext cx="1893200" cy="219111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8" name="Rectangle 3">
              <a:extLst>
                <a:ext uri="{FF2B5EF4-FFF2-40B4-BE49-F238E27FC236}">
                  <a16:creationId xmlns:a16="http://schemas.microsoft.com/office/drawing/2014/main" id="{4A28DF5B-9DCA-9F0D-D10E-A0D69BA1A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425" y="2682414"/>
              <a:ext cx="4026858" cy="2862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Helpful</a:t>
              </a:r>
            </a:p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will happen to the auto market following increase in demand for </a:t>
              </a:r>
              <a:r>
                <a:rPr lang="en-US" altLang="en-US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hybrid vehicles</a:t>
              </a: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?</a:t>
              </a:r>
            </a:p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is effect of improvements to hybrid production process?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74400B3-1665-3CEA-2C96-DB7AC374FBD8}"/>
              </a:ext>
            </a:extLst>
          </p:cNvPr>
          <p:cNvGrpSpPr/>
          <p:nvPr/>
        </p:nvGrpSpPr>
        <p:grpSpPr>
          <a:xfrm>
            <a:off x="6290235" y="2441839"/>
            <a:ext cx="4114800" cy="3402369"/>
            <a:chOff x="4766235" y="2441840"/>
            <a:chExt cx="4114800" cy="280507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9B830F1-59EC-730F-B0FB-493EF684E8D3}"/>
                </a:ext>
              </a:extLst>
            </p:cNvPr>
            <p:cNvGrpSpPr/>
            <p:nvPr/>
          </p:nvGrpSpPr>
          <p:grpSpPr>
            <a:xfrm>
              <a:off x="4766235" y="2441840"/>
              <a:ext cx="4114800" cy="2805074"/>
              <a:chOff x="7107581" y="1531345"/>
              <a:chExt cx="1893200" cy="4348635"/>
            </a:xfrm>
          </p:grpSpPr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F02E204F-3171-D94D-2AAD-B53413FC7457}"/>
                  </a:ext>
                </a:extLst>
              </p:cNvPr>
              <p:cNvSpPr/>
              <p:nvPr/>
            </p:nvSpPr>
            <p:spPr>
              <a:xfrm>
                <a:off x="7107581" y="2261716"/>
                <a:ext cx="1893200" cy="2921485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701D038-27F6-55CE-736F-9EB3675B3CE5}"/>
                  </a:ext>
                </a:extLst>
              </p:cNvPr>
              <p:cNvSpPr/>
              <p:nvPr/>
            </p:nvSpPr>
            <p:spPr>
              <a:xfrm>
                <a:off x="7107581" y="1531345"/>
                <a:ext cx="1893200" cy="219111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B07DDF2-B661-DCEE-8344-E163AEC971E9}"/>
                  </a:ext>
                </a:extLst>
              </p:cNvPr>
              <p:cNvSpPr/>
              <p:nvPr/>
            </p:nvSpPr>
            <p:spPr>
              <a:xfrm>
                <a:off x="7107581" y="3688866"/>
                <a:ext cx="1893200" cy="219111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753DBEF3-F916-782B-4E05-955D9AFEB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0206" y="2682414"/>
              <a:ext cx="4026858" cy="1661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Not so helpful</a:t>
              </a:r>
            </a:p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happens to market for Ford F-150s if the vehicle failed a safety test?</a:t>
              </a:r>
            </a:p>
          </p:txBody>
        </p:sp>
      </p:grpSp>
      <p:sp>
        <p:nvSpPr>
          <p:cNvPr id="28" name="Rectangle 3">
            <a:extLst>
              <a:ext uri="{FF2B5EF4-FFF2-40B4-BE49-F238E27FC236}">
                <a16:creationId xmlns:a16="http://schemas.microsoft.com/office/drawing/2014/main" id="{57E1A724-38CC-419E-DFFF-B57E7758A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21" y="1114173"/>
            <a:ext cx="1142006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ct val="25000"/>
              </a:spcAft>
            </a:pPr>
            <a:r>
              <a:rPr lang="en-US" altLang="en-US" b="1" kern="0" dirty="0">
                <a:ea typeface="ＭＳ Ｐゴシック" pitchFamily="34" charset="-128"/>
              </a:rPr>
              <a:t>Intuition </a:t>
            </a:r>
            <a:r>
              <a:rPr lang="en-US" altLang="en-US" kern="0" dirty="0">
                <a:ea typeface="ＭＳ Ｐゴシック" pitchFamily="34" charset="-128"/>
              </a:rPr>
              <a:t>from competitive markets is very useful even when some assumptions do not hold</a:t>
            </a:r>
          </a:p>
          <a:p>
            <a:pPr lvl="1" eaLnBrk="1" hangingPunct="1">
              <a:spcAft>
                <a:spcPct val="25000"/>
              </a:spcAft>
            </a:pPr>
            <a:r>
              <a:rPr lang="en-US" altLang="en-US" kern="0" dirty="0">
                <a:ea typeface="ＭＳ Ｐゴシック" pitchFamily="34" charset="-128"/>
              </a:rPr>
              <a:t>Depends on the </a:t>
            </a:r>
            <a:r>
              <a:rPr lang="en-US" altLang="en-US" b="1" kern="0" dirty="0">
                <a:ea typeface="ＭＳ Ｐゴシック" pitchFamily="34" charset="-128"/>
              </a:rPr>
              <a:t>level of analysis </a:t>
            </a:r>
            <a:r>
              <a:rPr lang="en-US" altLang="en-US" kern="0" dirty="0">
                <a:ea typeface="ＭＳ Ｐゴシック" pitchFamily="34" charset="-128"/>
              </a:rPr>
              <a:t>and what trying to achieve</a:t>
            </a:r>
          </a:p>
        </p:txBody>
      </p:sp>
    </p:spTree>
    <p:extLst>
      <p:ext uri="{BB962C8B-B14F-4D97-AF65-F5344CB8AC3E}">
        <p14:creationId xmlns:p14="http://schemas.microsoft.com/office/powerpoint/2010/main" val="1773470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Market equilibrium</a:t>
            </a:r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562C6AD-8EFB-4BD0-9226-0B74849B5D2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02EF988-C9A9-A998-69EB-BA442A0820AA}"/>
              </a:ext>
            </a:extLst>
          </p:cNvPr>
          <p:cNvGrpSpPr/>
          <p:nvPr/>
        </p:nvGrpSpPr>
        <p:grpSpPr>
          <a:xfrm>
            <a:off x="875969" y="2840668"/>
            <a:ext cx="10305553" cy="1463040"/>
            <a:chOff x="365759" y="3265705"/>
            <a:chExt cx="10305553" cy="146304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6B8594C6-EF15-72C5-39FD-19BFFCE40AC6}"/>
                </a:ext>
              </a:extLst>
            </p:cNvPr>
            <p:cNvSpPr/>
            <p:nvPr/>
          </p:nvSpPr>
          <p:spPr>
            <a:xfrm>
              <a:off x="1752600" y="3357145"/>
              <a:ext cx="8918712" cy="128016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0557E86-AF27-1ACC-9A8C-34BBF9A64C2F}"/>
                </a:ext>
              </a:extLst>
            </p:cNvPr>
            <p:cNvSpPr/>
            <p:nvPr/>
          </p:nvSpPr>
          <p:spPr>
            <a:xfrm>
              <a:off x="365759" y="3265705"/>
              <a:ext cx="2039983" cy="14630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374FAC3-5C34-A985-255D-437682128073}"/>
                </a:ext>
              </a:extLst>
            </p:cNvPr>
            <p:cNvSpPr/>
            <p:nvPr/>
          </p:nvSpPr>
          <p:spPr>
            <a:xfrm>
              <a:off x="365759" y="3357145"/>
              <a:ext cx="1927425" cy="128016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Optimization</a:t>
              </a:r>
              <a:endParaRPr lang="en-US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DD5FE6D1-E751-76B9-811D-6DEC06208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829" y="3766392"/>
              <a:ext cx="80293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Demand and supply curves describe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optimizing behavior</a:t>
              </a:r>
              <a:endPara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A249CD-8CF9-EBD0-5ED9-2BAECB40D480}"/>
              </a:ext>
            </a:extLst>
          </p:cNvPr>
          <p:cNvGrpSpPr/>
          <p:nvPr/>
        </p:nvGrpSpPr>
        <p:grpSpPr>
          <a:xfrm>
            <a:off x="875969" y="4343623"/>
            <a:ext cx="10305553" cy="1463040"/>
            <a:chOff x="365759" y="4783175"/>
            <a:chExt cx="10305553" cy="146304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8F539256-D8CD-CB62-1B6A-B7742E4A70A9}"/>
                </a:ext>
              </a:extLst>
            </p:cNvPr>
            <p:cNvSpPr/>
            <p:nvPr/>
          </p:nvSpPr>
          <p:spPr>
            <a:xfrm>
              <a:off x="1752600" y="4874615"/>
              <a:ext cx="8918712" cy="1280160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BCC2334D-3B14-39B0-6B1A-0873DDDD006E}"/>
                </a:ext>
              </a:extLst>
            </p:cNvPr>
            <p:cNvSpPr/>
            <p:nvPr/>
          </p:nvSpPr>
          <p:spPr>
            <a:xfrm>
              <a:off x="365759" y="4783175"/>
              <a:ext cx="2039983" cy="14630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DDD1B28-0509-3D10-1B00-8AF1A1319802}"/>
                </a:ext>
              </a:extLst>
            </p:cNvPr>
            <p:cNvSpPr/>
            <p:nvPr/>
          </p:nvSpPr>
          <p:spPr>
            <a:xfrm>
              <a:off x="365759" y="4874615"/>
              <a:ext cx="1927425" cy="1280160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Equilibrium</a:t>
              </a:r>
            </a:p>
          </p:txBody>
        </p:sp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C5366D84-DCDA-FE7F-563C-AF33E154A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2829" y="5282933"/>
              <a:ext cx="80293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How demand and supply together yield prices and quantities</a:t>
              </a:r>
            </a:p>
          </p:txBody>
        </p:sp>
      </p:grpSp>
      <p:sp>
        <p:nvSpPr>
          <p:cNvPr id="22" name="Rectangle 3">
            <a:extLst>
              <a:ext uri="{FF2B5EF4-FFF2-40B4-BE49-F238E27FC236}">
                <a16:creationId xmlns:a16="http://schemas.microsoft.com/office/drawing/2014/main" id="{144F59AB-CE89-360C-531E-799EF9284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65" y="1338814"/>
            <a:ext cx="10754139" cy="127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How demand and supply </a:t>
            </a:r>
            <a:r>
              <a:rPr lang="en-US" altLang="en-US" b="1" kern="0" dirty="0">
                <a:ea typeface="ＭＳ Ｐゴシック" pitchFamily="34" charset="-128"/>
              </a:rPr>
              <a:t>interact </a:t>
            </a:r>
            <a:r>
              <a:rPr lang="en-US" altLang="en-US" kern="0" dirty="0">
                <a:ea typeface="ＭＳ Ｐゴシック" pitchFamily="34" charset="-128"/>
              </a:rPr>
              <a:t>and generate economically meaningful activity</a:t>
            </a:r>
          </a:p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Recall we want to understand two key ideas</a:t>
            </a:r>
          </a:p>
        </p:txBody>
      </p:sp>
    </p:spTree>
    <p:extLst>
      <p:ext uri="{BB962C8B-B14F-4D97-AF65-F5344CB8AC3E}">
        <p14:creationId xmlns:p14="http://schemas.microsoft.com/office/powerpoint/2010/main" val="22768191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Market equilibrium: Example 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D251E25-A890-4B63-BA9E-46A029FECA7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BB3BD56-6A96-0880-F0FA-B658F4899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3321587"/>
            <a:ext cx="956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8?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7907D5D-B207-7C26-DCAF-EFEE8F451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1516923"/>
            <a:ext cx="9561443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Suppose we have the demand and supply curves: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Demand: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260 – 20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	or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13 – 0.05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Supply: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32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104		or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3.25 + 0.03125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How would consumers and firms respond to a price of…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F12554-D343-7A1B-3E3A-11739B261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3787423"/>
            <a:ext cx="956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lvl="1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	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100   &amp;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152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What happens to this difference?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D9C0B2-5B97-D8DA-E86F-78481BE0A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4253259"/>
            <a:ext cx="956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6?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875EBEC-3E96-B6BB-C4FC-EAAAB3284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4719095"/>
            <a:ext cx="956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lvl="1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	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140 &amp;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88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What happens to this difference?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D5D3EA1-6F69-9D1A-E3A5-355E616AB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5184931"/>
            <a:ext cx="956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7?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D355682-50AE-0CC8-2039-27DA202E3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235" y="5650767"/>
            <a:ext cx="9561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lvl="1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	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120 &amp;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120 Equilibrium!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5059C8-6732-0B2C-973E-9370E1B6BC40}"/>
                  </a:ext>
                </a:extLst>
              </p14:cNvPr>
              <p14:cNvContentPartPr/>
              <p14:nvPr/>
            </p14:nvContentPartPr>
            <p14:xfrm>
              <a:off x="2945880" y="1807920"/>
              <a:ext cx="2374560" cy="114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5059C8-6732-0B2C-973E-9370E1B6BC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9680" y="1791720"/>
                <a:ext cx="2406960" cy="11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684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8" grpId="0"/>
      <p:bldP spid="14" grpId="0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Market equilibrium: Illustration</a:t>
            </a:r>
          </a:p>
        </p:txBody>
      </p:sp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2F0D08E-3644-4D06-A086-08572C147E4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8782F9AD-B2E1-DAAE-454F-089CBEF9C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7766" y="1638300"/>
            <a:ext cx="0" cy="365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78091118-99A5-7DDD-F3C1-B8D95A5BA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7766" y="5295900"/>
            <a:ext cx="426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1EC0C550-D786-9346-B4B9-F8B9AAC620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8879" y="2976563"/>
            <a:ext cx="3325812" cy="1903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729230B9-FEA4-C469-55B9-EC8385C5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4966" y="50673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50102E8D-13ED-99B3-9BA6-9616C514C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710" y="4662489"/>
            <a:ext cx="74876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200" dirty="0">
                <a:latin typeface="Source Sans Pro" panose="020B0503030403020204" pitchFamily="34" charset="0"/>
              </a:rPr>
              <a:t>3.25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130CC1CE-2EE7-9057-4D76-7DED3E4F6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729" y="26908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S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70500BB2-9B43-6FDF-BAE8-AB907294E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4866" y="13954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37621B90-77F7-E169-D16B-5966180ED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9829" y="2208214"/>
            <a:ext cx="3568700" cy="30892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7238F6B8-EA6C-765A-BD89-CC2AAFC55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516" y="47482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D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C33B92D1-0780-6C06-B6F0-91470D9C8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710" y="1982789"/>
            <a:ext cx="7487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200" dirty="0">
                <a:latin typeface="Source Sans Pro" panose="020B0503030403020204" pitchFamily="34" charset="0"/>
              </a:rPr>
              <a:t>13</a:t>
            </a:r>
          </a:p>
        </p:txBody>
      </p:sp>
      <p:sp>
        <p:nvSpPr>
          <p:cNvPr id="12" name="Text Box 20">
            <a:extLst>
              <a:ext uri="{FF2B5EF4-FFF2-40B4-BE49-F238E27FC236}">
                <a16:creationId xmlns:a16="http://schemas.microsoft.com/office/drawing/2014/main" id="{E0AB03C5-55CB-CF21-47C2-08225D6C5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154" y="5280025"/>
            <a:ext cx="8683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dirty="0">
                <a:latin typeface="Source Sans Pro" panose="020B0503030403020204" pitchFamily="34" charset="0"/>
              </a:rPr>
              <a:t>260</a:t>
            </a:r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5E1D95DF-15D4-1485-5DAC-C898DA3EC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3554" y="3835401"/>
            <a:ext cx="0" cy="145097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4" name="Line 22">
            <a:extLst>
              <a:ext uri="{FF2B5EF4-FFF2-40B4-BE49-F238E27FC236}">
                <a16:creationId xmlns:a16="http://schemas.microsoft.com/office/drawing/2014/main" id="{F8951517-C523-596F-3521-55509414D4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0466" y="3808414"/>
            <a:ext cx="1828800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5" name="Text Box 23">
            <a:extLst>
              <a:ext uri="{FF2B5EF4-FFF2-40B4-BE49-F238E27FC236}">
                <a16:creationId xmlns:a16="http://schemas.microsoft.com/office/drawing/2014/main" id="{B7EF9848-896B-8FC3-C7CA-AD4962CB0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304" y="5275264"/>
            <a:ext cx="868362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00" dirty="0">
                <a:latin typeface="Source Sans Pro" panose="020B0503030403020204" pitchFamily="34" charset="0"/>
              </a:rPr>
              <a:t>120</a:t>
            </a:r>
          </a:p>
        </p:txBody>
      </p:sp>
      <p:sp>
        <p:nvSpPr>
          <p:cNvPr id="16" name="Text Box 24">
            <a:extLst>
              <a:ext uri="{FF2B5EF4-FFF2-40B4-BE49-F238E27FC236}">
                <a16:creationId xmlns:a16="http://schemas.microsoft.com/office/drawing/2014/main" id="{A348B025-5164-E364-6395-0FD35F46F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710" y="3568700"/>
            <a:ext cx="7487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2200" dirty="0">
                <a:latin typeface="Source Sans Pro" panose="020B0503030403020204" pitchFamily="34" charset="0"/>
              </a:rPr>
              <a:t>7</a:t>
            </a:r>
          </a:p>
        </p:txBody>
      </p:sp>
      <p:sp>
        <p:nvSpPr>
          <p:cNvPr id="17" name="Text Box 25">
            <a:extLst>
              <a:ext uri="{FF2B5EF4-FFF2-40B4-BE49-F238E27FC236}">
                <a16:creationId xmlns:a16="http://schemas.microsoft.com/office/drawing/2014/main" id="{E00992B6-176A-ADBF-8646-FBBAEA81D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874" y="2492702"/>
            <a:ext cx="377723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Equilibrium price and quantity where demand and supply </a:t>
            </a:r>
            <a:r>
              <a:rPr lang="en-US" altLang="en-US" b="1" dirty="0">
                <a:latin typeface="Source Sans Pro" panose="020B0503030403020204" pitchFamily="34" charset="0"/>
              </a:rPr>
              <a:t>intersect</a:t>
            </a:r>
          </a:p>
        </p:txBody>
      </p:sp>
    </p:spTree>
    <p:extLst>
      <p:ext uri="{BB962C8B-B14F-4D97-AF65-F5344CB8AC3E}">
        <p14:creationId xmlns:p14="http://schemas.microsoft.com/office/powerpoint/2010/main" val="35719136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Finding competitive equilibrium </a:t>
            </a:r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A92A697-B31B-4CD4-A6D5-31EA9ABE900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32B9062-5150-B875-5E0A-7C470810C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76" y="2667436"/>
            <a:ext cx="10860024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85750" lvl="1" eaLnBrk="1" hangingPunct="1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Put both the demand and supply curves in the form 		</a:t>
            </a:r>
          </a:p>
          <a:p>
            <a:pPr marL="0" lvl="1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	Q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 = f(</a:t>
            </a:r>
            <a:r>
              <a:rPr lang="en-US" altLang="en-US" sz="24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</a:p>
          <a:p>
            <a:pPr marL="91440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Say you are given:</a:t>
            </a:r>
          </a:p>
          <a:p>
            <a:pPr marL="914400" lvl="1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Demand	</a:t>
            </a:r>
            <a:r>
              <a:rPr lang="en-US" altLang="en-US" sz="2400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20 – 2</a:t>
            </a:r>
            <a:r>
              <a:rPr lang="en-US" altLang="en-US" sz="2400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</a:t>
            </a:r>
          </a:p>
          <a:p>
            <a:pPr marL="914400" lvl="1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Supply		</a:t>
            </a:r>
            <a:r>
              <a:rPr lang="en-US" altLang="en-US" sz="2400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en-US" altLang="en-US" sz="2400" i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– 5</a:t>
            </a:r>
          </a:p>
          <a:p>
            <a:pPr marL="91440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The demand curve needs to be turned around to get the Q in front:</a:t>
            </a:r>
          </a:p>
          <a:p>
            <a:pPr marL="91440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10 – 0.5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</a:p>
          <a:p>
            <a:pPr marL="91440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The supply curve is already in the appropriate form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752D7A-D5D8-51F4-3885-6B492D139C89}"/>
              </a:ext>
            </a:extLst>
          </p:cNvPr>
          <p:cNvGrpSpPr/>
          <p:nvPr/>
        </p:nvGrpSpPr>
        <p:grpSpPr>
          <a:xfrm>
            <a:off x="1817483" y="1079836"/>
            <a:ext cx="8534831" cy="1500460"/>
            <a:chOff x="293482" y="1166490"/>
            <a:chExt cx="8534831" cy="15004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71D7E58-E700-25E9-2DF4-F8712B83AD55}"/>
                </a:ext>
              </a:extLst>
            </p:cNvPr>
            <p:cNvGrpSpPr/>
            <p:nvPr/>
          </p:nvGrpSpPr>
          <p:grpSpPr>
            <a:xfrm>
              <a:off x="293482" y="1166490"/>
              <a:ext cx="8534831" cy="1500460"/>
              <a:chOff x="293482" y="1166490"/>
              <a:chExt cx="8534831" cy="1500460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30A3652-21D3-F4BF-DD00-E4740C4A6C23}"/>
                  </a:ext>
                </a:extLst>
              </p:cNvPr>
              <p:cNvSpPr/>
              <p:nvPr/>
            </p:nvSpPr>
            <p:spPr>
              <a:xfrm>
                <a:off x="293482" y="1447416"/>
                <a:ext cx="8534831" cy="94952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A164FF7-625F-6C72-7CF1-5D0F5F45BF2F}"/>
                  </a:ext>
                </a:extLst>
              </p:cNvPr>
              <p:cNvSpPr/>
              <p:nvPr/>
            </p:nvSpPr>
            <p:spPr>
              <a:xfrm>
                <a:off x="293482" y="1166490"/>
                <a:ext cx="8534831" cy="712145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6A50379-1851-2608-65DF-5144713B6BBF}"/>
                  </a:ext>
                </a:extLst>
              </p:cNvPr>
              <p:cNvSpPr/>
              <p:nvPr/>
            </p:nvSpPr>
            <p:spPr>
              <a:xfrm>
                <a:off x="293482" y="1954805"/>
                <a:ext cx="8534831" cy="712145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EAA511B0-B487-029D-C92D-5BF22BA07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85" y="1457728"/>
              <a:ext cx="835242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Identifying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competitive equilibrium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: Find price at which the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quantity demanded equals quantity supplied</a:t>
              </a:r>
              <a:endPara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C4EFEE-8E56-3937-61EB-06781491797E}"/>
                  </a:ext>
                </a:extLst>
              </p14:cNvPr>
              <p14:cNvContentPartPr/>
              <p14:nvPr/>
            </p14:nvContentPartPr>
            <p14:xfrm>
              <a:off x="919800" y="2694960"/>
              <a:ext cx="8271000" cy="308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C4EFEE-8E56-3937-61EB-0678149179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8200" y="2678760"/>
                <a:ext cx="8308800" cy="311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56032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Finding competitive equilibrium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0880565-ACC5-4CD6-B0B3-FE1D5232262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BA4E610-AFC7-D49B-D8A5-FA7F25EC6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309" y="1398106"/>
            <a:ext cx="8226552" cy="447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+mj-lt"/>
              <a:buAutoNum type="arabicPeriod" startAt="2"/>
            </a:pPr>
            <a:r>
              <a:rPr lang="en-US" altLang="en-US" kern="0" dirty="0">
                <a:ea typeface="ＭＳ Ｐゴシック" pitchFamily="34" charset="-128"/>
              </a:rPr>
              <a:t>In equilibrium, it must be that </a:t>
            </a:r>
            <a:r>
              <a:rPr lang="en-US" altLang="en-US" b="1" i="1" kern="0" dirty="0">
                <a:ea typeface="ＭＳ Ｐゴシック" pitchFamily="34" charset="-128"/>
              </a:rPr>
              <a:t>Q</a:t>
            </a:r>
            <a:r>
              <a:rPr lang="en-US" altLang="en-US" b="1" i="1" kern="0" baseline="30000" dirty="0">
                <a:ea typeface="ＭＳ Ｐゴシック" pitchFamily="34" charset="-128"/>
              </a:rPr>
              <a:t>S</a:t>
            </a:r>
            <a:r>
              <a:rPr lang="en-US" altLang="en-US" b="1" kern="0" dirty="0">
                <a:ea typeface="ＭＳ Ｐゴシック" pitchFamily="34" charset="-128"/>
              </a:rPr>
              <a:t> = </a:t>
            </a:r>
            <a:r>
              <a:rPr lang="en-US" altLang="en-US" b="1" i="1" kern="0" dirty="0">
                <a:ea typeface="ＭＳ Ｐゴシック" pitchFamily="34" charset="-128"/>
              </a:rPr>
              <a:t>Q</a:t>
            </a:r>
            <a:r>
              <a:rPr lang="en-US" altLang="en-US" b="1" i="1" kern="0" baseline="30000" dirty="0">
                <a:ea typeface="ＭＳ Ｐゴシック" pitchFamily="34" charset="-128"/>
              </a:rPr>
              <a:t>D</a:t>
            </a:r>
            <a:endParaRPr lang="en-US" altLang="en-US" b="1" i="1" kern="0" dirty="0">
              <a:ea typeface="ＭＳ Ｐゴシック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	So, set the equation for 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i="1" kern="0" baseline="30000" dirty="0">
                <a:ea typeface="ＭＳ Ｐゴシック" pitchFamily="34" charset="-128"/>
              </a:rPr>
              <a:t>S</a:t>
            </a:r>
            <a:r>
              <a:rPr lang="en-US" altLang="en-US" kern="0" dirty="0">
                <a:ea typeface="ＭＳ Ｐゴシック" pitchFamily="34" charset="-128"/>
              </a:rPr>
              <a:t> equal to the equation for 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i="1" kern="0" baseline="30000" dirty="0">
                <a:ea typeface="ＭＳ Ｐゴシック" pitchFamily="34" charset="-128"/>
              </a:rPr>
              <a:t>D</a:t>
            </a:r>
            <a:endParaRPr lang="en-US" altLang="en-US" kern="0" dirty="0">
              <a:ea typeface="ＭＳ Ｐゴシック" pitchFamily="34" charset="-128"/>
            </a:endParaRPr>
          </a:p>
          <a:p>
            <a:pPr algn="ctr" eaLnBrk="1" hangingPunct="1">
              <a:buFontTx/>
              <a:buNone/>
            </a:pP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i="1" kern="0" baseline="30000" dirty="0">
                <a:ea typeface="ＭＳ Ｐゴシック" pitchFamily="34" charset="-128"/>
              </a:rPr>
              <a:t>S</a:t>
            </a:r>
            <a:r>
              <a:rPr lang="en-US" altLang="en-US" kern="0" dirty="0">
                <a:ea typeface="ＭＳ Ｐゴシック" pitchFamily="34" charset="-128"/>
              </a:rPr>
              <a:t> = 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i="1" kern="0" baseline="30000" dirty="0">
                <a:ea typeface="ＭＳ Ｐゴシック" pitchFamily="34" charset="-128"/>
              </a:rPr>
              <a:t>D</a:t>
            </a:r>
            <a:r>
              <a:rPr lang="en-US" altLang="en-US" i="1" kern="0" dirty="0">
                <a:ea typeface="ＭＳ Ｐゴシック" pitchFamily="34" charset="-128"/>
              </a:rPr>
              <a:t> </a:t>
            </a:r>
            <a:r>
              <a:rPr lang="en-US" altLang="en-US" kern="0" dirty="0">
                <a:ea typeface="ＭＳ Ｐゴシック" pitchFamily="34" charset="-128"/>
              </a:rPr>
              <a:t>= 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endParaRPr lang="en-US" altLang="en-US" i="1" kern="0" baseline="30000" dirty="0">
              <a:ea typeface="ＭＳ Ｐゴシック" pitchFamily="34" charset="-128"/>
            </a:endParaRPr>
          </a:p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	or,</a:t>
            </a:r>
          </a:p>
          <a:p>
            <a:pPr algn="ctr" eaLnBrk="1" hangingPunct="1">
              <a:buFontTx/>
              <a:buNone/>
            </a:pP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 – 5 = 10 – 0.5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</a:p>
          <a:p>
            <a:pPr eaLnBrk="1" hangingPunct="1">
              <a:buFontTx/>
              <a:buNone/>
            </a:pPr>
            <a:endParaRPr lang="en-US" altLang="en-US" kern="0" dirty="0">
              <a:ea typeface="ＭＳ Ｐゴシック" pitchFamily="34" charset="-128"/>
            </a:endParaRPr>
          </a:p>
          <a:p>
            <a:pPr eaLnBrk="1" hangingPunct="1">
              <a:buFont typeface="+mj-lt"/>
              <a:buAutoNum type="arabicPeriod" startAt="3"/>
            </a:pPr>
            <a:r>
              <a:rPr lang="en-US" altLang="en-US" b="1" kern="0" dirty="0">
                <a:ea typeface="ＭＳ Ｐゴシック" pitchFamily="34" charset="-128"/>
              </a:rPr>
              <a:t>Solve for </a:t>
            </a:r>
            <a:r>
              <a:rPr lang="en-US" altLang="en-US" b="1" i="1" kern="0" dirty="0">
                <a:ea typeface="ＭＳ Ｐゴシック" pitchFamily="34" charset="-128"/>
              </a:rPr>
              <a:t>P</a:t>
            </a:r>
          </a:p>
          <a:p>
            <a:pPr marL="0" lvl="1" indent="0" algn="ctr" eaLnBrk="1" hangingPunct="1">
              <a:buFontTx/>
              <a:buNone/>
            </a:pPr>
            <a:r>
              <a:rPr lang="en-US" altLang="en-US" i="1" kern="0" dirty="0"/>
              <a:t>P</a:t>
            </a:r>
            <a:r>
              <a:rPr lang="en-US" altLang="en-US" kern="0" dirty="0"/>
              <a:t> – 5 = 10 – 0.5</a:t>
            </a:r>
            <a:r>
              <a:rPr lang="en-US" altLang="en-US" i="1" kern="0" dirty="0"/>
              <a:t>P</a:t>
            </a:r>
          </a:p>
          <a:p>
            <a:pPr marL="0" lvl="1" indent="0" algn="ctr"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1.5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  = 15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b="1" i="1" kern="0" dirty="0">
                <a:ea typeface="ＭＳ Ｐゴシック" pitchFamily="34" charset="-128"/>
              </a:rPr>
              <a:t>P</a:t>
            </a:r>
            <a:r>
              <a:rPr lang="en-US" altLang="en-US" b="1" kern="0" dirty="0">
                <a:ea typeface="ＭＳ Ｐゴシック" pitchFamily="34" charset="-128"/>
              </a:rPr>
              <a:t>  = 10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C39DB6-3ED2-B2AE-5187-6654D8DDB50F}"/>
                  </a:ext>
                </a:extLst>
              </p14:cNvPr>
              <p14:cNvContentPartPr/>
              <p14:nvPr/>
            </p14:nvContentPartPr>
            <p14:xfrm>
              <a:off x="5037120" y="3628800"/>
              <a:ext cx="1923480" cy="2757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C39DB6-3ED2-B2AE-5187-6654D8DDB5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0920" y="3612600"/>
                <a:ext cx="1955880" cy="27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96330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Finding competitive equilibrium</a:t>
            </a:r>
          </a:p>
        </p:txBody>
      </p:sp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9CF9553-E337-4A7C-A01A-8E146EB654C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EA034FC-9F45-4413-040F-6587778EAF5A}"/>
              </a:ext>
            </a:extLst>
          </p:cNvPr>
          <p:cNvGrpSpPr/>
          <p:nvPr/>
        </p:nvGrpSpPr>
        <p:grpSpPr>
          <a:xfrm>
            <a:off x="1828584" y="4372167"/>
            <a:ext cx="8534831" cy="1500460"/>
            <a:chOff x="293482" y="4732530"/>
            <a:chExt cx="8534831" cy="15004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E22C051-77D0-C039-5DB8-76A062CD6989}"/>
                </a:ext>
              </a:extLst>
            </p:cNvPr>
            <p:cNvGrpSpPr/>
            <p:nvPr/>
          </p:nvGrpSpPr>
          <p:grpSpPr>
            <a:xfrm>
              <a:off x="293482" y="4732530"/>
              <a:ext cx="8534831" cy="1500460"/>
              <a:chOff x="293482" y="1166490"/>
              <a:chExt cx="8534831" cy="1500460"/>
            </a:xfrm>
            <a:solidFill>
              <a:srgbClr val="007360"/>
            </a:solidFill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D9C9F0E5-7EDF-D34A-1CF1-EBD63ACE2A4A}"/>
                  </a:ext>
                </a:extLst>
              </p:cNvPr>
              <p:cNvSpPr/>
              <p:nvPr/>
            </p:nvSpPr>
            <p:spPr>
              <a:xfrm>
                <a:off x="293482" y="1447416"/>
                <a:ext cx="8534831" cy="949527"/>
              </a:xfrm>
              <a:prstGeom prst="roundRect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C9ED0EC-12AD-EB2D-58D7-919B9E73E091}"/>
                  </a:ext>
                </a:extLst>
              </p:cNvPr>
              <p:cNvSpPr/>
              <p:nvPr/>
            </p:nvSpPr>
            <p:spPr>
              <a:xfrm>
                <a:off x="293482" y="1166490"/>
                <a:ext cx="8534831" cy="712145"/>
              </a:xfrm>
              <a:prstGeom prst="ellipse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0E88484-F9EB-9B0A-019C-6B878B277E35}"/>
                  </a:ext>
                </a:extLst>
              </p:cNvPr>
              <p:cNvSpPr/>
              <p:nvPr/>
            </p:nvSpPr>
            <p:spPr>
              <a:xfrm>
                <a:off x="293482" y="1954805"/>
                <a:ext cx="8534831" cy="712145"/>
              </a:xfrm>
              <a:prstGeom prst="ellipse">
                <a:avLst/>
              </a:prstGeom>
              <a:solidFill>
                <a:srgbClr val="A51417"/>
              </a:solidFill>
              <a:ln>
                <a:solidFill>
                  <a:srgbClr val="A5141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7FD4868-13C9-CAD4-5C4F-043B5D64A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85" y="4790263"/>
              <a:ext cx="8352424" cy="13849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Could have set demand and supply in the form</a:t>
              </a:r>
            </a:p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b="1" i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P</a:t>
              </a:r>
              <a:r>
                <a:rPr lang="en-US" altLang="en-US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 = f(</a:t>
              </a:r>
              <a:r>
                <a:rPr lang="en-US" altLang="en-US" b="1" i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b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)</a:t>
              </a:r>
            </a:p>
            <a:p>
              <a:pPr marL="0" lvl="2" indent="0" algn="ctr" eaLnBrk="1" hangingPunct="1">
                <a:spcBef>
                  <a:spcPts val="0"/>
                </a:spcBef>
                <a:spcAft>
                  <a:spcPct val="25000"/>
                </a:spcAft>
                <a:buNone/>
              </a:pPr>
              <a:r>
                <a:rPr lang="en-US" altLang="en-US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then solved for </a:t>
              </a:r>
              <a:r>
                <a:rPr lang="en-US" altLang="en-US" i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 first, then for </a:t>
              </a:r>
              <a:r>
                <a:rPr lang="en-US" altLang="en-US" i="1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P</a:t>
              </a:r>
              <a:r>
                <a:rPr lang="en-US" altLang="en-US" kern="0" dirty="0">
                  <a:solidFill>
                    <a:srgbClr val="C8C8C8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 second</a:t>
              </a:r>
              <a:endParaRPr lang="en-US" altLang="en-US" kern="0" dirty="0">
                <a:solidFill>
                  <a:srgbClr val="C8C8C8"/>
                </a:solidFill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07EB3B53-9D28-8D9A-2CF4-06BB212B1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1"/>
            <a:ext cx="1072591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+mj-lt"/>
              <a:buAutoNum type="arabicPeriod" startAt="4"/>
            </a:pPr>
            <a:r>
              <a:rPr lang="en-US" altLang="en-US" b="1" kern="0" dirty="0">
                <a:ea typeface="ＭＳ Ｐゴシック" pitchFamily="34" charset="-128"/>
              </a:rPr>
              <a:t>Substitute </a:t>
            </a:r>
            <a:r>
              <a:rPr lang="en-US" altLang="en-US" b="1" i="1" kern="0" dirty="0">
                <a:ea typeface="ＭＳ Ｐゴシック" pitchFamily="34" charset="-128"/>
              </a:rPr>
              <a:t>P</a:t>
            </a:r>
            <a:r>
              <a:rPr lang="en-US" altLang="en-US" b="1" kern="0" dirty="0">
                <a:ea typeface="ＭＳ Ｐゴシック" pitchFamily="34" charset="-128"/>
              </a:rPr>
              <a:t> </a:t>
            </a:r>
            <a:r>
              <a:rPr lang="en-US" altLang="en-US" kern="0" dirty="0">
                <a:ea typeface="ＭＳ Ｐゴシック" pitchFamily="34" charset="-128"/>
              </a:rPr>
              <a:t>into either demand or supply curve to </a:t>
            </a:r>
            <a:r>
              <a:rPr lang="en-US" altLang="en-US" b="1" kern="0" dirty="0">
                <a:ea typeface="ＭＳ Ｐゴシック" pitchFamily="34" charset="-128"/>
              </a:rPr>
              <a:t>find </a:t>
            </a:r>
            <a:r>
              <a:rPr lang="en-US" altLang="en-US" b="1" i="1" kern="0" dirty="0">
                <a:ea typeface="ＭＳ Ｐゴシック" pitchFamily="34" charset="-128"/>
              </a:rPr>
              <a:t>Q</a:t>
            </a:r>
          </a:p>
          <a:p>
            <a:pPr indent="0"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As a check, substitute 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 into both</a:t>
            </a:r>
          </a:p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		At  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 = 10, 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i="1" kern="0" baseline="30000" dirty="0">
                <a:ea typeface="ＭＳ Ｐゴシック" pitchFamily="34" charset="-128"/>
              </a:rPr>
              <a:t>S</a:t>
            </a:r>
            <a:r>
              <a:rPr lang="en-US" altLang="en-US" kern="0" dirty="0">
                <a:ea typeface="ＭＳ Ｐゴシック" pitchFamily="34" charset="-128"/>
              </a:rPr>
              <a:t> = 10 – 5 = 5</a:t>
            </a:r>
          </a:p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		At  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 = 10, </a:t>
            </a:r>
            <a:r>
              <a:rPr lang="en-US" altLang="en-US" i="1" kern="0" dirty="0">
                <a:ea typeface="ＭＳ Ｐゴシック" pitchFamily="34" charset="-128"/>
              </a:rPr>
              <a:t>Q</a:t>
            </a:r>
            <a:r>
              <a:rPr lang="en-US" altLang="en-US" i="1" kern="0" baseline="30000" dirty="0">
                <a:ea typeface="ＭＳ Ｐゴシック" pitchFamily="34" charset="-128"/>
              </a:rPr>
              <a:t>D</a:t>
            </a:r>
            <a:r>
              <a:rPr lang="en-US" altLang="en-US" kern="0" dirty="0">
                <a:ea typeface="ＭＳ Ｐゴシック" pitchFamily="34" charset="-128"/>
              </a:rPr>
              <a:t> = 10 – 0.5</a:t>
            </a:r>
            <a:r>
              <a:rPr lang="en-US" altLang="en-US" kern="0" dirty="0">
                <a:ea typeface="ＭＳ Ｐゴシック" pitchFamily="34" charset="-128"/>
                <a:sym typeface="Symbol" pitchFamily="18" charset="2"/>
              </a:rPr>
              <a:t>x</a:t>
            </a:r>
            <a:r>
              <a:rPr lang="en-US" altLang="en-US" kern="0" dirty="0">
                <a:ea typeface="ＭＳ Ｐゴシック" pitchFamily="34" charset="-128"/>
              </a:rPr>
              <a:t>10 = 5</a:t>
            </a:r>
          </a:p>
          <a:p>
            <a:pPr eaLnBrk="1" hangingPunct="1">
              <a:buFontTx/>
              <a:buNone/>
            </a:pPr>
            <a:r>
              <a:rPr lang="en-US" altLang="en-US" kern="0" dirty="0">
                <a:ea typeface="ＭＳ Ｐゴシック" pitchFamily="34" charset="-128"/>
              </a:rPr>
              <a:t>	Equilibrium quantity is </a:t>
            </a:r>
            <a:r>
              <a:rPr lang="en-US" altLang="en-US" b="1" i="1" kern="0" dirty="0">
                <a:ea typeface="ＭＳ Ｐゴシック" pitchFamily="34" charset="-128"/>
              </a:rPr>
              <a:t>Q</a:t>
            </a:r>
            <a:r>
              <a:rPr lang="en-US" altLang="en-US" b="1" kern="0" dirty="0">
                <a:ea typeface="ＭＳ Ｐゴシック" pitchFamily="34" charset="-128"/>
              </a:rPr>
              <a:t> = 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3A43C6-A2F2-5542-2A92-864A0E4663BA}"/>
                  </a:ext>
                </a:extLst>
              </p14:cNvPr>
              <p14:cNvContentPartPr/>
              <p14:nvPr/>
            </p14:nvContentPartPr>
            <p14:xfrm>
              <a:off x="3536280" y="772200"/>
              <a:ext cx="7104240" cy="4136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3A43C6-A2F2-5542-2A92-864A0E4663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20080" y="756000"/>
                <a:ext cx="7136640" cy="416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40670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Finding equilibrium: Exercise</a:t>
            </a:r>
          </a:p>
        </p:txBody>
      </p:sp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FED6022-25C8-4F92-B8B9-5846A263D00B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FDF9ECF-63B5-593B-CC5E-98BA4EC56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392" y="1486049"/>
            <a:ext cx="10625328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Find the </a:t>
            </a:r>
            <a:r>
              <a:rPr lang="en-US" altLang="en-US" sz="2800" b="1" kern="0" dirty="0">
                <a:ea typeface="ＭＳ Ｐゴシック" pitchFamily="34" charset="-128"/>
              </a:rPr>
              <a:t>equilibrium </a:t>
            </a:r>
            <a:r>
              <a:rPr lang="en-US" altLang="en-US" sz="2800" b="1" i="1" kern="0" dirty="0">
                <a:ea typeface="ＭＳ Ｐゴシック" pitchFamily="34" charset="-128"/>
              </a:rPr>
              <a:t>P</a:t>
            </a:r>
            <a:r>
              <a:rPr lang="en-US" altLang="en-US" sz="2800" b="1" kern="0" dirty="0">
                <a:ea typeface="ＭＳ Ｐゴシック" pitchFamily="34" charset="-128"/>
              </a:rPr>
              <a:t> and </a:t>
            </a:r>
            <a:r>
              <a:rPr lang="en-US" altLang="en-US" sz="2800" b="1" i="1" kern="0" dirty="0">
                <a:ea typeface="ＭＳ Ｐゴシック" pitchFamily="34" charset="-128"/>
              </a:rPr>
              <a:t>Q</a:t>
            </a:r>
            <a:r>
              <a:rPr lang="en-US" altLang="en-US" sz="2800" b="1" kern="0" dirty="0">
                <a:ea typeface="ＭＳ Ｐゴシック" pitchFamily="34" charset="-128"/>
              </a:rPr>
              <a:t> </a:t>
            </a:r>
            <a:r>
              <a:rPr lang="en-US" altLang="en-US" sz="2800" kern="0" dirty="0">
                <a:ea typeface="ＭＳ Ｐゴシック" pitchFamily="34" charset="-128"/>
              </a:rPr>
              <a:t>for the following demand and supply curves</a:t>
            </a:r>
          </a:p>
          <a:p>
            <a:pPr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		Demand:	</a:t>
            </a:r>
            <a:r>
              <a:rPr lang="en-US" altLang="en-US" sz="2800" i="1" kern="0" dirty="0">
                <a:ea typeface="ＭＳ Ｐゴシック" pitchFamily="34" charset="-128"/>
              </a:rPr>
              <a:t>P</a:t>
            </a:r>
            <a:r>
              <a:rPr lang="en-US" altLang="en-US" sz="2800" kern="0" dirty="0">
                <a:ea typeface="ＭＳ Ｐゴシック" pitchFamily="34" charset="-128"/>
              </a:rPr>
              <a:t> = 300 – 0.5</a:t>
            </a:r>
            <a:r>
              <a:rPr lang="en-US" altLang="en-US" sz="2800" i="1" kern="0" dirty="0">
                <a:ea typeface="ＭＳ Ｐゴシック" pitchFamily="34" charset="-128"/>
              </a:rPr>
              <a:t>Q</a:t>
            </a:r>
            <a:r>
              <a:rPr lang="en-US" altLang="en-US" sz="2800" i="1" kern="0" baseline="30000" dirty="0">
                <a:ea typeface="ＭＳ Ｐゴシック" pitchFamily="34" charset="-128"/>
              </a:rPr>
              <a:t>D</a:t>
            </a:r>
            <a:endParaRPr lang="en-US" altLang="en-US" sz="2800" kern="0" dirty="0">
              <a:ea typeface="ＭＳ Ｐゴシック" pitchFamily="34" charset="-128"/>
            </a:endParaRPr>
          </a:p>
          <a:p>
            <a:pPr lvl="1" eaLnBrk="1" hangingPunct="1">
              <a:buFontTx/>
              <a:buNone/>
            </a:pPr>
            <a:r>
              <a:rPr lang="en-US" altLang="en-US" sz="2800" kern="0" dirty="0"/>
              <a:t>		Supply:	</a:t>
            </a:r>
            <a:r>
              <a:rPr lang="en-US" altLang="en-US" sz="2800" i="1" kern="0" dirty="0"/>
              <a:t>P</a:t>
            </a:r>
            <a:r>
              <a:rPr lang="en-US" altLang="en-US" sz="2800" kern="0" dirty="0"/>
              <a:t> = 0.25</a:t>
            </a:r>
            <a:r>
              <a:rPr lang="en-US" altLang="en-US" sz="2800" i="1" kern="0" dirty="0"/>
              <a:t>Q</a:t>
            </a:r>
            <a:r>
              <a:rPr lang="en-US" altLang="en-US" sz="2800" i="1" kern="0" baseline="30000" dirty="0"/>
              <a:t>S</a:t>
            </a:r>
            <a:r>
              <a:rPr lang="en-US" altLang="en-US" sz="2800" kern="0" dirty="0"/>
              <a:t> + 75</a:t>
            </a: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Illustrate the equilibrium in a </a:t>
            </a:r>
            <a:r>
              <a:rPr lang="en-US" altLang="en-US" sz="2800" b="1" kern="0" dirty="0">
                <a:ea typeface="ＭＳ Ｐゴシック" pitchFamily="34" charset="-128"/>
              </a:rPr>
              <a:t>graph</a:t>
            </a:r>
          </a:p>
          <a:p>
            <a:pPr lvl="1" eaLnBrk="1" hangingPunct="1"/>
            <a:r>
              <a:rPr lang="en-US" altLang="en-US" sz="2800" kern="0" dirty="0">
                <a:ea typeface="ＭＳ Ｐゴシック" pitchFamily="34" charset="-128"/>
              </a:rPr>
              <a:t>Put </a:t>
            </a:r>
            <a:r>
              <a:rPr lang="en-US" altLang="en-US" sz="2800" b="1" i="1" kern="0" dirty="0">
                <a:ea typeface="ＭＳ Ｐゴシック" pitchFamily="34" charset="-128"/>
              </a:rPr>
              <a:t>P</a:t>
            </a:r>
            <a:r>
              <a:rPr lang="en-US" altLang="en-US" sz="2800" b="1" kern="0" dirty="0">
                <a:ea typeface="ＭＳ Ｐゴシック" pitchFamily="34" charset="-128"/>
              </a:rPr>
              <a:t> </a:t>
            </a:r>
            <a:r>
              <a:rPr lang="en-US" altLang="en-US" sz="2800" kern="0" dirty="0">
                <a:ea typeface="ＭＳ Ｐゴシック" pitchFamily="34" charset="-128"/>
              </a:rPr>
              <a:t>on the </a:t>
            </a:r>
            <a:r>
              <a:rPr lang="en-US" altLang="en-US" sz="2800" b="1" kern="0" dirty="0">
                <a:ea typeface="ＭＳ Ｐゴシック" pitchFamily="34" charset="-128"/>
              </a:rPr>
              <a:t>vertical </a:t>
            </a:r>
            <a:r>
              <a:rPr lang="en-US" altLang="en-US" sz="2800" kern="0" dirty="0">
                <a:ea typeface="ＭＳ Ｐゴシック" pitchFamily="34" charset="-128"/>
              </a:rPr>
              <a:t>axis and </a:t>
            </a:r>
            <a:r>
              <a:rPr lang="en-US" altLang="en-US" sz="2800" b="1" i="1" kern="0" dirty="0">
                <a:ea typeface="ＭＳ Ｐゴシック" pitchFamily="34" charset="-128"/>
              </a:rPr>
              <a:t>Q</a:t>
            </a:r>
            <a:r>
              <a:rPr lang="en-US" altLang="en-US" sz="2800" b="1" kern="0" dirty="0">
                <a:ea typeface="ＭＳ Ｐゴシック" pitchFamily="34" charset="-128"/>
              </a:rPr>
              <a:t> </a:t>
            </a:r>
            <a:r>
              <a:rPr lang="en-US" altLang="en-US" sz="2800" kern="0" dirty="0">
                <a:ea typeface="ＭＳ Ｐゴシック" pitchFamily="34" charset="-128"/>
              </a:rPr>
              <a:t>on the </a:t>
            </a:r>
            <a:r>
              <a:rPr lang="en-US" altLang="en-US" sz="2800" b="1" kern="0" dirty="0">
                <a:ea typeface="ＭＳ Ｐゴシック" pitchFamily="34" charset="-128"/>
              </a:rPr>
              <a:t>horizontal </a:t>
            </a:r>
            <a:r>
              <a:rPr lang="en-US" altLang="en-US" sz="2800" kern="0" dirty="0">
                <a:ea typeface="ＭＳ Ｐゴシック" pitchFamily="34" charset="-128"/>
              </a:rPr>
              <a:t>axis, as usual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44BB9ED9-8B3B-1ABA-ABEE-58CD5D2B6DF6}"/>
              </a:ext>
            </a:extLst>
          </p:cNvPr>
          <p:cNvSpPr/>
          <p:nvPr/>
        </p:nvSpPr>
        <p:spPr>
          <a:xfrm>
            <a:off x="12490315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50C030-5166-AD86-C435-25CEFEA056B1}"/>
                  </a:ext>
                </a:extLst>
              </p14:cNvPr>
              <p14:cNvContentPartPr/>
              <p14:nvPr/>
            </p14:nvContentPartPr>
            <p14:xfrm>
              <a:off x="3723840" y="2051640"/>
              <a:ext cx="2172600" cy="871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950C030-5166-AD86-C435-25CEFEA056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7640" y="2035440"/>
                <a:ext cx="2205000" cy="90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46452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Predictions via equilibrium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BEBE205-5902-42B7-A857-C7C8AF27843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BC83B72-9543-64FE-390A-3D066F6869CC}"/>
              </a:ext>
            </a:extLst>
          </p:cNvPr>
          <p:cNvGrpSpPr/>
          <p:nvPr/>
        </p:nvGrpSpPr>
        <p:grpSpPr>
          <a:xfrm>
            <a:off x="582148" y="1174248"/>
            <a:ext cx="10996939" cy="1132101"/>
            <a:chOff x="751111" y="1055918"/>
            <a:chExt cx="10996939" cy="113210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6B975F7-5342-EA36-0150-2F49B0CC8F8D}"/>
                </a:ext>
              </a:extLst>
            </p:cNvPr>
            <p:cNvSpPr/>
            <p:nvPr/>
          </p:nvSpPr>
          <p:spPr>
            <a:xfrm>
              <a:off x="751111" y="1066780"/>
              <a:ext cx="1828804" cy="1121239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Two kinds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A5AB7DB7-F5FD-B7F4-5B9C-E0AD4C60D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9915" y="1055918"/>
              <a:ext cx="9168135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398463" indent="-398463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Predict market outcomes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when we know D and S</a:t>
              </a:r>
            </a:p>
            <a:p>
              <a:pPr marL="398463" indent="-398463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Predict how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outcomes will change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when D and/or S change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B66713-300F-6447-CE3F-4AA28C4D3516}"/>
              </a:ext>
            </a:extLst>
          </p:cNvPr>
          <p:cNvGrpSpPr/>
          <p:nvPr/>
        </p:nvGrpSpPr>
        <p:grpSpPr>
          <a:xfrm>
            <a:off x="582148" y="2490654"/>
            <a:ext cx="10996941" cy="2215991"/>
            <a:chOff x="751111" y="2405739"/>
            <a:chExt cx="10996941" cy="2215991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F87FE7C-FFB9-C46B-B9D4-184BBA6F32E1}"/>
                </a:ext>
              </a:extLst>
            </p:cNvPr>
            <p:cNvSpPr/>
            <p:nvPr/>
          </p:nvSpPr>
          <p:spPr>
            <a:xfrm>
              <a:off x="751111" y="2416601"/>
              <a:ext cx="1828804" cy="1121239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LASIK eye surgery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938B3B5E-F585-C489-900E-412C45D58E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9916" y="2405739"/>
              <a:ext cx="9168136" cy="2215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401638" indent="-401638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Some potential predictions to make</a:t>
              </a:r>
            </a:p>
            <a:p>
              <a:pPr marL="801688" lvl="1" indent="-401638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if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more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corrective procedures were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covered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by insurance?</a:t>
              </a:r>
            </a:p>
            <a:p>
              <a:pPr marL="801688" lvl="1" indent="-401638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if MO decided to crack down on drivers with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poor eyesight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?</a:t>
              </a:r>
            </a:p>
            <a:p>
              <a:pPr marL="801688" lvl="1" indent="-401638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 if laser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equipment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became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cheaper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to operate?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7843C4-1D97-9567-3414-926DF06FEB04}"/>
              </a:ext>
            </a:extLst>
          </p:cNvPr>
          <p:cNvGrpSpPr/>
          <p:nvPr/>
        </p:nvGrpSpPr>
        <p:grpSpPr>
          <a:xfrm>
            <a:off x="582148" y="4890949"/>
            <a:ext cx="10996939" cy="1292662"/>
            <a:chOff x="751111" y="4759962"/>
            <a:chExt cx="10996939" cy="1292662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8BC5695-C013-EAA0-C631-2602FCD8E68D}"/>
                </a:ext>
              </a:extLst>
            </p:cNvPr>
            <p:cNvSpPr/>
            <p:nvPr/>
          </p:nvSpPr>
          <p:spPr>
            <a:xfrm>
              <a:off x="751111" y="4770823"/>
              <a:ext cx="1828804" cy="1121239"/>
            </a:xfrm>
            <a:prstGeom prst="roundRect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8C8C8"/>
                  </a:solidFill>
                  <a:latin typeface="Source Sans Pro" panose="020B0503030403020204" pitchFamily="34" charset="0"/>
                </a:rPr>
                <a:t>General predictions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ADECE2A1-FB37-536E-9D50-0DC961987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9916" y="4759962"/>
              <a:ext cx="9168134" cy="129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401638" indent="-401638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Rough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understanding allows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general predictions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about changes on 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P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 and </a:t>
              </a:r>
              <a:r>
                <a:rPr lang="en-US" altLang="en-US" sz="24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endPara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marL="801688" lvl="1" indent="-401638" eaLnBrk="1" hangingPunct="1">
                <a:spcBef>
                  <a:spcPts val="0"/>
                </a:spcBef>
                <a:spcAft>
                  <a:spcPct val="25000"/>
                </a:spcAft>
              </a:pP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Precise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forms of D &amp; S yield </a:t>
              </a:r>
              <a:r>
                <a:rPr lang="en-US" altLang="en-US" sz="24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better </a:t>
              </a:r>
              <a:r>
                <a:rPr lang="en-US" altLang="en-US" sz="2400" kern="0" dirty="0">
                  <a:latin typeface="Source Sans Pro" panose="020B0503030403020204" pitchFamily="34" charset="0"/>
                  <a:ea typeface="ＭＳ Ｐゴシック" pitchFamily="34" charset="-128"/>
                </a:rPr>
                <a:t>ones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0C3E16-4359-EC74-C8B0-6CF165EB886D}"/>
                  </a:ext>
                </a:extLst>
              </p14:cNvPr>
              <p14:cNvContentPartPr/>
              <p14:nvPr/>
            </p14:nvContentPartPr>
            <p14:xfrm>
              <a:off x="9266760" y="106920"/>
              <a:ext cx="2590920" cy="166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0C3E16-4359-EC74-C8B0-6CF165EB88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0560" y="90720"/>
                <a:ext cx="2623320" cy="17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07312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to equilibrium</a:t>
            </a: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48C0D2DF-749A-41C3-B745-19A0627E499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59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C17E656-7A09-ADD0-B3F6-1AB7B9593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1400176"/>
            <a:ext cx="488251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Demand: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260 – 20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Supply:   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32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104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Eqm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is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7 and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4920FC-C7A7-DB56-9A4F-3B1170006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3187760"/>
            <a:ext cx="4882515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happens if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D changes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Demand: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312 – 20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1E145F-F894-4BB2-CB39-88BC9CD12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4250914"/>
            <a:ext cx="4882515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New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equilibrium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is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8,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152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081E383-440E-99F5-274F-84A87B0BDFE4}"/>
              </a:ext>
            </a:extLst>
          </p:cNvPr>
          <p:cNvGrpSpPr/>
          <p:nvPr/>
        </p:nvGrpSpPr>
        <p:grpSpPr>
          <a:xfrm>
            <a:off x="5600701" y="1709738"/>
            <a:ext cx="4598987" cy="3734744"/>
            <a:chOff x="4076701" y="1709738"/>
            <a:chExt cx="4598987" cy="3734744"/>
          </a:xfrm>
        </p:grpSpPr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7EE09F56-CFCE-D4AF-6B6D-3982FC8BBA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525" y="1981200"/>
              <a:ext cx="30163" cy="29797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Line 20">
              <a:extLst>
                <a:ext uri="{FF2B5EF4-FFF2-40B4-BE49-F238E27FC236}">
                  <a16:creationId xmlns:a16="http://schemas.microsoft.com/office/drawing/2014/main" id="{35624EE9-599D-F083-6C1C-80648A6A8A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3938" y="3165475"/>
              <a:ext cx="2736850" cy="1579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1661619B-62C5-9D4C-E862-BCB314159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88" y="4786313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Q</a:t>
              </a:r>
            </a:p>
          </p:txBody>
        </p:sp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D6E2A8E5-ACB0-9A59-F106-833CE2046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701" y="4594225"/>
              <a:ext cx="7492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3.25</a:t>
              </a:r>
            </a:p>
          </p:txBody>
        </p:sp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2D9DDB16-ECA4-B1BA-3856-8FBEF2102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7763" y="2806700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S</a:t>
              </a:r>
            </a:p>
          </p:txBody>
        </p:sp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4CB0D10B-69C3-4B53-BDEC-395494011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5963" y="1709738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P</a:t>
              </a:r>
            </a:p>
          </p:txBody>
        </p:sp>
        <p:sp>
          <p:nvSpPr>
            <p:cNvPr id="13" name="Line 25">
              <a:extLst>
                <a:ext uri="{FF2B5EF4-FFF2-40B4-BE49-F238E27FC236}">
                  <a16:creationId xmlns:a16="http://schemas.microsoft.com/office/drawing/2014/main" id="{F21CDBE2-61CF-23EE-7E39-FD400BCF3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2698750"/>
              <a:ext cx="2627313" cy="2266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4" name="Text Box 26">
              <a:extLst>
                <a:ext uri="{FF2B5EF4-FFF2-40B4-BE49-F238E27FC236}">
                  <a16:creationId xmlns:a16="http://schemas.microsoft.com/office/drawing/2014/main" id="{E68B32B3-D082-F569-26DA-4807ED0A1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5680" y="4457840"/>
              <a:ext cx="6064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D</a:t>
              </a:r>
              <a:r>
                <a:rPr lang="en-US" altLang="en-US" baseline="-25000" dirty="0">
                  <a:latin typeface="Source Sans Pro" panose="020B0503030403020204" pitchFamily="34" charset="0"/>
                </a:rPr>
                <a:t>1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5" name="Text Box 27">
              <a:extLst>
                <a:ext uri="{FF2B5EF4-FFF2-40B4-BE49-F238E27FC236}">
                  <a16:creationId xmlns:a16="http://schemas.microsoft.com/office/drawing/2014/main" id="{B5335A4B-1B20-AF96-F1FC-23AD39A52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3701" y="2517775"/>
              <a:ext cx="627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13</a:t>
              </a:r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AAD69601-DFEA-7799-B16F-58CF8FF73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187" y="4982817"/>
              <a:ext cx="7143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260</a:t>
              </a:r>
            </a:p>
          </p:txBody>
        </p:sp>
        <p:sp>
          <p:nvSpPr>
            <p:cNvPr id="17" name="Line 29">
              <a:extLst>
                <a:ext uri="{FF2B5EF4-FFF2-40B4-BE49-F238E27FC236}">
                  <a16:creationId xmlns:a16="http://schemas.microsoft.com/office/drawing/2014/main" id="{A6AD2C87-9DD2-3798-9AA5-41B45824A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3800" y="3922713"/>
              <a:ext cx="0" cy="1042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Line 30">
              <a:extLst>
                <a:ext uri="{FF2B5EF4-FFF2-40B4-BE49-F238E27FC236}">
                  <a16:creationId xmlns:a16="http://schemas.microsoft.com/office/drawing/2014/main" id="{1460E099-D925-BA2E-20D0-9948FCC628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3938" y="3913188"/>
              <a:ext cx="1439862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9" name="Text Box 31">
              <a:extLst>
                <a:ext uri="{FF2B5EF4-FFF2-40B4-BE49-F238E27FC236}">
                  <a16:creationId xmlns:a16="http://schemas.microsoft.com/office/drawing/2014/main" id="{3CCBA967-5DEB-6D5B-0121-22F08A18E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8826" y="4974880"/>
              <a:ext cx="66742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120</a:t>
              </a:r>
            </a:p>
          </p:txBody>
        </p:sp>
        <p:sp>
          <p:nvSpPr>
            <p:cNvPr id="20" name="Text Box 32">
              <a:extLst>
                <a:ext uri="{FF2B5EF4-FFF2-40B4-BE49-F238E27FC236}">
                  <a16:creationId xmlns:a16="http://schemas.microsoft.com/office/drawing/2014/main" id="{6247EA3F-8B13-3871-B799-95D5ED82F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4174" y="3778250"/>
              <a:ext cx="6350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7</a:t>
              </a:r>
            </a:p>
          </p:txBody>
        </p:sp>
        <p:sp>
          <p:nvSpPr>
            <p:cNvPr id="21" name="Line 33">
              <a:extLst>
                <a:ext uri="{FF2B5EF4-FFF2-40B4-BE49-F238E27FC236}">
                  <a16:creationId xmlns:a16="http://schemas.microsoft.com/office/drawing/2014/main" id="{DA0E3AE9-123E-C540-2B12-05DF8622C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938" y="4965700"/>
              <a:ext cx="34210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22" name="Line 34">
            <a:extLst>
              <a:ext uri="{FF2B5EF4-FFF2-40B4-BE49-F238E27FC236}">
                <a16:creationId xmlns:a16="http://schemas.microsoft.com/office/drawing/2014/main" id="{4C1E7F28-4143-5ACC-1D9D-063F621FE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1" y="2233614"/>
            <a:ext cx="3179763" cy="2732087"/>
          </a:xfrm>
          <a:prstGeom prst="line">
            <a:avLst/>
          </a:prstGeom>
          <a:noFill/>
          <a:ln w="28575">
            <a:solidFill>
              <a:srgbClr val="D8D2C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3" name="Text Box 35">
            <a:extLst>
              <a:ext uri="{FF2B5EF4-FFF2-40B4-BE49-F238E27FC236}">
                <a16:creationId xmlns:a16="http://schemas.microsoft.com/office/drawing/2014/main" id="{878FCB72-87C1-D0C5-B6D3-219EFAC69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688" y="4982817"/>
            <a:ext cx="66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312</a:t>
            </a:r>
          </a:p>
        </p:txBody>
      </p:sp>
      <p:sp>
        <p:nvSpPr>
          <p:cNvPr id="24" name="Text Box 36">
            <a:extLst>
              <a:ext uri="{FF2B5EF4-FFF2-40B4-BE49-F238E27FC236}">
                <a16:creationId xmlns:a16="http://schemas.microsoft.com/office/drawing/2014/main" id="{68F44EAE-DEB8-4329-C9CA-FB021C69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2554" y="4386194"/>
            <a:ext cx="5397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D8D2C5"/>
                </a:solidFill>
                <a:latin typeface="Source Sans Pro" panose="020B0503030403020204" pitchFamily="34" charset="0"/>
              </a:rPr>
              <a:t>D</a:t>
            </a:r>
            <a:r>
              <a:rPr lang="en-US" altLang="en-US" b="1" baseline="-25000" dirty="0">
                <a:solidFill>
                  <a:srgbClr val="D8D2C5"/>
                </a:solidFill>
                <a:latin typeface="Source Sans Pro" panose="020B0503030403020204" pitchFamily="34" charset="0"/>
              </a:rPr>
              <a:t>2</a:t>
            </a:r>
            <a:endParaRPr lang="en-US" altLang="en-US" b="1" dirty="0">
              <a:solidFill>
                <a:srgbClr val="D8D2C5"/>
              </a:solidFill>
              <a:latin typeface="Source Sans Pro" panose="020B0503030403020204" pitchFamily="34" charset="0"/>
            </a:endParaRPr>
          </a:p>
        </p:txBody>
      </p:sp>
      <p:sp>
        <p:nvSpPr>
          <p:cNvPr id="25" name="Line 37">
            <a:extLst>
              <a:ext uri="{FF2B5EF4-FFF2-40B4-BE49-F238E27FC236}">
                <a16:creationId xmlns:a16="http://schemas.microsoft.com/office/drawing/2014/main" id="{609E18BA-83EF-EC98-9537-1105EF86B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1650" y="3741738"/>
            <a:ext cx="0" cy="1223962"/>
          </a:xfrm>
          <a:prstGeom prst="line">
            <a:avLst/>
          </a:prstGeom>
          <a:noFill/>
          <a:ln w="28575">
            <a:solidFill>
              <a:srgbClr val="D8D2C5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6" name="Line 38">
            <a:extLst>
              <a:ext uri="{FF2B5EF4-FFF2-40B4-BE49-F238E27FC236}">
                <a16:creationId xmlns:a16="http://schemas.microsoft.com/office/drawing/2014/main" id="{4F2D125C-96C2-63D9-DB66-16DE4B6E64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6038" y="3725864"/>
            <a:ext cx="1725612" cy="1587"/>
          </a:xfrm>
          <a:prstGeom prst="line">
            <a:avLst/>
          </a:prstGeom>
          <a:noFill/>
          <a:ln w="28575">
            <a:solidFill>
              <a:srgbClr val="D8D2C5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7" name="Text Box 39">
            <a:extLst>
              <a:ext uri="{FF2B5EF4-FFF2-40B4-BE49-F238E27FC236}">
                <a16:creationId xmlns:a16="http://schemas.microsoft.com/office/drawing/2014/main" id="{22455767-100B-64A2-D4A2-B7343FD5F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1" y="2093913"/>
            <a:ext cx="754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15.6</a:t>
            </a:r>
          </a:p>
        </p:txBody>
      </p:sp>
      <p:sp>
        <p:nvSpPr>
          <p:cNvPr id="28" name="Text Box 40">
            <a:extLst>
              <a:ext uri="{FF2B5EF4-FFF2-40B4-BE49-F238E27FC236}">
                <a16:creationId xmlns:a16="http://schemas.microsoft.com/office/drawing/2014/main" id="{35EFB8E9-3B4A-4C68-1F42-1454C386D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862" y="4974880"/>
            <a:ext cx="6674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D8D2C5"/>
                </a:solidFill>
                <a:latin typeface="Source Sans Pro" panose="020B0503030403020204" pitchFamily="34" charset="0"/>
              </a:rPr>
              <a:t>152</a:t>
            </a:r>
          </a:p>
        </p:txBody>
      </p:sp>
      <p:sp>
        <p:nvSpPr>
          <p:cNvPr id="29" name="Text Box 41">
            <a:extLst>
              <a:ext uri="{FF2B5EF4-FFF2-40B4-BE49-F238E27FC236}">
                <a16:creationId xmlns:a16="http://schemas.microsoft.com/office/drawing/2014/main" id="{404EB441-A2C1-E824-ECFB-5111B6E4B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1" y="3511896"/>
            <a:ext cx="752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b="1" dirty="0">
                <a:solidFill>
                  <a:srgbClr val="D8D2C5"/>
                </a:solidFill>
                <a:latin typeface="Source Sans Pro" panose="020B0503030403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5903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to equilibrium</a:t>
            </a:r>
          </a:p>
        </p:txBody>
      </p:sp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8726E70-FCDC-4876-B4E2-BD5B202198A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CE793CF1-EA9C-CE20-85E0-C713C221D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55" y="3184483"/>
            <a:ext cx="4936109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What happens if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S changes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Supply: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50.91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165.45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8C4643A-1C04-07C8-BDB1-CC0D7E59C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55" y="4248867"/>
            <a:ext cx="4936109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New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equilibrium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is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6,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387DA9-703B-887D-0A3D-0FF04A1861FF}"/>
              </a:ext>
            </a:extLst>
          </p:cNvPr>
          <p:cNvGrpSpPr/>
          <p:nvPr/>
        </p:nvGrpSpPr>
        <p:grpSpPr>
          <a:xfrm>
            <a:off x="5592764" y="1715678"/>
            <a:ext cx="4606925" cy="3733571"/>
            <a:chOff x="4068763" y="1954213"/>
            <a:chExt cx="4606925" cy="3733571"/>
          </a:xfrm>
        </p:grpSpPr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235397F7-B6CF-FCC1-2F5C-F6E5D01358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5525" y="2225675"/>
              <a:ext cx="30163" cy="29797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6734B658-408A-8183-FB8D-B41D882964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3938" y="3409950"/>
              <a:ext cx="2736850" cy="15795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2F7836A3-01E9-EFDB-98FA-BF4D50598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8488" y="5030788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Q</a:t>
              </a:r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6210F5AA-3DBC-22DF-E8AD-882DC7C16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763" y="4838700"/>
              <a:ext cx="7583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3.25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8EF5D4CB-E482-0DC4-9B61-FE8B34C96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8129" y="2991541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S</a:t>
              </a:r>
              <a:r>
                <a:rPr lang="en-US" altLang="en-US" baseline="-25000" dirty="0">
                  <a:latin typeface="Source Sans Pro" panose="020B0503030403020204" pitchFamily="34" charset="0"/>
                </a:rPr>
                <a:t>1</a:t>
              </a:r>
              <a:endParaRPr lang="en-US" alt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6C1F7779-1514-87D9-6AFC-47D59C828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5963" y="1954213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P</a:t>
              </a: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7F3A4627-0BD1-42AD-DC30-23989BC64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2943225"/>
              <a:ext cx="2627313" cy="2266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9E6811C5-A3E5-2FB3-7B45-C151F389F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5071" y="4672498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D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BE6AF15F-34FB-681A-FA4F-F53AE0293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665" y="2740025"/>
              <a:ext cx="5492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13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E8CF0C29-3961-3A0F-C791-F4D8E31EE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187" y="5226119"/>
              <a:ext cx="64058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260</a:t>
              </a:r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089F5DF0-CFC3-8B7B-8576-CDB85843B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3800" y="4167188"/>
              <a:ext cx="0" cy="10429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DBB3F06A-E433-2BF2-B806-B5C44E054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33938" y="4157663"/>
              <a:ext cx="1439862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5C2F3393-7FF9-CC73-F4FB-541654BB6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020" y="5219355"/>
              <a:ext cx="65087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120</a:t>
              </a:r>
            </a:p>
          </p:txBody>
        </p: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3424EA1E-DCA0-129A-C1E6-D7390E53D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3413" y="3975100"/>
              <a:ext cx="3762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7</a:t>
              </a:r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E270AC04-E40C-1AB1-CAE5-7A8676275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3938" y="5210175"/>
              <a:ext cx="33988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21" name="Line 31">
            <a:extLst>
              <a:ext uri="{FF2B5EF4-FFF2-40B4-BE49-F238E27FC236}">
                <a16:creationId xmlns:a16="http://schemas.microsoft.com/office/drawing/2014/main" id="{DA398E3A-B233-203A-EFB9-559B549C72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8414" y="3901665"/>
            <a:ext cx="3386137" cy="849313"/>
          </a:xfrm>
          <a:prstGeom prst="line">
            <a:avLst/>
          </a:prstGeom>
          <a:noFill/>
          <a:ln w="19050">
            <a:solidFill>
              <a:srgbClr val="A5141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2" name="Text Box 32">
            <a:extLst>
              <a:ext uri="{FF2B5EF4-FFF2-40B4-BE49-F238E27FC236}">
                <a16:creationId xmlns:a16="http://schemas.microsoft.com/office/drawing/2014/main" id="{56CEC3AC-672D-3728-3620-E4B1B16B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9778" y="3454344"/>
            <a:ext cx="457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A51417"/>
                </a:solidFill>
                <a:latin typeface="Source Sans Pro" panose="020B0503030403020204" pitchFamily="34" charset="0"/>
              </a:rPr>
              <a:t>S</a:t>
            </a:r>
            <a:r>
              <a:rPr lang="en-US" altLang="en-US" baseline="-25000" dirty="0">
                <a:solidFill>
                  <a:srgbClr val="A51417"/>
                </a:solidFill>
                <a:latin typeface="Source Sans Pro" panose="020B0503030403020204" pitchFamily="34" charset="0"/>
              </a:rPr>
              <a:t>2</a:t>
            </a:r>
            <a:endParaRPr lang="en-US" altLang="en-US" dirty="0">
              <a:solidFill>
                <a:srgbClr val="A51417"/>
              </a:solidFill>
              <a:latin typeface="Source Sans Pro" panose="020B0503030403020204" pitchFamily="34" charset="0"/>
            </a:endParaRPr>
          </a:p>
        </p:txBody>
      </p:sp>
      <p:sp>
        <p:nvSpPr>
          <p:cNvPr id="23" name="Line 33">
            <a:extLst>
              <a:ext uri="{FF2B5EF4-FFF2-40B4-BE49-F238E27FC236}">
                <a16:creationId xmlns:a16="http://schemas.microsoft.com/office/drawing/2014/main" id="{B1C73C5F-0EF9-5108-7E7D-634F10EB4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0075" y="4298540"/>
            <a:ext cx="0" cy="677863"/>
          </a:xfrm>
          <a:prstGeom prst="line">
            <a:avLst/>
          </a:prstGeom>
          <a:noFill/>
          <a:ln w="9525">
            <a:solidFill>
              <a:srgbClr val="A51417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24" name="Text Box 34">
            <a:extLst>
              <a:ext uri="{FF2B5EF4-FFF2-40B4-BE49-F238E27FC236}">
                <a16:creationId xmlns:a16="http://schemas.microsoft.com/office/drawing/2014/main" id="{D212F44A-59C6-F4D5-BE94-044145A81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594" y="4987583"/>
            <a:ext cx="8350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A51417"/>
                </a:solidFill>
                <a:latin typeface="Source Sans Pro" panose="020B0503030403020204" pitchFamily="34" charset="0"/>
              </a:rPr>
              <a:t>140</a:t>
            </a:r>
          </a:p>
        </p:txBody>
      </p:sp>
      <p:sp>
        <p:nvSpPr>
          <p:cNvPr id="25" name="Text Box 35">
            <a:extLst>
              <a:ext uri="{FF2B5EF4-FFF2-40B4-BE49-F238E27FC236}">
                <a16:creationId xmlns:a16="http://schemas.microsoft.com/office/drawing/2014/main" id="{73BF1988-3539-EFBE-062D-6F69F09B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336" y="4098514"/>
            <a:ext cx="713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A51417"/>
                </a:solidFill>
                <a:latin typeface="Source Sans Pro" panose="020B0503030403020204" pitchFamily="34" charset="0"/>
              </a:rPr>
              <a:t>6</a:t>
            </a:r>
          </a:p>
        </p:txBody>
      </p:sp>
      <p:sp>
        <p:nvSpPr>
          <p:cNvPr id="26" name="Line 36">
            <a:extLst>
              <a:ext uri="{FF2B5EF4-FFF2-40B4-BE49-F238E27FC236}">
                <a16:creationId xmlns:a16="http://schemas.microsoft.com/office/drawing/2014/main" id="{2DA9DA34-FFEE-8C6E-AC87-E8D37733F0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61113" y="4266789"/>
            <a:ext cx="1828800" cy="6350"/>
          </a:xfrm>
          <a:prstGeom prst="line">
            <a:avLst/>
          </a:prstGeom>
          <a:noFill/>
          <a:ln w="9525">
            <a:solidFill>
              <a:srgbClr val="A51417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0CFA9DA3-930B-028F-62C7-05E63CC4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55" y="1400176"/>
            <a:ext cx="488251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Demand: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260 – 20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endParaRPr lang="en-US" altLang="en-US" sz="2400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Supply:   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32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104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 err="1">
                <a:latin typeface="Source Sans Pro" panose="020B0503030403020204" pitchFamily="34" charset="0"/>
                <a:ea typeface="ＭＳ Ｐゴシック" pitchFamily="34" charset="-128"/>
              </a:rPr>
              <a:t>Eqm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is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7 and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120</a:t>
            </a:r>
          </a:p>
        </p:txBody>
      </p:sp>
    </p:spTree>
    <p:extLst>
      <p:ext uri="{BB962C8B-B14F-4D97-AF65-F5344CB8AC3E}">
        <p14:creationId xmlns:p14="http://schemas.microsoft.com/office/powerpoint/2010/main" val="382304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21" grpId="0" animBg="1"/>
      <p:bldP spid="22" grpId="0"/>
      <p:bldP spid="23" grpId="0" animBg="1"/>
      <p:bldP spid="24" grpId="0"/>
      <p:bldP spid="25" grpId="0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to equilibrium</a:t>
            </a:r>
          </a:p>
        </p:txBody>
      </p:sp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0BBDFF2-4FEB-4F5E-8EC4-71DA4E0F2B1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F7F4BF9-8704-B9DD-7372-7C70E88F7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4" y="1511301"/>
            <a:ext cx="5066095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Suppose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D and S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both change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Demand: 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D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312 – 20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</a:p>
          <a:p>
            <a:pPr defTabSz="154305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Supply:  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S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50.91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– 165.45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7B644A-11AE-9967-0E58-8723C6F25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4" y="3296742"/>
            <a:ext cx="5066095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New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equilibrium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is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	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 6.73, </a:t>
            </a:r>
            <a:r>
              <a:rPr lang="en-US" altLang="en-US" sz="24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 =177.33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Which directions of change could we have predicted in </a:t>
            </a:r>
            <a:r>
              <a:rPr lang="en-US" altLang="en-US" sz="2400" b="1" kern="0" dirty="0">
                <a:latin typeface="Source Sans Pro" panose="020B0503030403020204" pitchFamily="34" charset="0"/>
                <a:ea typeface="ＭＳ Ｐゴシック" pitchFamily="34" charset="-128"/>
              </a:rPr>
              <a:t>advance </a:t>
            </a:r>
            <a:r>
              <a:rPr lang="en-US" altLang="en-US" sz="2400" kern="0" dirty="0">
                <a:latin typeface="Source Sans Pro" panose="020B0503030403020204" pitchFamily="34" charset="0"/>
                <a:ea typeface="ＭＳ Ｐゴシック" pitchFamily="34" charset="-128"/>
              </a:rPr>
              <a:t>of the calculation?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8585CB4-2336-11DD-128B-5213C061CB36}"/>
              </a:ext>
            </a:extLst>
          </p:cNvPr>
          <p:cNvGrpSpPr/>
          <p:nvPr/>
        </p:nvGrpSpPr>
        <p:grpSpPr>
          <a:xfrm>
            <a:off x="5598423" y="1714432"/>
            <a:ext cx="4614861" cy="3726807"/>
            <a:chOff x="4014789" y="1754188"/>
            <a:chExt cx="4614861" cy="3726807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DD2C586-F1DC-21E9-3BCE-AB9FA0D26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4413" y="2743200"/>
              <a:ext cx="2627312" cy="2266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859D4-494E-1A73-7272-CAF6BE04A10F}"/>
                </a:ext>
              </a:extLst>
            </p:cNvPr>
            <p:cNvGrpSpPr/>
            <p:nvPr/>
          </p:nvGrpSpPr>
          <p:grpSpPr>
            <a:xfrm>
              <a:off x="4014789" y="1754188"/>
              <a:ext cx="4614861" cy="3726807"/>
              <a:chOff x="4014789" y="1754188"/>
              <a:chExt cx="4614861" cy="3726807"/>
            </a:xfrm>
          </p:grpSpPr>
          <p:sp>
            <p:nvSpPr>
              <p:cNvPr id="10" name="Line 4">
                <a:extLst>
                  <a:ext uri="{FF2B5EF4-FFF2-40B4-BE49-F238E27FC236}">
                    <a16:creationId xmlns:a16="http://schemas.microsoft.com/office/drawing/2014/main" id="{E6CC1B53-8B20-883C-7F59-BDBE60954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89488" y="2025650"/>
                <a:ext cx="30162" cy="2979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1" name="Line 5">
                <a:extLst>
                  <a:ext uri="{FF2B5EF4-FFF2-40B4-BE49-F238E27FC236}">
                    <a16:creationId xmlns:a16="http://schemas.microsoft.com/office/drawing/2014/main" id="{687F0A30-0CC9-9F33-7017-B38E982ED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7900" y="3209925"/>
                <a:ext cx="2736850" cy="15795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2" name="Text Box 6">
                <a:extLst>
                  <a:ext uri="{FF2B5EF4-FFF2-40B4-BE49-F238E27FC236}">
                    <a16:creationId xmlns:a16="http://schemas.microsoft.com/office/drawing/2014/main" id="{6C68B6DE-96B3-D618-B889-053726207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2450" y="4830763"/>
                <a:ext cx="4572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Q</a:t>
                </a:r>
              </a:p>
            </p:txBody>
          </p:sp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7F7C9520-67A7-8EFB-2A20-B86B20E313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4789" y="4638675"/>
                <a:ext cx="75882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3.25</a:t>
                </a:r>
              </a:p>
            </p:txBody>
          </p:sp>
          <p:sp>
            <p:nvSpPr>
              <p:cNvPr id="14" name="Text Box 8">
                <a:extLst>
                  <a:ext uri="{FF2B5EF4-FFF2-40B4-BE49-F238E27FC236}">
                    <a16:creationId xmlns:a16="http://schemas.microsoft.com/office/drawing/2014/main" id="{745B84D6-99F1-0690-1C5E-72AD52F7E5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1725" y="2851150"/>
                <a:ext cx="4572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S</a:t>
                </a:r>
                <a:r>
                  <a:rPr lang="en-US" altLang="en-US" baseline="-25000" dirty="0">
                    <a:latin typeface="Source Sans Pro" panose="020B0503030403020204" pitchFamily="34" charset="0"/>
                  </a:rPr>
                  <a:t>1</a:t>
                </a:r>
                <a:endParaRPr lang="en-US" alt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431B2FD2-4127-490B-609C-BF241D0F08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9925" y="1754188"/>
                <a:ext cx="4572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P</a:t>
                </a:r>
              </a:p>
            </p:txBody>
          </p:sp>
          <p:sp>
            <p:nvSpPr>
              <p:cNvPr id="16" name="Text Box 12">
                <a:extLst>
                  <a:ext uri="{FF2B5EF4-FFF2-40B4-BE49-F238E27FC236}">
                    <a16:creationId xmlns:a16="http://schemas.microsoft.com/office/drawing/2014/main" id="{3EBCE229-FDE3-FEDE-4DB6-88DA3F7263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7846" y="2562225"/>
                <a:ext cx="60053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13</a:t>
                </a:r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758D9832-F918-F896-F48A-A3C20DD2BD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24713" y="5017328"/>
                <a:ext cx="64611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260</a:t>
                </a:r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5F76161B-7EE3-760A-D7D3-D99F6E3A7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7763" y="3967163"/>
                <a:ext cx="0" cy="10429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CCB9AF9F-8407-F170-F2CC-EA77A7250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87900" y="3957638"/>
                <a:ext cx="1439863" cy="15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0" name="Text Box 16">
                <a:extLst>
                  <a:ext uri="{FF2B5EF4-FFF2-40B4-BE49-F238E27FC236}">
                    <a16:creationId xmlns:a16="http://schemas.microsoft.com/office/drawing/2014/main" id="{532CE052-2378-77EE-FEA1-5EA3ACF366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9614" y="5019330"/>
                <a:ext cx="70961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120</a:t>
                </a:r>
              </a:p>
            </p:txBody>
          </p:sp>
          <p:sp>
            <p:nvSpPr>
              <p:cNvPr id="21" name="Text Box 17">
                <a:extLst>
                  <a:ext uri="{FF2B5EF4-FFF2-40B4-BE49-F238E27FC236}">
                    <a16:creationId xmlns:a16="http://schemas.microsoft.com/office/drawing/2014/main" id="{03BAA45F-68A4-434F-38CA-50C4C972F7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42946" y="3775075"/>
                <a:ext cx="43066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algn="r"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7</a:t>
                </a:r>
              </a:p>
            </p:txBody>
          </p:sp>
          <p:sp>
            <p:nvSpPr>
              <p:cNvPr id="22" name="Line 18">
                <a:extLst>
                  <a:ext uri="{FF2B5EF4-FFF2-40B4-BE49-F238E27FC236}">
                    <a16:creationId xmlns:a16="http://schemas.microsoft.com/office/drawing/2014/main" id="{F1585232-64CC-5FC7-9E6B-9061B41DAA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7900" y="5010150"/>
                <a:ext cx="33988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3" name="Text Box 30">
                <a:extLst>
                  <a:ext uri="{FF2B5EF4-FFF2-40B4-BE49-F238E27FC236}">
                    <a16:creationId xmlns:a16="http://schemas.microsoft.com/office/drawing/2014/main" id="{6DEA243F-68B7-B4A7-7258-D9E3B1594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3763" y="4533013"/>
                <a:ext cx="56832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D</a:t>
                </a:r>
                <a:r>
                  <a:rPr lang="en-US" altLang="en-US" baseline="-25000" dirty="0">
                    <a:latin typeface="Source Sans Pro" panose="020B0503030403020204" pitchFamily="34" charset="0"/>
                  </a:rPr>
                  <a:t>1</a:t>
                </a:r>
                <a:endParaRPr lang="en-US" altLang="en-US" dirty="0">
                  <a:latin typeface="Source Sans Pro" panose="020B0503030403020204" pitchFamily="34" charset="0"/>
                </a:endParaRP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0078CC-2C70-A5C8-1A60-4A57ECF7C0FB}"/>
              </a:ext>
            </a:extLst>
          </p:cNvPr>
          <p:cNvGrpSpPr/>
          <p:nvPr/>
        </p:nvGrpSpPr>
        <p:grpSpPr>
          <a:xfrm>
            <a:off x="5529102" y="2065270"/>
            <a:ext cx="4676245" cy="3681712"/>
            <a:chOff x="3945468" y="2105025"/>
            <a:chExt cx="4676245" cy="3681712"/>
          </a:xfrm>
        </p:grpSpPr>
        <p:sp>
          <p:nvSpPr>
            <p:cNvPr id="25" name="Line 19">
              <a:extLst>
                <a:ext uri="{FF2B5EF4-FFF2-40B4-BE49-F238E27FC236}">
                  <a16:creationId xmlns:a16="http://schemas.microsoft.com/office/drawing/2014/main" id="{C3EC1DD9-9F38-32DA-C555-C5A2336087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8375" y="3940175"/>
              <a:ext cx="3386138" cy="849313"/>
            </a:xfrm>
            <a:prstGeom prst="line">
              <a:avLst/>
            </a:prstGeom>
            <a:noFill/>
            <a:ln w="19050">
              <a:solidFill>
                <a:srgbClr val="A5141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6" name="Text Box 20">
              <a:extLst>
                <a:ext uri="{FF2B5EF4-FFF2-40B4-BE49-F238E27FC236}">
                  <a16:creationId xmlns:a16="http://schemas.microsoft.com/office/drawing/2014/main" id="{05D7E123-1976-5EE0-CC4F-D1FE5B74F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9375" y="3496055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A51417"/>
                  </a:solidFill>
                  <a:latin typeface="Source Sans Pro" panose="020B0503030403020204" pitchFamily="34" charset="0"/>
                </a:rPr>
                <a:t>S</a:t>
              </a:r>
              <a:r>
                <a:rPr lang="en-US" altLang="en-US" baseline="-25000" dirty="0">
                  <a:solidFill>
                    <a:srgbClr val="A51417"/>
                  </a:solidFill>
                  <a:latin typeface="Source Sans Pro" panose="020B0503030403020204" pitchFamily="34" charset="0"/>
                </a:rPr>
                <a:t>2</a:t>
              </a:r>
              <a:endParaRPr lang="en-US" altLang="en-US" dirty="0">
                <a:solidFill>
                  <a:srgbClr val="A51417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27" name="Text Box 22">
              <a:extLst>
                <a:ext uri="{FF2B5EF4-FFF2-40B4-BE49-F238E27FC236}">
                  <a16:creationId xmlns:a16="http://schemas.microsoft.com/office/drawing/2014/main" id="{AAB7439D-865B-4AF6-2E47-44E701928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29043" y="5325072"/>
              <a:ext cx="105886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A51417"/>
                  </a:solidFill>
                  <a:latin typeface="Source Sans Pro" panose="020B0503030403020204" pitchFamily="34" charset="0"/>
                </a:rPr>
                <a:t>177.33</a:t>
              </a:r>
            </a:p>
          </p:txBody>
        </p:sp>
        <p:sp>
          <p:nvSpPr>
            <p:cNvPr id="28" name="Text Box 23">
              <a:extLst>
                <a:ext uri="{FF2B5EF4-FFF2-40B4-BE49-F238E27FC236}">
                  <a16:creationId xmlns:a16="http://schemas.microsoft.com/office/drawing/2014/main" id="{21618667-F40C-FFC4-8C67-F3D6444A2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8925" y="4059238"/>
              <a:ext cx="73138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solidFill>
                    <a:srgbClr val="A51417"/>
                  </a:solidFill>
                  <a:latin typeface="Source Sans Pro" panose="020B0503030403020204" pitchFamily="34" charset="0"/>
                </a:rPr>
                <a:t>6.73</a:t>
              </a:r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0FF6BBB3-2DF8-8A56-560C-B69E97DE3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4413" y="2278063"/>
              <a:ext cx="3179762" cy="2732087"/>
            </a:xfrm>
            <a:prstGeom prst="line">
              <a:avLst/>
            </a:prstGeom>
            <a:noFill/>
            <a:ln w="28575">
              <a:solidFill>
                <a:srgbClr val="D8D2C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C5EED2FA-6FF1-6984-322F-CD411C939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53350" y="5017328"/>
              <a:ext cx="8683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312</a:t>
              </a:r>
            </a:p>
          </p:txBody>
        </p:sp>
        <p:sp>
          <p:nvSpPr>
            <p:cNvPr id="32" name="Text Box 27">
              <a:extLst>
                <a:ext uri="{FF2B5EF4-FFF2-40B4-BE49-F238E27FC236}">
                  <a16:creationId xmlns:a16="http://schemas.microsoft.com/office/drawing/2014/main" id="{A9EDCEBA-6CC8-F4DE-B6FF-CC797EF6E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5468" y="2105025"/>
              <a:ext cx="8501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r"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15.6</a:t>
              </a:r>
            </a:p>
          </p:txBody>
        </p:sp>
        <p:sp>
          <p:nvSpPr>
            <p:cNvPr id="33" name="Line 28">
              <a:extLst>
                <a:ext uri="{FF2B5EF4-FFF2-40B4-BE49-F238E27FC236}">
                  <a16:creationId xmlns:a16="http://schemas.microsoft.com/office/drawing/2014/main" id="{7F9E8599-0453-709B-3884-F1E114F344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0125" y="4203700"/>
              <a:ext cx="2252663" cy="1588"/>
            </a:xfrm>
            <a:prstGeom prst="line">
              <a:avLst/>
            </a:prstGeom>
            <a:noFill/>
            <a:ln w="9525">
              <a:solidFill>
                <a:srgbClr val="A51417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4" name="Line 29">
              <a:extLst>
                <a:ext uri="{FF2B5EF4-FFF2-40B4-BE49-F238E27FC236}">
                  <a16:creationId xmlns:a16="http://schemas.microsoft.com/office/drawing/2014/main" id="{6D05A75D-F545-82B1-14DB-16A433F200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4375" y="4202113"/>
              <a:ext cx="0" cy="787400"/>
            </a:xfrm>
            <a:prstGeom prst="line">
              <a:avLst/>
            </a:prstGeom>
            <a:noFill/>
            <a:ln w="9525">
              <a:solidFill>
                <a:srgbClr val="A51417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35" name="Text Box 31">
              <a:extLst>
                <a:ext uri="{FF2B5EF4-FFF2-40B4-BE49-F238E27FC236}">
                  <a16:creationId xmlns:a16="http://schemas.microsoft.com/office/drawing/2014/main" id="{E55EB82D-E4B5-B514-D704-5813F5DA3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8920" y="4435338"/>
              <a:ext cx="6619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D8D2C5"/>
                  </a:solidFill>
                  <a:latin typeface="Source Sans Pro" panose="020B0503030403020204" pitchFamily="34" charset="0"/>
                </a:rPr>
                <a:t>D</a:t>
              </a:r>
              <a:r>
                <a:rPr lang="en-US" altLang="en-US" b="1" baseline="-25000" dirty="0">
                  <a:solidFill>
                    <a:srgbClr val="D8D2C5"/>
                  </a:solidFill>
                  <a:latin typeface="Source Sans Pro" panose="020B0503030403020204" pitchFamily="34" charset="0"/>
                </a:rPr>
                <a:t>2</a:t>
              </a:r>
              <a:endParaRPr lang="en-US" altLang="en-US" b="1" dirty="0">
                <a:solidFill>
                  <a:srgbClr val="D8D2C5"/>
                </a:solidFill>
                <a:latin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810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Predicting changes to equilibrium</a:t>
            </a:r>
          </a:p>
        </p:txBody>
      </p:sp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220A3D0A-2140-4BBD-8FCB-C95977D032C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10043E9-E6D4-BE9E-265B-6C837C245C04}"/>
              </a:ext>
            </a:extLst>
          </p:cNvPr>
          <p:cNvGrpSpPr/>
          <p:nvPr/>
        </p:nvGrpSpPr>
        <p:grpSpPr>
          <a:xfrm>
            <a:off x="7339408" y="2154299"/>
            <a:ext cx="3608133" cy="3184177"/>
            <a:chOff x="5535867" y="1754188"/>
            <a:chExt cx="4149725" cy="3598280"/>
          </a:xfrm>
        </p:grpSpPr>
        <p:sp>
          <p:nvSpPr>
            <p:cNvPr id="4" name="Line 10">
              <a:extLst>
                <a:ext uri="{FF2B5EF4-FFF2-40B4-BE49-F238E27FC236}">
                  <a16:creationId xmlns:a16="http://schemas.microsoft.com/office/drawing/2014/main" id="{92D230CB-A126-BA02-56BA-81DE3DCE4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0355" y="2743200"/>
              <a:ext cx="2627312" cy="2266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0EF749-48A1-515F-B6EF-FDD5BA758FC3}"/>
                </a:ext>
              </a:extLst>
            </p:cNvPr>
            <p:cNvGrpSpPr/>
            <p:nvPr/>
          </p:nvGrpSpPr>
          <p:grpSpPr>
            <a:xfrm>
              <a:off x="5535867" y="1754188"/>
              <a:ext cx="4149725" cy="3598280"/>
              <a:chOff x="4479925" y="1754188"/>
              <a:chExt cx="4149725" cy="3598280"/>
            </a:xfrm>
          </p:grpSpPr>
          <p:sp>
            <p:nvSpPr>
              <p:cNvPr id="6" name="Line 4">
                <a:extLst>
                  <a:ext uri="{FF2B5EF4-FFF2-40B4-BE49-F238E27FC236}">
                    <a16:creationId xmlns:a16="http://schemas.microsoft.com/office/drawing/2014/main" id="{6EFBFA47-87AD-70DE-BC6E-39CD534E9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89488" y="2025650"/>
                <a:ext cx="30162" cy="2979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id="{53BDD21B-D19C-4C9E-7A79-C6B2A1445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7900" y="3209925"/>
                <a:ext cx="2736850" cy="15795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136CD124-25B3-F942-CDE9-92AECDB51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2450" y="4830763"/>
                <a:ext cx="457200" cy="521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Q</a:t>
                </a:r>
              </a:p>
            </p:txBody>
          </p:sp>
          <p:sp>
            <p:nvSpPr>
              <p:cNvPr id="9" name="Text Box 8">
                <a:extLst>
                  <a:ext uri="{FF2B5EF4-FFF2-40B4-BE49-F238E27FC236}">
                    <a16:creationId xmlns:a16="http://schemas.microsoft.com/office/drawing/2014/main" id="{E2932995-A49E-92B5-D370-E4744FBA9B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51725" y="2851150"/>
                <a:ext cx="457200" cy="521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S</a:t>
                </a:r>
              </a:p>
            </p:txBody>
          </p:sp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B452E621-A602-33F0-CDE8-424A0C950F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9925" y="1754188"/>
                <a:ext cx="457200" cy="521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P</a:t>
                </a:r>
              </a:p>
            </p:txBody>
          </p:sp>
          <p:sp>
            <p:nvSpPr>
              <p:cNvPr id="11" name="Line 14">
                <a:extLst>
                  <a:ext uri="{FF2B5EF4-FFF2-40B4-BE49-F238E27FC236}">
                    <a16:creationId xmlns:a16="http://schemas.microsoft.com/office/drawing/2014/main" id="{923B5FC3-B474-455A-CF25-7DE5C41DAC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7763" y="3967163"/>
                <a:ext cx="0" cy="10429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2" name="Line 15">
                <a:extLst>
                  <a:ext uri="{FF2B5EF4-FFF2-40B4-BE49-F238E27FC236}">
                    <a16:creationId xmlns:a16="http://schemas.microsoft.com/office/drawing/2014/main" id="{75297C4D-ED07-5E1F-CB9A-F8AD632DA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87900" y="3957638"/>
                <a:ext cx="1439863" cy="15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Line 18">
                <a:extLst>
                  <a:ext uri="{FF2B5EF4-FFF2-40B4-BE49-F238E27FC236}">
                    <a16:creationId xmlns:a16="http://schemas.microsoft.com/office/drawing/2014/main" id="{389CC960-E71F-10DA-7EBC-2AC1CC24B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7900" y="5010150"/>
                <a:ext cx="33988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4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4" name="Text Box 30">
                <a:extLst>
                  <a:ext uri="{FF2B5EF4-FFF2-40B4-BE49-F238E27FC236}">
                    <a16:creationId xmlns:a16="http://schemas.microsoft.com/office/drawing/2014/main" id="{666A2843-7348-BCC2-5BCE-AA78E2A364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4888" y="4562428"/>
                <a:ext cx="457200" cy="5217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D</a:t>
                </a:r>
              </a:p>
            </p:txBody>
          </p:sp>
        </p:grp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EFCCEC26-6516-CFF9-8589-7BA9481D8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04" y="2404878"/>
            <a:ext cx="6618577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indent="-457200" eaLnBrk="1" hangingPunct="1"/>
            <a:r>
              <a:rPr lang="en-US" altLang="en-US" kern="0">
                <a:ea typeface="ＭＳ Ｐゴシック" pitchFamily="34" charset="-128"/>
              </a:rPr>
              <a:t>What can be said about </a:t>
            </a:r>
            <a:r>
              <a:rPr lang="en-US" altLang="en-US" i="1" kern="0">
                <a:ea typeface="ＭＳ Ｐゴシック" pitchFamily="34" charset="-128"/>
              </a:rPr>
              <a:t>P</a:t>
            </a:r>
            <a:r>
              <a:rPr lang="en-US" altLang="en-US" kern="0">
                <a:ea typeface="ＭＳ Ｐゴシック" pitchFamily="34" charset="-128"/>
              </a:rPr>
              <a:t> and </a:t>
            </a:r>
            <a:r>
              <a:rPr lang="en-US" altLang="en-US" i="1" kern="0">
                <a:ea typeface="ＭＳ Ｐゴシック" pitchFamily="34" charset="-128"/>
              </a:rPr>
              <a:t>Q</a:t>
            </a:r>
            <a:r>
              <a:rPr lang="en-US" altLang="en-US" kern="0">
                <a:ea typeface="ＭＳ Ｐゴシック" pitchFamily="34" charset="-128"/>
              </a:rPr>
              <a:t> in the new equilibrium following…</a:t>
            </a:r>
          </a:p>
          <a:p>
            <a:pPr marL="838200" lvl="1" indent="-381000" eaLnBrk="1" hangingPunct="1"/>
            <a:r>
              <a:rPr lang="en-US" altLang="en-US" b="1" kern="0"/>
              <a:t>D decrease </a:t>
            </a:r>
            <a:r>
              <a:rPr lang="en-US" altLang="en-US" kern="0"/>
              <a:t>only</a:t>
            </a:r>
          </a:p>
          <a:p>
            <a:pPr marL="838200" lvl="1" indent="-381000" eaLnBrk="1" hangingPunct="1"/>
            <a:r>
              <a:rPr lang="en-US" altLang="en-US" b="1" kern="0"/>
              <a:t>S decrease </a:t>
            </a:r>
            <a:r>
              <a:rPr lang="en-US" altLang="en-US" kern="0"/>
              <a:t>only (# of suppliers decreases)</a:t>
            </a:r>
          </a:p>
          <a:p>
            <a:pPr marL="838200" lvl="1" indent="-381000" eaLnBrk="1" hangingPunct="1"/>
            <a:r>
              <a:rPr lang="en-US" altLang="en-US" b="1" kern="0"/>
              <a:t>D increase </a:t>
            </a:r>
            <a:r>
              <a:rPr lang="en-US" altLang="en-US" kern="0"/>
              <a:t>and </a:t>
            </a:r>
            <a:r>
              <a:rPr lang="en-US" altLang="en-US" b="1" kern="0"/>
              <a:t>S decrease</a:t>
            </a:r>
          </a:p>
          <a:p>
            <a:pPr marL="838200" lvl="1" indent="-381000" eaLnBrk="1" hangingPunct="1"/>
            <a:r>
              <a:rPr lang="en-US" altLang="en-US" b="1" kern="0"/>
              <a:t>D decrease </a:t>
            </a:r>
            <a:r>
              <a:rPr lang="en-US" altLang="en-US" kern="0"/>
              <a:t>and </a:t>
            </a:r>
            <a:r>
              <a:rPr lang="en-US" altLang="en-US" b="1" kern="0"/>
              <a:t>S decrease</a:t>
            </a:r>
            <a:endParaRPr lang="en-US" altLang="en-US" b="1" kern="0" dirty="0"/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EB4A354-98ED-A537-3BC0-6ADA34DA3837}"/>
              </a:ext>
            </a:extLst>
          </p:cNvPr>
          <p:cNvSpPr/>
          <p:nvPr/>
        </p:nvSpPr>
        <p:spPr>
          <a:xfrm>
            <a:off x="1244167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4C3DD40-14A3-A35E-C9D5-37F20D2C91DB}"/>
                  </a:ext>
                </a:extLst>
              </p14:cNvPr>
              <p14:cNvContentPartPr/>
              <p14:nvPr/>
            </p14:nvContentPartPr>
            <p14:xfrm>
              <a:off x="1556640" y="328680"/>
              <a:ext cx="10008000" cy="4764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4C3DD40-14A3-A35E-C9D5-37F20D2C91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0440" y="312480"/>
                <a:ext cx="10040400" cy="479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030956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Example: </a:t>
            </a:r>
            <a:r>
              <a:rPr lang="en-US" b="0" dirty="0" err="1"/>
              <a:t>Exosun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B0D57-8169-4FAE-80CE-38F4C60212BD}" type="slidenum">
              <a:rPr lang="en-US" altLang="en-US" smtClean="0"/>
              <a:pPr/>
              <a:t>63</a:t>
            </a:fld>
            <a:endParaRPr lang="en-US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106902" y="6505129"/>
            <a:ext cx="88024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Source: “</a:t>
            </a:r>
            <a:r>
              <a:rPr lang="en-US" sz="1200" dirty="0" err="1">
                <a:latin typeface="Source Sans Pro" panose="020B0503030403020204" pitchFamily="34" charset="0"/>
                <a:cs typeface="Calibri" panose="020F0502020204030204" pitchFamily="34" charset="0"/>
              </a:rPr>
              <a:t>Exosun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 in Receivership: The Latest in a Fast-Growing, Fiercely Competitive Tracker Market,” </a:t>
            </a:r>
            <a:r>
              <a:rPr lang="en-US" sz="1200" i="1" dirty="0">
                <a:latin typeface="Source Sans Pro" panose="020B0503030403020204" pitchFamily="34" charset="0"/>
                <a:cs typeface="Calibri" panose="020F0502020204030204" pitchFamily="34" charset="0"/>
              </a:rPr>
              <a:t>Independent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, August 6, 2017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9F9C0-7BE1-8617-4638-F7131CEA6BF8}"/>
              </a:ext>
            </a:extLst>
          </p:cNvPr>
          <p:cNvSpPr txBox="1"/>
          <p:nvPr/>
        </p:nvSpPr>
        <p:spPr>
          <a:xfrm>
            <a:off x="1124712" y="1531676"/>
            <a:ext cx="994867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What has been happening to the tracker industry?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Demand side?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Supply side?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Which do you expect has grown more: supply or demand?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Why?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How would you incorporate regional variations into the standard model?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</a:rPr>
              <a:t>How do technology innovations and strong customer relationships affect the model?</a:t>
            </a: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15170D5D-9457-94C2-D04A-34005ED518E7}"/>
              </a:ext>
            </a:extLst>
          </p:cNvPr>
          <p:cNvSpPr/>
          <p:nvPr/>
        </p:nvSpPr>
        <p:spPr>
          <a:xfrm>
            <a:off x="12568136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AE189D-4183-518C-B151-F467FED92491}"/>
                  </a:ext>
                </a:extLst>
              </p14:cNvPr>
              <p14:cNvContentPartPr/>
              <p14:nvPr/>
            </p14:nvContentPartPr>
            <p14:xfrm>
              <a:off x="2286360" y="134640"/>
              <a:ext cx="9682920" cy="6332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AE189D-4183-518C-B151-F467FED924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70160" y="118440"/>
                <a:ext cx="9715320" cy="63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24473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ea typeface="ＭＳ Ｐゴシック" pitchFamily="34" charset="-128"/>
              </a:rPr>
              <a:t>Market dynamics</a:t>
            </a:r>
          </a:p>
        </p:txBody>
      </p:sp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273C186-6B8E-471F-9FDF-55A1731039F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9F585B3-9C93-F730-7898-B3EE27240DDE}"/>
              </a:ext>
            </a:extLst>
          </p:cNvPr>
          <p:cNvSpPr/>
          <p:nvPr/>
        </p:nvSpPr>
        <p:spPr>
          <a:xfrm>
            <a:off x="527299" y="3142033"/>
            <a:ext cx="1556657" cy="1001507"/>
          </a:xfrm>
          <a:prstGeom prst="roundRect">
            <a:avLst/>
          </a:prstGeom>
          <a:solidFill>
            <a:srgbClr val="A51417"/>
          </a:solidFill>
          <a:ln>
            <a:solidFill>
              <a:srgbClr val="A514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solidFill>
                  <a:srgbClr val="C8C8C8"/>
                </a:solidFill>
                <a:latin typeface="Source Sans Pro" panose="020B0503030403020204" pitchFamily="34" charset="0"/>
              </a:rPr>
              <a:t>Example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E2F76F0-FC37-28FE-C07A-51FCB0AC2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160" y="3142032"/>
            <a:ext cx="9251552" cy="232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600" b="1" kern="0" dirty="0">
                <a:latin typeface="Source Sans Pro" panose="020B0503030403020204" pitchFamily="34" charset="0"/>
                <a:ea typeface="ＭＳ Ｐゴシック" pitchFamily="34" charset="-128"/>
              </a:rPr>
              <a:t>Housing prices 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in New York and Houston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Between 1977 and 2007, population in </a:t>
            </a: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New York increased 15%</a:t>
            </a: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while the </a:t>
            </a: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Houston’s </a:t>
            </a: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population </a:t>
            </a: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increased </a:t>
            </a: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by about </a:t>
            </a: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100%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Increases </a:t>
            </a: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</a:t>
            </a: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demand for housing </a:t>
            </a: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both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happened to </a:t>
            </a:r>
            <a:r>
              <a:rPr lang="en-US" altLang="en-US" sz="2600" b="1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housing prices </a:t>
            </a:r>
            <a:r>
              <a:rPr lang="en-US" altLang="en-US" sz="26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New York? Houston?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170AB1-1165-6BC0-3799-52D9CA799690}"/>
              </a:ext>
            </a:extLst>
          </p:cNvPr>
          <p:cNvGrpSpPr/>
          <p:nvPr/>
        </p:nvGrpSpPr>
        <p:grpSpPr>
          <a:xfrm>
            <a:off x="1817483" y="1216996"/>
            <a:ext cx="8534831" cy="1500460"/>
            <a:chOff x="293482" y="1166490"/>
            <a:chExt cx="8534831" cy="150046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E9F7C4F-867D-16B4-914C-CEAD8DBAB3D7}"/>
                </a:ext>
              </a:extLst>
            </p:cNvPr>
            <p:cNvGrpSpPr/>
            <p:nvPr/>
          </p:nvGrpSpPr>
          <p:grpSpPr>
            <a:xfrm>
              <a:off x="293482" y="1166490"/>
              <a:ext cx="8534831" cy="1500460"/>
              <a:chOff x="293482" y="1166490"/>
              <a:chExt cx="8534831" cy="1500460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FF3C46AC-2F8F-D79B-E0A4-0297BFF3551E}"/>
                  </a:ext>
                </a:extLst>
              </p:cNvPr>
              <p:cNvSpPr/>
              <p:nvPr/>
            </p:nvSpPr>
            <p:spPr>
              <a:xfrm>
                <a:off x="293482" y="1447416"/>
                <a:ext cx="8534831" cy="949527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818632CA-C170-75CE-2EDA-64865D5AC567}"/>
                  </a:ext>
                </a:extLst>
              </p:cNvPr>
              <p:cNvSpPr/>
              <p:nvPr/>
            </p:nvSpPr>
            <p:spPr>
              <a:xfrm>
                <a:off x="293482" y="1166490"/>
                <a:ext cx="8534831" cy="712145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6459C83-13E4-B9C5-BA69-82816A52E4F0}"/>
                  </a:ext>
                </a:extLst>
              </p:cNvPr>
              <p:cNvSpPr/>
              <p:nvPr/>
            </p:nvSpPr>
            <p:spPr>
              <a:xfrm>
                <a:off x="293482" y="1954805"/>
                <a:ext cx="8534831" cy="712145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95150C92-7890-C5D1-CC8E-50EF5D150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685" y="1316556"/>
              <a:ext cx="8352424" cy="1292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Relative </a:t>
              </a:r>
              <a:r>
                <a:rPr lang="en-US" altLang="en-US" sz="26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elasticities </a:t>
              </a:r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of demand and supply help tell us whether shocks will be translated primarily into changes in </a:t>
              </a:r>
              <a:r>
                <a:rPr lang="en-US" altLang="en-US" sz="26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prices or quantities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35248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Relative elasticities matter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65</a:t>
            </a:fld>
            <a:endParaRPr lang="en-US" altLang="en-US" dirty="0"/>
          </a:p>
        </p:txBody>
      </p:sp>
      <p:grpSp>
        <p:nvGrpSpPr>
          <p:cNvPr id="39" name="Group 38"/>
          <p:cNvGrpSpPr/>
          <p:nvPr/>
        </p:nvGrpSpPr>
        <p:grpSpPr>
          <a:xfrm>
            <a:off x="10352858" y="189665"/>
            <a:ext cx="1306538" cy="369332"/>
            <a:chOff x="7155506" y="189665"/>
            <a:chExt cx="1306538" cy="369332"/>
          </a:xfrm>
        </p:grpSpPr>
        <p:sp>
          <p:nvSpPr>
            <p:cNvPr id="31" name="Oval 30"/>
            <p:cNvSpPr/>
            <p:nvPr/>
          </p:nvSpPr>
          <p:spPr>
            <a:xfrm>
              <a:off x="7155506" y="305751"/>
              <a:ext cx="137160" cy="13716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511143" y="189665"/>
              <a:ext cx="950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</a:rPr>
                <a:t>Original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0352858" y="543544"/>
            <a:ext cx="1350012" cy="369332"/>
            <a:chOff x="7155506" y="545068"/>
            <a:chExt cx="1350012" cy="369332"/>
          </a:xfrm>
        </p:grpSpPr>
        <p:sp>
          <p:nvSpPr>
            <p:cNvPr id="33" name="Oval 32"/>
            <p:cNvSpPr/>
            <p:nvPr/>
          </p:nvSpPr>
          <p:spPr>
            <a:xfrm>
              <a:off x="7155506" y="661154"/>
              <a:ext cx="137160" cy="137160"/>
            </a:xfrm>
            <a:prstGeom prst="ellipse">
              <a:avLst/>
            </a:prstGeom>
            <a:solidFill>
              <a:srgbClr val="A51714"/>
            </a:solidFill>
            <a:ln>
              <a:solidFill>
                <a:srgbClr val="A517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511143" y="545068"/>
              <a:ext cx="994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</a:rPr>
                <a:t>Inelastic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0352859" y="897423"/>
            <a:ext cx="1170475" cy="369332"/>
            <a:chOff x="7155506" y="897423"/>
            <a:chExt cx="1170475" cy="369332"/>
          </a:xfrm>
        </p:grpSpPr>
        <p:sp>
          <p:nvSpPr>
            <p:cNvPr id="35" name="Oval 34"/>
            <p:cNvSpPr/>
            <p:nvPr/>
          </p:nvSpPr>
          <p:spPr>
            <a:xfrm>
              <a:off x="7155506" y="1013509"/>
              <a:ext cx="137160" cy="137160"/>
            </a:xfrm>
            <a:prstGeom prst="ellipse">
              <a:avLst/>
            </a:prstGeom>
            <a:solidFill>
              <a:srgbClr val="D8D2C5"/>
            </a:solidFill>
            <a:ln>
              <a:solidFill>
                <a:srgbClr val="D8D2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511143" y="897423"/>
              <a:ext cx="814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</a:rPr>
                <a:t>Elastic</a:t>
              </a: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471946-715C-B7B8-A666-A3CA505FE2F4}"/>
              </a:ext>
            </a:extLst>
          </p:cNvPr>
          <p:cNvCxnSpPr/>
          <p:nvPr/>
        </p:nvCxnSpPr>
        <p:spPr>
          <a:xfrm>
            <a:off x="3069771" y="1262743"/>
            <a:ext cx="0" cy="472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9C2950-934F-F789-F9C8-862D6D36D860}"/>
              </a:ext>
            </a:extLst>
          </p:cNvPr>
          <p:cNvCxnSpPr/>
          <p:nvPr/>
        </p:nvCxnSpPr>
        <p:spPr>
          <a:xfrm>
            <a:off x="3069772" y="5987143"/>
            <a:ext cx="60851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638470-8C24-4C9C-53D9-55EF745AA6EB}"/>
              </a:ext>
            </a:extLst>
          </p:cNvPr>
          <p:cNvCxnSpPr/>
          <p:nvPr/>
        </p:nvCxnSpPr>
        <p:spPr>
          <a:xfrm flipV="1">
            <a:off x="3069771" y="2155371"/>
            <a:ext cx="5965372" cy="30044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B73327-E755-8139-0997-ACD041252ABC}"/>
              </a:ext>
            </a:extLst>
          </p:cNvPr>
          <p:cNvCxnSpPr/>
          <p:nvPr/>
        </p:nvCxnSpPr>
        <p:spPr>
          <a:xfrm>
            <a:off x="5323115" y="914401"/>
            <a:ext cx="729343" cy="4920343"/>
          </a:xfrm>
          <a:prstGeom prst="line">
            <a:avLst/>
          </a:prstGeom>
          <a:ln w="19050">
            <a:solidFill>
              <a:srgbClr val="A514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62AC38-32C4-5F6A-7DBC-833B9520D4E3}"/>
              </a:ext>
            </a:extLst>
          </p:cNvPr>
          <p:cNvCxnSpPr/>
          <p:nvPr/>
        </p:nvCxnSpPr>
        <p:spPr>
          <a:xfrm>
            <a:off x="3287486" y="3396358"/>
            <a:ext cx="5867400" cy="957943"/>
          </a:xfrm>
          <a:prstGeom prst="line">
            <a:avLst/>
          </a:prstGeom>
          <a:ln w="28575">
            <a:solidFill>
              <a:srgbClr val="D8D2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29D257-2F9B-331C-C3EA-441B53EC288E}"/>
              </a:ext>
            </a:extLst>
          </p:cNvPr>
          <p:cNvSpPr txBox="1"/>
          <p:nvPr/>
        </p:nvSpPr>
        <p:spPr>
          <a:xfrm>
            <a:off x="8958945" y="1719940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cs typeface="Andalus" panose="02020603050405020304" pitchFamily="18" charset="-78"/>
              </a:rPr>
              <a:t>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7330EA-48D6-03C0-E7B1-1380E2187F83}"/>
              </a:ext>
            </a:extLst>
          </p:cNvPr>
          <p:cNvSpPr txBox="1"/>
          <p:nvPr/>
        </p:nvSpPr>
        <p:spPr>
          <a:xfrm>
            <a:off x="5362055" y="801079"/>
            <a:ext cx="42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cs typeface="Andalus" panose="02020603050405020304" pitchFamily="18" charset="-78"/>
              </a:rPr>
              <a:t>D</a:t>
            </a:r>
            <a:r>
              <a:rPr lang="en-US" sz="2400" baseline="-25000" dirty="0">
                <a:latin typeface="Source Sans Pro" panose="020B0503030403020204" pitchFamily="34" charset="0"/>
                <a:cs typeface="Andalus" panose="02020603050405020304" pitchFamily="18" charset="-78"/>
              </a:rPr>
              <a:t>I</a:t>
            </a:r>
            <a:endParaRPr lang="en-US" sz="2400" dirty="0">
              <a:latin typeface="Source Sans Pro" panose="020B0503030403020204" pitchFamily="34" charset="0"/>
              <a:cs typeface="Andalus" panose="02020603050405020304" pitchFamily="18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CB3A5B-BA0A-C16B-8C8D-E658FD70BBBB}"/>
              </a:ext>
            </a:extLst>
          </p:cNvPr>
          <p:cNvSpPr txBox="1"/>
          <p:nvPr/>
        </p:nvSpPr>
        <p:spPr>
          <a:xfrm>
            <a:off x="9138557" y="4319411"/>
            <a:ext cx="481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cs typeface="Andalus" panose="02020603050405020304" pitchFamily="18" charset="-78"/>
              </a:rPr>
              <a:t>D</a:t>
            </a:r>
            <a:r>
              <a:rPr lang="en-US" sz="2400" baseline="-25000" dirty="0">
                <a:latin typeface="Source Sans Pro" panose="020B0503030403020204" pitchFamily="34" charset="0"/>
                <a:cs typeface="Andalus" panose="02020603050405020304" pitchFamily="18" charset="-78"/>
              </a:rPr>
              <a:t>E</a:t>
            </a:r>
            <a:endParaRPr lang="en-US" sz="2400" dirty="0">
              <a:latin typeface="Source Sans Pro" panose="020B0503030403020204" pitchFamily="34" charset="0"/>
              <a:cs typeface="Andalus" panose="02020603050405020304" pitchFamily="18" charset="-78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503EB7-8385-4CCA-0BF1-DA72292B9DD1}"/>
              </a:ext>
            </a:extLst>
          </p:cNvPr>
          <p:cNvSpPr/>
          <p:nvPr/>
        </p:nvSpPr>
        <p:spPr>
          <a:xfrm>
            <a:off x="5675047" y="3734750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392403C-9C9A-7886-D57D-177E592A66B4}"/>
              </a:ext>
            </a:extLst>
          </p:cNvPr>
          <p:cNvGrpSpPr/>
          <p:nvPr/>
        </p:nvGrpSpPr>
        <p:grpSpPr>
          <a:xfrm>
            <a:off x="4131125" y="3361468"/>
            <a:ext cx="6043770" cy="957943"/>
            <a:chOff x="2607125" y="3361467"/>
            <a:chExt cx="6043770" cy="957943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B2710F-C92C-903B-4EE8-4F7E53C73A0F}"/>
                </a:ext>
              </a:extLst>
            </p:cNvPr>
            <p:cNvCxnSpPr/>
            <p:nvPr/>
          </p:nvCxnSpPr>
          <p:spPr>
            <a:xfrm>
              <a:off x="2607125" y="3361467"/>
              <a:ext cx="5867400" cy="957943"/>
            </a:xfrm>
            <a:prstGeom prst="line">
              <a:avLst/>
            </a:prstGeom>
            <a:ln w="28575">
              <a:solidFill>
                <a:srgbClr val="D8D2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8D4FB63-0965-9B31-F689-284CB825A0BD}"/>
                </a:ext>
              </a:extLst>
            </p:cNvPr>
            <p:cNvSpPr txBox="1"/>
            <p:nvPr/>
          </p:nvSpPr>
          <p:spPr>
            <a:xfrm>
              <a:off x="8092729" y="3814216"/>
              <a:ext cx="5581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cs typeface="Andalus" panose="02020603050405020304" pitchFamily="18" charset="-78"/>
                </a:rPr>
                <a:t>D</a:t>
              </a:r>
              <a:r>
                <a:rPr lang="en-US" sz="2400" baseline="-25000" dirty="0">
                  <a:latin typeface="Source Sans Pro" panose="020B0503030403020204" pitchFamily="34" charset="0"/>
                  <a:cs typeface="Andalus" panose="02020603050405020304" pitchFamily="18" charset="-78"/>
                </a:rPr>
                <a:t>E</a:t>
              </a:r>
              <a:r>
                <a:rPr lang="en-US" sz="2400" dirty="0">
                  <a:latin typeface="Source Sans Pro" panose="020B0503030403020204" pitchFamily="34" charset="0"/>
                  <a:cs typeface="Andalus" panose="02020603050405020304" pitchFamily="18" charset="-78"/>
                </a:rPr>
                <a:t>’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2F32C54-D3B8-1923-051E-F8945715DE1A}"/>
                </a:ext>
              </a:extLst>
            </p:cNvPr>
            <p:cNvCxnSpPr/>
            <p:nvPr/>
          </p:nvCxnSpPr>
          <p:spPr>
            <a:xfrm>
              <a:off x="5584369" y="4012390"/>
              <a:ext cx="9416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7E53CBD-31C5-8D24-400F-5AEC7B233E58}"/>
                </a:ext>
              </a:extLst>
            </p:cNvPr>
            <p:cNvSpPr/>
            <p:nvPr/>
          </p:nvSpPr>
          <p:spPr>
            <a:xfrm>
              <a:off x="4447138" y="3606257"/>
              <a:ext cx="137160" cy="137160"/>
            </a:xfrm>
            <a:prstGeom prst="ellipse">
              <a:avLst/>
            </a:prstGeom>
            <a:solidFill>
              <a:srgbClr val="D8D2C5"/>
            </a:solidFill>
            <a:ln>
              <a:solidFill>
                <a:srgbClr val="D8D2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BCAE9F1-9FDC-08D4-AF04-863D14F7FC23}"/>
              </a:ext>
            </a:extLst>
          </p:cNvPr>
          <p:cNvGrpSpPr/>
          <p:nvPr/>
        </p:nvGrpSpPr>
        <p:grpSpPr>
          <a:xfrm>
            <a:off x="5687785" y="801079"/>
            <a:ext cx="1333496" cy="5044543"/>
            <a:chOff x="4163785" y="801078"/>
            <a:chExt cx="1333496" cy="5044543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DA243B5-C8D0-2B75-0B1F-75292A234EE8}"/>
                </a:ext>
              </a:extLst>
            </p:cNvPr>
            <p:cNvCxnSpPr/>
            <p:nvPr/>
          </p:nvCxnSpPr>
          <p:spPr>
            <a:xfrm>
              <a:off x="4767938" y="925278"/>
              <a:ext cx="729343" cy="4920343"/>
            </a:xfrm>
            <a:prstGeom prst="line">
              <a:avLst/>
            </a:prstGeom>
            <a:ln w="19050">
              <a:solidFill>
                <a:srgbClr val="A5141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F695493-025F-FC0E-F1B1-5FFF44C3E3A6}"/>
                </a:ext>
              </a:extLst>
            </p:cNvPr>
            <p:cNvSpPr txBox="1"/>
            <p:nvPr/>
          </p:nvSpPr>
          <p:spPr>
            <a:xfrm>
              <a:off x="4810825" y="801078"/>
              <a:ext cx="5020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cs typeface="Andalus" panose="02020603050405020304" pitchFamily="18" charset="-78"/>
                </a:rPr>
                <a:t>D</a:t>
              </a:r>
              <a:r>
                <a:rPr lang="en-US" sz="2400" baseline="-25000" dirty="0">
                  <a:latin typeface="Source Sans Pro" panose="020B0503030403020204" pitchFamily="34" charset="0"/>
                  <a:cs typeface="Andalus" panose="02020603050405020304" pitchFamily="18" charset="-78"/>
                </a:rPr>
                <a:t>I</a:t>
              </a:r>
              <a:r>
                <a:rPr lang="en-US" sz="2400" dirty="0">
                  <a:latin typeface="Source Sans Pro" panose="020B0503030403020204" pitchFamily="34" charset="0"/>
                  <a:cs typeface="Andalus" panose="02020603050405020304" pitchFamily="18" charset="-78"/>
                </a:rPr>
                <a:t>’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ACCAB25-F9C2-BCCE-AE2B-B897C30CA119}"/>
                </a:ext>
              </a:extLst>
            </p:cNvPr>
            <p:cNvCxnSpPr/>
            <p:nvPr/>
          </p:nvCxnSpPr>
          <p:spPr>
            <a:xfrm>
              <a:off x="4163785" y="3211286"/>
              <a:ext cx="9416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C314BA0-6EC8-C2AC-5449-21A6F401D147}"/>
                </a:ext>
              </a:extLst>
            </p:cNvPr>
            <p:cNvSpPr/>
            <p:nvPr/>
          </p:nvSpPr>
          <p:spPr>
            <a:xfrm>
              <a:off x="5064029" y="3292887"/>
              <a:ext cx="137160" cy="137160"/>
            </a:xfrm>
            <a:prstGeom prst="ellipse">
              <a:avLst/>
            </a:prstGeom>
            <a:solidFill>
              <a:srgbClr val="A51417"/>
            </a:solidFill>
            <a:ln>
              <a:solidFill>
                <a:srgbClr val="A514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185B3A6-7644-0A80-1809-EDE8850C6B8E}"/>
              </a:ext>
            </a:extLst>
          </p:cNvPr>
          <p:cNvSpPr txBox="1"/>
          <p:nvPr/>
        </p:nvSpPr>
        <p:spPr>
          <a:xfrm>
            <a:off x="2542655" y="1150670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cs typeface="Andalus" panose="02020603050405020304" pitchFamily="18" charset="-78"/>
              </a:rPr>
              <a:t>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02B0BC-395E-6396-B58C-1E45E580C061}"/>
              </a:ext>
            </a:extLst>
          </p:cNvPr>
          <p:cNvSpPr txBox="1"/>
          <p:nvPr/>
        </p:nvSpPr>
        <p:spPr>
          <a:xfrm>
            <a:off x="9060709" y="6071013"/>
            <a:ext cx="391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cs typeface="Andalus" panose="02020603050405020304" pitchFamily="18" charset="-78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79565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AD45-ADC6-A540-72FA-12111E8A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application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AB8D8-85C0-2BA4-636F-BF3DD2CA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66</a:t>
            </a:fld>
            <a:endParaRPr lang="en-US" alt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7E403B-5F0D-1880-4344-B1402710158A}"/>
              </a:ext>
            </a:extLst>
          </p:cNvPr>
          <p:cNvSpPr/>
          <p:nvPr/>
        </p:nvSpPr>
        <p:spPr>
          <a:xfrm>
            <a:off x="701039" y="1034807"/>
            <a:ext cx="4819543" cy="731520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Economic concept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146565-2E4B-0C53-8988-1C1BB2B23B59}"/>
              </a:ext>
            </a:extLst>
          </p:cNvPr>
          <p:cNvSpPr/>
          <p:nvPr/>
        </p:nvSpPr>
        <p:spPr>
          <a:xfrm>
            <a:off x="6033615" y="1034807"/>
            <a:ext cx="4819543" cy="731520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Practical business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A19BF-2A30-925A-C967-701706D5DD50}"/>
              </a:ext>
            </a:extLst>
          </p:cNvPr>
          <p:cNvSpPr txBox="1"/>
          <p:nvPr/>
        </p:nvSpPr>
        <p:spPr>
          <a:xfrm>
            <a:off x="701039" y="2076628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Demand curve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A8D8F-88D5-6CD8-045E-DC8AA22BEFFB}"/>
              </a:ext>
            </a:extLst>
          </p:cNvPr>
          <p:cNvSpPr txBox="1"/>
          <p:nvPr/>
        </p:nvSpPr>
        <p:spPr>
          <a:xfrm>
            <a:off x="6033615" y="2076628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Market research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973DB0-1E71-2D47-7A8E-ED2E73AE5732}"/>
              </a:ext>
            </a:extLst>
          </p:cNvPr>
          <p:cNvSpPr txBox="1"/>
          <p:nvPr/>
        </p:nvSpPr>
        <p:spPr>
          <a:xfrm>
            <a:off x="701039" y="3301924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Number of customers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D61744-3C3E-8A5B-7955-1F314227E03C}"/>
              </a:ext>
            </a:extLst>
          </p:cNvPr>
          <p:cNvSpPr txBox="1"/>
          <p:nvPr/>
        </p:nvSpPr>
        <p:spPr>
          <a:xfrm>
            <a:off x="6033615" y="3301924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Total addressable market (TAM)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B8D3DE-1221-5E1D-7671-F28DA3E70593}"/>
              </a:ext>
            </a:extLst>
          </p:cNvPr>
          <p:cNvSpPr txBox="1"/>
          <p:nvPr/>
        </p:nvSpPr>
        <p:spPr>
          <a:xfrm>
            <a:off x="701039" y="4528841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Consumer surplus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B60733-D62C-D0F0-0F40-AB23C4750DF1}"/>
              </a:ext>
            </a:extLst>
          </p:cNvPr>
          <p:cNvSpPr txBox="1"/>
          <p:nvPr/>
        </p:nvSpPr>
        <p:spPr>
          <a:xfrm>
            <a:off x="701039" y="5754137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Elasticity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BECD64-67BE-D0C0-0ABA-49D8A8225038}"/>
              </a:ext>
            </a:extLst>
          </p:cNvPr>
          <p:cNvSpPr txBox="1"/>
          <p:nvPr/>
        </p:nvSpPr>
        <p:spPr>
          <a:xfrm>
            <a:off x="6033615" y="4528841"/>
            <a:ext cx="4819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Leave money on </a:t>
            </a:r>
            <a:r>
              <a:rPr lang="en-US" sz="2400">
                <a:latin typeface="Source Sans Pro" panose="020B0503030403020204" pitchFamily="34" charset="0"/>
                <a:ea typeface="Source Sans Pro" panose="020B0503030403020204" pitchFamily="34" charset="0"/>
              </a:rPr>
              <a:t>the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Source Sans Pro" panose="020B0503030403020204" pitchFamily="34" charset="0"/>
                <a:ea typeface="Source Sans Pro" panose="020B0503030403020204" pitchFamily="34" charset="0"/>
              </a:rPr>
              <a:t>Customer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analytics modeling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46E38-E9A8-0437-96D5-D50FE5EF5B9A}"/>
              </a:ext>
            </a:extLst>
          </p:cNvPr>
          <p:cNvSpPr txBox="1"/>
          <p:nvPr/>
        </p:nvSpPr>
        <p:spPr>
          <a:xfrm>
            <a:off x="6033615" y="5754137"/>
            <a:ext cx="4819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27158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67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5630" y="1849689"/>
            <a:ext cx="4819686" cy="523220"/>
          </a:xfrm>
          <a:prstGeom prst="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5630" y="3212145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Changes in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2530917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Consumer surplus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DC4D2-7637-CAEB-40AA-D319D1331FD4}"/>
              </a:ext>
            </a:extLst>
          </p:cNvPr>
          <p:cNvSpPr txBox="1"/>
          <p:nvPr/>
        </p:nvSpPr>
        <p:spPr>
          <a:xfrm>
            <a:off x="3135630" y="3893373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Elasticity</a:t>
            </a:r>
          </a:p>
        </p:txBody>
      </p:sp>
    </p:spTree>
    <p:extLst>
      <p:ext uri="{BB962C8B-B14F-4D97-AF65-F5344CB8AC3E}">
        <p14:creationId xmlns:p14="http://schemas.microsoft.com/office/powerpoint/2010/main" val="26869315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Why start with demand?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16CA060-065E-4657-98E7-207EA9CF8D6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68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8C2B5AD-CB46-5E31-DCAE-02396C1CB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171" y="1534893"/>
            <a:ext cx="9505507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3200" kern="0">
                <a:ea typeface="ＭＳ Ｐゴシック" pitchFamily="34" charset="-128"/>
              </a:rPr>
              <a:t>Essential part of firms’</a:t>
            </a:r>
            <a:r>
              <a:rPr lang="en-US" altLang="ja-JP" sz="3200" kern="0">
                <a:ea typeface="ＭＳ Ｐゴシック" pitchFamily="34" charset="-128"/>
              </a:rPr>
              <a:t> success is how they </a:t>
            </a:r>
            <a:r>
              <a:rPr lang="en-US" altLang="ja-JP" sz="3200" b="1" kern="0">
                <a:ea typeface="ＭＳ Ｐゴシック" pitchFamily="34" charset="-128"/>
              </a:rPr>
              <a:t>relate to customers</a:t>
            </a:r>
          </a:p>
          <a:p>
            <a:pPr eaLnBrk="1" hangingPunct="1"/>
            <a:r>
              <a:rPr lang="en-US" altLang="en-US" sz="3200" kern="0">
                <a:ea typeface="ＭＳ Ｐゴシック" pitchFamily="34" charset="-128"/>
              </a:rPr>
              <a:t>Demand helps us </a:t>
            </a:r>
            <a:r>
              <a:rPr lang="en-US" altLang="en-US" sz="3200" b="1" kern="0">
                <a:ea typeface="ＭＳ Ｐゴシック" pitchFamily="34" charset="-128"/>
              </a:rPr>
              <a:t>understand</a:t>
            </a:r>
            <a:r>
              <a:rPr lang="en-US" altLang="en-US" sz="3200" kern="0">
                <a:ea typeface="ＭＳ Ｐゴシック" pitchFamily="34" charset="-128"/>
              </a:rPr>
              <a:t> what </a:t>
            </a:r>
            <a:r>
              <a:rPr lang="en-US" altLang="en-US" sz="3200" b="1" kern="0">
                <a:ea typeface="ＭＳ Ｐゴシック" pitchFamily="34" charset="-128"/>
              </a:rPr>
              <a:t>consumers </a:t>
            </a:r>
            <a:r>
              <a:rPr lang="en-US" altLang="en-US" sz="3200" kern="0">
                <a:ea typeface="ＭＳ Ｐゴシック" pitchFamily="34" charset="-128"/>
              </a:rPr>
              <a:t>will (and won’t</a:t>
            </a:r>
            <a:r>
              <a:rPr lang="en-US" altLang="ja-JP" sz="3200" kern="0">
                <a:ea typeface="ＭＳ Ｐゴシック" pitchFamily="34" charset="-128"/>
              </a:rPr>
              <a:t>) do</a:t>
            </a:r>
          </a:p>
          <a:p>
            <a:pPr eaLnBrk="1" hangingPunct="1"/>
            <a:r>
              <a:rPr lang="en-US" altLang="en-US" sz="3200" kern="0">
                <a:ea typeface="ＭＳ Ｐゴシック" pitchFamily="34" charset="-128"/>
              </a:rPr>
              <a:t>Motivation for firms’</a:t>
            </a:r>
            <a:r>
              <a:rPr lang="en-US" altLang="ja-JP" sz="3200" kern="0">
                <a:ea typeface="ＭＳ Ｐゴシック" pitchFamily="34" charset="-128"/>
              </a:rPr>
              <a:t> </a:t>
            </a:r>
            <a:r>
              <a:rPr lang="en-US" altLang="ja-JP" sz="3200" b="1" kern="0">
                <a:ea typeface="ＭＳ Ｐゴシック" pitchFamily="34" charset="-128"/>
              </a:rPr>
              <a:t>product design </a:t>
            </a:r>
            <a:r>
              <a:rPr lang="en-US" altLang="ja-JP" sz="3200" kern="0">
                <a:ea typeface="ＭＳ Ｐゴシック" pitchFamily="34" charset="-128"/>
              </a:rPr>
              <a:t>and </a:t>
            </a:r>
            <a:r>
              <a:rPr lang="en-US" altLang="ja-JP" sz="3200" b="1" kern="0">
                <a:ea typeface="ＭＳ Ｐゴシック" pitchFamily="34" charset="-128"/>
              </a:rPr>
              <a:t>pricing </a:t>
            </a:r>
            <a:r>
              <a:rPr lang="en-US" altLang="ja-JP" sz="3200" kern="0">
                <a:ea typeface="ＭＳ Ｐゴシック" pitchFamily="34" charset="-128"/>
              </a:rPr>
              <a:t>choices</a:t>
            </a:r>
            <a:endParaRPr lang="en-US" altLang="en-US" sz="3200" kern="0">
              <a:ea typeface="ＭＳ Ｐゴシック" pitchFamily="34" charset="-128"/>
            </a:endParaRPr>
          </a:p>
          <a:p>
            <a:pPr eaLnBrk="1" hangingPunct="1"/>
            <a:r>
              <a:rPr lang="en-US" altLang="ja-JP" sz="3200" kern="0">
                <a:ea typeface="ＭＳ Ｐゴシック" pitchFamily="34" charset="-128"/>
              </a:rPr>
              <a:t>But we could also start with supply …</a:t>
            </a:r>
          </a:p>
          <a:p>
            <a:pPr eaLnBrk="1" hangingPunct="1"/>
            <a:r>
              <a:rPr lang="en-US" altLang="ja-JP" sz="3200" kern="0">
                <a:ea typeface="ＭＳ Ｐゴシック" pitchFamily="34" charset="-128"/>
              </a:rPr>
              <a:t>Follow the …</a:t>
            </a:r>
            <a:endParaRPr lang="en-US" altLang="ja-JP" sz="32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256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A0F7-0124-78C9-25D1-F8F7BD1E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 the numbers!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C59C2-AB93-83A8-E22F-0CFE29E0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69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B9AD6-421E-0537-D9FD-9FEE4577CA4C}"/>
              </a:ext>
            </a:extLst>
          </p:cNvPr>
          <p:cNvSpPr txBox="1"/>
          <p:nvPr/>
        </p:nvSpPr>
        <p:spPr>
          <a:xfrm>
            <a:off x="29110" y="6581223"/>
            <a:ext cx="10830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Source: https://</a:t>
            </a:r>
            <a:r>
              <a:rPr lang="en-US" sz="11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graybar.widen.net</a:t>
            </a:r>
            <a:r>
              <a:rPr lang="en-US" sz="11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/s/bfq5zbhft5/secfilings-2022-12-31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35892-B8DB-7947-A44A-80DDEF28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86" y="883623"/>
            <a:ext cx="9160028" cy="55603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74167C-A444-67CE-5875-47382775C1EE}"/>
                  </a:ext>
                </a:extLst>
              </p14:cNvPr>
              <p14:cNvContentPartPr/>
              <p14:nvPr/>
            </p14:nvContentPartPr>
            <p14:xfrm>
              <a:off x="687600" y="1311840"/>
              <a:ext cx="10013400" cy="3465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74167C-A444-67CE-5875-47382775C1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1400" y="1295640"/>
                <a:ext cx="10045800" cy="349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10340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Example: Demand for Coca-Cola</a:t>
            </a:r>
          </a:p>
        </p:txBody>
      </p:sp>
      <p:sp>
        <p:nvSpPr>
          <p:cNvPr id="4505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1278BC0-3BBC-44D7-9A3E-E38F1682263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6958" y="6408706"/>
            <a:ext cx="109196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</a:rPr>
              <a:t>Sources: F. </a:t>
            </a:r>
            <a:r>
              <a:rPr lang="en-US" sz="1200" dirty="0" err="1">
                <a:latin typeface="Source Sans Pro" panose="020B0503030403020204" pitchFamily="34" charset="0"/>
              </a:rPr>
              <a:t>Gasmi</a:t>
            </a:r>
            <a:r>
              <a:rPr lang="en-US" sz="1200" dirty="0">
                <a:latin typeface="Source Sans Pro" panose="020B0503030403020204" pitchFamily="34" charset="0"/>
              </a:rPr>
              <a:t>, J.J. </a:t>
            </a:r>
            <a:r>
              <a:rPr lang="en-US" sz="1200" dirty="0" err="1">
                <a:latin typeface="Source Sans Pro" panose="020B0503030403020204" pitchFamily="34" charset="0"/>
              </a:rPr>
              <a:t>Laffont</a:t>
            </a:r>
            <a:r>
              <a:rPr lang="en-US" sz="1200" dirty="0">
                <a:latin typeface="Source Sans Pro" panose="020B0503030403020204" pitchFamily="34" charset="0"/>
              </a:rPr>
              <a:t>, Q. </a:t>
            </a:r>
            <a:r>
              <a:rPr lang="en-US" sz="1200" dirty="0" err="1">
                <a:latin typeface="Source Sans Pro" panose="020B0503030403020204" pitchFamily="34" charset="0"/>
              </a:rPr>
              <a:t>Vuong</a:t>
            </a:r>
            <a:r>
              <a:rPr lang="en-US" sz="1200" dirty="0">
                <a:latin typeface="Source Sans Pro" panose="020B0503030403020204" pitchFamily="34" charset="0"/>
              </a:rPr>
              <a:t>, “Econometric Analysis of Collusive Behavior in a Soft-Drink Market,” </a:t>
            </a:r>
            <a:r>
              <a:rPr lang="en-US" sz="1200" i="1" dirty="0">
                <a:latin typeface="Source Sans Pro" panose="020B0503030403020204" pitchFamily="34" charset="0"/>
              </a:rPr>
              <a:t>Journal of Economics and Management Strategy</a:t>
            </a:r>
            <a:r>
              <a:rPr lang="en-US" sz="1200" dirty="0">
                <a:latin typeface="Source Sans Pro" panose="020B0503030403020204" pitchFamily="34" charset="0"/>
              </a:rPr>
              <a:t>, June 1992; </a:t>
            </a:r>
            <a:r>
              <a:rPr lang="en-US" sz="1200" dirty="0" err="1">
                <a:latin typeface="Source Sans Pro" panose="020B0503030403020204" pitchFamily="34" charset="0"/>
              </a:rPr>
              <a:t>Viktaur</a:t>
            </a:r>
            <a:r>
              <a:rPr lang="en-US" sz="1200" dirty="0">
                <a:latin typeface="Source Sans Pro" panose="020B0503030403020204" pitchFamily="34" charset="0"/>
              </a:rPr>
              <a:t>, Public domain, via Wikimedia Commons (https://</a:t>
            </a:r>
            <a:r>
              <a:rPr lang="en-US" sz="1200" dirty="0" err="1">
                <a:latin typeface="Source Sans Pro" panose="020B0503030403020204" pitchFamily="34" charset="0"/>
              </a:rPr>
              <a:t>commons.wikimedia.org</a:t>
            </a:r>
            <a:r>
              <a:rPr lang="en-US" sz="1200" dirty="0">
                <a:latin typeface="Source Sans Pro" panose="020B0503030403020204" pitchFamily="34" charset="0"/>
              </a:rPr>
              <a:t>/wiki/</a:t>
            </a:r>
            <a:r>
              <a:rPr lang="en-US" sz="1200" dirty="0" err="1">
                <a:latin typeface="Source Sans Pro" panose="020B0503030403020204" pitchFamily="34" charset="0"/>
              </a:rPr>
              <a:t>File:Coca-Cola_bottle_cap.svg</a:t>
            </a:r>
            <a:r>
              <a:rPr lang="en-US" sz="1200" dirty="0">
                <a:latin typeface="Source Sans Pro" panose="020B0503030403020204" pitchFamily="34" charset="0"/>
              </a:rPr>
              <a:t>)</a:t>
            </a: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id="{7EC13099-3B25-D59C-03DA-07F26BBF3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375" y="2206393"/>
            <a:ext cx="800100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  <a:r>
              <a:rPr lang="en-US" altLang="en-US" baseline="-25000" dirty="0">
                <a:latin typeface="Source Sans Pro" panose="020B0503030403020204" pitchFamily="34" charset="0"/>
              </a:rPr>
              <a:t>C</a:t>
            </a:r>
            <a:r>
              <a:rPr lang="en-US" altLang="en-US" dirty="0">
                <a:latin typeface="Source Sans Pro" panose="020B0503030403020204" pitchFamily="34" charset="0"/>
              </a:rPr>
              <a:t>	Quantity demanded of Coke (10 million cases)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  <a:r>
              <a:rPr lang="en-US" altLang="en-US" baseline="-25000" dirty="0">
                <a:latin typeface="Source Sans Pro" panose="020B0503030403020204" pitchFamily="34" charset="0"/>
              </a:rPr>
              <a:t>C</a:t>
            </a:r>
            <a:r>
              <a:rPr lang="en-US" altLang="en-US" dirty="0">
                <a:latin typeface="Source Sans Pro" panose="020B0503030403020204" pitchFamily="34" charset="0"/>
              </a:rPr>
              <a:t>	Price of Coke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  <a:r>
              <a:rPr lang="en-US" altLang="en-US" baseline="-25000" dirty="0">
                <a:latin typeface="Source Sans Pro" panose="020B0503030403020204" pitchFamily="34" charset="0"/>
              </a:rPr>
              <a:t>P</a:t>
            </a:r>
            <a:r>
              <a:rPr lang="en-US" altLang="en-US" dirty="0">
                <a:latin typeface="Source Sans Pro" panose="020B0503030403020204" pitchFamily="34" charset="0"/>
              </a:rPr>
              <a:t>	Price of Pepsi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A</a:t>
            </a:r>
            <a:r>
              <a:rPr lang="en-US" altLang="en-US" baseline="-25000" dirty="0">
                <a:latin typeface="Source Sans Pro" panose="020B0503030403020204" pitchFamily="34" charset="0"/>
              </a:rPr>
              <a:t>C</a:t>
            </a:r>
            <a:r>
              <a:rPr lang="en-US" altLang="en-US" dirty="0">
                <a:latin typeface="Source Sans Pro" panose="020B0503030403020204" pitchFamily="34" charset="0"/>
              </a:rPr>
              <a:t>	Ad expenditures by Coke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A</a:t>
            </a:r>
            <a:r>
              <a:rPr lang="en-US" altLang="en-US" baseline="-25000" dirty="0">
                <a:latin typeface="Source Sans Pro" panose="020B0503030403020204" pitchFamily="34" charset="0"/>
              </a:rPr>
              <a:t>P</a:t>
            </a:r>
            <a:r>
              <a:rPr lang="en-US" altLang="en-US" dirty="0">
                <a:latin typeface="Source Sans Pro" panose="020B0503030403020204" pitchFamily="34" charset="0"/>
              </a:rPr>
              <a:t>	Ad spend by Pepsi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I	Household disposable income (thousands)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tabLst>
                <a:tab pos="576263" algn="l"/>
              </a:tabLst>
            </a:pPr>
            <a:r>
              <a:rPr lang="en-US" altLang="en-US" dirty="0">
                <a:latin typeface="Source Sans Pro" panose="020B0503030403020204" pitchFamily="34" charset="0"/>
              </a:rPr>
              <a:t>S	Indicator for whether it is spring or summer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F2D189-06F3-904D-845F-5C1E269FDDD3}"/>
                  </a:ext>
                </a:extLst>
              </p:cNvPr>
              <p:cNvSpPr txBox="1"/>
              <p:nvPr/>
            </p:nvSpPr>
            <p:spPr>
              <a:xfrm>
                <a:off x="1559127" y="1283376"/>
                <a:ext cx="90234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=26.17 −3.98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+2.25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+2.60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−0.62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+0.99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+9.58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F2D189-06F3-904D-845F-5C1E269FD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127" y="1283376"/>
                <a:ext cx="9023496" cy="369332"/>
              </a:xfrm>
              <a:prstGeom prst="rect">
                <a:avLst/>
              </a:prstGeom>
              <a:blipFill>
                <a:blip r:embed="rId2"/>
                <a:stretch>
                  <a:fillRect l="-562" t="-6667" r="-281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>
            <a:extLst>
              <a:ext uri="{FF2B5EF4-FFF2-40B4-BE49-F238E27FC236}">
                <a16:creationId xmlns:a16="http://schemas.microsoft.com/office/drawing/2014/main" id="{BDC38563-1685-721C-B73D-169214F18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402" y="70459"/>
            <a:ext cx="1254958" cy="125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9506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Components of demand</a:t>
            </a:r>
          </a:p>
        </p:txBody>
      </p:sp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5F633D0-0F4B-4BD5-8779-F9BE939A367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4FCA3-6C3B-BE01-1FA8-A434CB16A026}"/>
                  </a:ext>
                </a:extLst>
              </p:cNvPr>
              <p:cNvSpPr txBox="1"/>
              <p:nvPr/>
            </p:nvSpPr>
            <p:spPr>
              <a:xfrm>
                <a:off x="1559127" y="1283376"/>
                <a:ext cx="90234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=26.17 −3.98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+2.25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+2.60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−0.62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+0.99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+9.58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64FCA3-6C3B-BE01-1FA8-A434CB16A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127" y="1283376"/>
                <a:ext cx="9023496" cy="369332"/>
              </a:xfrm>
              <a:prstGeom prst="rect">
                <a:avLst/>
              </a:prstGeom>
              <a:blipFill>
                <a:blip r:embed="rId2"/>
                <a:stretch>
                  <a:fillRect l="-562" t="-6667" r="-281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8604AB1-E97B-36A0-CF95-5C07D69C1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402" y="70459"/>
            <a:ext cx="1254958" cy="125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BD42657-81BE-DDCE-A82F-9B0A21752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127" y="2159344"/>
            <a:ext cx="9823034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Why does it make sense to include 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baseline="-25000" dirty="0">
                <a:ea typeface="ＭＳ Ｐゴシック" pitchFamily="34" charset="-128"/>
              </a:rPr>
              <a:t>C</a:t>
            </a:r>
            <a:r>
              <a:rPr lang="en-US" altLang="en-US" kern="0" dirty="0">
                <a:ea typeface="ＭＳ Ｐゴシック" pitchFamily="34" charset="-128"/>
              </a:rPr>
              <a:t> (–) and </a:t>
            </a:r>
            <a:r>
              <a:rPr lang="en-US" altLang="en-US" i="1" kern="0" dirty="0">
                <a:ea typeface="ＭＳ Ｐゴシック" pitchFamily="34" charset="-128"/>
              </a:rPr>
              <a:t>P</a:t>
            </a:r>
            <a:r>
              <a:rPr lang="en-US" altLang="en-US" kern="0" baseline="-25000" dirty="0">
                <a:ea typeface="ＭＳ Ｐゴシック" pitchFamily="34" charset="-128"/>
              </a:rPr>
              <a:t>P</a:t>
            </a:r>
            <a:r>
              <a:rPr lang="en-US" altLang="en-US" kern="0" dirty="0">
                <a:ea typeface="ＭＳ Ｐゴシック" pitchFamily="34" charset="-128"/>
              </a:rPr>
              <a:t> (+)?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What does the (+) coefficient on </a:t>
            </a:r>
            <a:r>
              <a:rPr lang="en-US" altLang="en-US" i="1" kern="0" dirty="0">
                <a:ea typeface="ＭＳ Ｐゴシック" pitchFamily="34" charset="-128"/>
              </a:rPr>
              <a:t>I</a:t>
            </a:r>
            <a:r>
              <a:rPr lang="en-US" altLang="en-US" kern="0" dirty="0">
                <a:ea typeface="ＭＳ Ｐゴシック" pitchFamily="34" charset="-128"/>
              </a:rPr>
              <a:t> indicate? </a:t>
            </a:r>
            <a:r>
              <a:rPr lang="en-US" altLang="en-US" i="1" kern="0" dirty="0">
                <a:ea typeface="ＭＳ Ｐゴシック" pitchFamily="34" charset="-128"/>
              </a:rPr>
              <a:t>S</a:t>
            </a:r>
            <a:r>
              <a:rPr lang="en-US" altLang="en-US" kern="0" dirty="0">
                <a:ea typeface="ＭＳ Ｐゴシック" pitchFamily="34" charset="-128"/>
              </a:rPr>
              <a:t>?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How do we interpret the coefficients on </a:t>
            </a:r>
            <a:r>
              <a:rPr lang="en-US" altLang="en-US" i="1" kern="0" dirty="0">
                <a:ea typeface="ＭＳ Ｐゴシック" pitchFamily="34" charset="-128"/>
              </a:rPr>
              <a:t>A</a:t>
            </a:r>
            <a:r>
              <a:rPr lang="en-US" altLang="en-US" kern="0" baseline="-25000" dirty="0">
                <a:ea typeface="ＭＳ Ｐゴシック" pitchFamily="34" charset="-128"/>
              </a:rPr>
              <a:t>C</a:t>
            </a:r>
            <a:r>
              <a:rPr lang="en-US" altLang="en-US" kern="0" dirty="0">
                <a:ea typeface="ＭＳ Ｐゴシック" pitchFamily="34" charset="-128"/>
              </a:rPr>
              <a:t> (+) and </a:t>
            </a:r>
            <a:r>
              <a:rPr lang="en-US" altLang="en-US" i="1" kern="0">
                <a:ea typeface="ＭＳ Ｐゴシック" pitchFamily="34" charset="-128"/>
              </a:rPr>
              <a:t>A</a:t>
            </a:r>
            <a:r>
              <a:rPr lang="en-US" altLang="en-US" kern="0" baseline="-25000">
                <a:ea typeface="ＭＳ Ｐゴシック" pitchFamily="34" charset="-128"/>
              </a:rPr>
              <a:t>P</a:t>
            </a:r>
            <a:r>
              <a:rPr lang="en-US" altLang="en-US" kern="0">
                <a:ea typeface="ＭＳ Ｐゴシック" pitchFamily="34" charset="-128"/>
              </a:rPr>
              <a:t> (–)?</a:t>
            </a:r>
            <a:endParaRPr lang="en-US" altLang="en-US" kern="0" dirty="0">
              <a:ea typeface="ＭＳ Ｐゴシック" pitchFamily="34" charset="-128"/>
            </a:endParaRPr>
          </a:p>
          <a:p>
            <a:pPr eaLnBrk="1" hangingPunct="1"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Is there anything important </a:t>
            </a:r>
            <a:r>
              <a:rPr lang="en-US" altLang="en-US" b="1" kern="0" dirty="0">
                <a:ea typeface="ＭＳ Ｐゴシック" pitchFamily="34" charset="-128"/>
              </a:rPr>
              <a:t>missing </a:t>
            </a:r>
            <a:r>
              <a:rPr lang="en-US" altLang="en-US" kern="0" dirty="0">
                <a:ea typeface="ＭＳ Ｐゴシック" pitchFamily="34" charset="-128"/>
              </a:rPr>
              <a:t>from this model?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kern="0" dirty="0">
                <a:ea typeface="ＭＳ Ｐゴシック" pitchFamily="34" charset="-128"/>
              </a:rPr>
              <a:t>This model was estimated in 1992; what do you think is </a:t>
            </a:r>
            <a:r>
              <a:rPr lang="en-US" altLang="en-US" b="1" kern="0" dirty="0">
                <a:ea typeface="ＭＳ Ｐゴシック" pitchFamily="34" charset="-128"/>
              </a:rPr>
              <a:t>different today</a:t>
            </a:r>
            <a:r>
              <a:rPr lang="en-US" altLang="en-US" kern="0" dirty="0">
                <a:ea typeface="ＭＳ Ｐゴシック" pitchFamily="34" charset="-128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8A62B1-3ACA-7531-88AA-7512BD9C80ED}"/>
              </a:ext>
            </a:extLst>
          </p:cNvPr>
          <p:cNvSpPr/>
          <p:nvPr/>
        </p:nvSpPr>
        <p:spPr>
          <a:xfrm>
            <a:off x="116958" y="6408706"/>
            <a:ext cx="109196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</a:rPr>
              <a:t>Sources: F. </a:t>
            </a:r>
            <a:r>
              <a:rPr lang="en-US" sz="1200" dirty="0" err="1">
                <a:latin typeface="Source Sans Pro" panose="020B0503030403020204" pitchFamily="34" charset="0"/>
              </a:rPr>
              <a:t>Gasmi</a:t>
            </a:r>
            <a:r>
              <a:rPr lang="en-US" sz="1200" dirty="0">
                <a:latin typeface="Source Sans Pro" panose="020B0503030403020204" pitchFamily="34" charset="0"/>
              </a:rPr>
              <a:t>, J.J. </a:t>
            </a:r>
            <a:r>
              <a:rPr lang="en-US" sz="1200" dirty="0" err="1">
                <a:latin typeface="Source Sans Pro" panose="020B0503030403020204" pitchFamily="34" charset="0"/>
              </a:rPr>
              <a:t>Laffont</a:t>
            </a:r>
            <a:r>
              <a:rPr lang="en-US" sz="1200" dirty="0">
                <a:latin typeface="Source Sans Pro" panose="020B0503030403020204" pitchFamily="34" charset="0"/>
              </a:rPr>
              <a:t>, Q. </a:t>
            </a:r>
            <a:r>
              <a:rPr lang="en-US" sz="1200" dirty="0" err="1">
                <a:latin typeface="Source Sans Pro" panose="020B0503030403020204" pitchFamily="34" charset="0"/>
              </a:rPr>
              <a:t>Vuong</a:t>
            </a:r>
            <a:r>
              <a:rPr lang="en-US" sz="1200" dirty="0">
                <a:latin typeface="Source Sans Pro" panose="020B0503030403020204" pitchFamily="34" charset="0"/>
              </a:rPr>
              <a:t>, “Econometric Analysis of Collusive Behavior in a Soft-Drink Market,” </a:t>
            </a:r>
            <a:r>
              <a:rPr lang="en-US" sz="1200" i="1" dirty="0">
                <a:latin typeface="Source Sans Pro" panose="020B0503030403020204" pitchFamily="34" charset="0"/>
              </a:rPr>
              <a:t>Journal of Economics and Management Strategy</a:t>
            </a:r>
            <a:r>
              <a:rPr lang="en-US" sz="1200" dirty="0">
                <a:latin typeface="Source Sans Pro" panose="020B0503030403020204" pitchFamily="34" charset="0"/>
              </a:rPr>
              <a:t>, June 1992; </a:t>
            </a:r>
            <a:r>
              <a:rPr lang="en-US" sz="1200" dirty="0" err="1">
                <a:latin typeface="Source Sans Pro" panose="020B0503030403020204" pitchFamily="34" charset="0"/>
              </a:rPr>
              <a:t>Viktaur</a:t>
            </a:r>
            <a:r>
              <a:rPr lang="en-US" sz="1200" dirty="0">
                <a:latin typeface="Source Sans Pro" panose="020B0503030403020204" pitchFamily="34" charset="0"/>
              </a:rPr>
              <a:t>, Public domain, via Wikimedia Commons (https://</a:t>
            </a:r>
            <a:r>
              <a:rPr lang="en-US" sz="1200" dirty="0" err="1">
                <a:latin typeface="Source Sans Pro" panose="020B0503030403020204" pitchFamily="34" charset="0"/>
              </a:rPr>
              <a:t>commons.wikimedia.org</a:t>
            </a:r>
            <a:r>
              <a:rPr lang="en-US" sz="1200" dirty="0">
                <a:latin typeface="Source Sans Pro" panose="020B0503030403020204" pitchFamily="34" charset="0"/>
              </a:rPr>
              <a:t>/wiki/</a:t>
            </a:r>
            <a:r>
              <a:rPr lang="en-US" sz="1200" dirty="0" err="1">
                <a:latin typeface="Source Sans Pro" panose="020B0503030403020204" pitchFamily="34" charset="0"/>
              </a:rPr>
              <a:t>File:Coca-Cola_bottle_cap.svg</a:t>
            </a:r>
            <a:r>
              <a:rPr lang="en-US" sz="1200" dirty="0">
                <a:latin typeface="Source Sans Pro" panose="020B0503030403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14028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Determinants of demand</a:t>
            </a:r>
          </a:p>
        </p:txBody>
      </p:sp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D537B9E3-89C0-48FA-A721-3D915B8E8127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124D96-93EA-AB9A-D360-075EDC9F5FCF}"/>
              </a:ext>
            </a:extLst>
          </p:cNvPr>
          <p:cNvGrpSpPr/>
          <p:nvPr/>
        </p:nvGrpSpPr>
        <p:grpSpPr>
          <a:xfrm>
            <a:off x="1049131" y="1214501"/>
            <a:ext cx="10093738" cy="1274494"/>
            <a:chOff x="-89680" y="1302244"/>
            <a:chExt cx="10093738" cy="12744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1C4899C-BFC4-52F1-301E-B70F8B1AF992}"/>
                </a:ext>
              </a:extLst>
            </p:cNvPr>
            <p:cNvGrpSpPr/>
            <p:nvPr/>
          </p:nvGrpSpPr>
          <p:grpSpPr>
            <a:xfrm>
              <a:off x="-89680" y="1302244"/>
              <a:ext cx="10093738" cy="1274494"/>
              <a:chOff x="-89680" y="1280160"/>
              <a:chExt cx="10093738" cy="1463040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B9B4747-45D2-E51C-382E-72227A976CEB}"/>
                  </a:ext>
                </a:extLst>
              </p:cNvPr>
              <p:cNvSpPr/>
              <p:nvPr/>
            </p:nvSpPr>
            <p:spPr>
              <a:xfrm>
                <a:off x="1752600" y="1371600"/>
                <a:ext cx="8251458" cy="128016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482F9384-56C7-B478-CA69-91E3C97D4701}"/>
                  </a:ext>
                </a:extLst>
              </p:cNvPr>
              <p:cNvSpPr/>
              <p:nvPr/>
            </p:nvSpPr>
            <p:spPr>
              <a:xfrm>
                <a:off x="365760" y="1280160"/>
                <a:ext cx="1828800" cy="146304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22F405E-7E99-F75B-9801-6B4FF28E84F0}"/>
                  </a:ext>
                </a:extLst>
              </p:cNvPr>
              <p:cNvSpPr/>
              <p:nvPr/>
            </p:nvSpPr>
            <p:spPr>
              <a:xfrm>
                <a:off x="-89680" y="1371600"/>
                <a:ext cx="2192800" cy="1280160"/>
              </a:xfrm>
              <a:prstGeom prst="roundRect">
                <a:avLst/>
              </a:prstGeom>
              <a:solidFill>
                <a:srgbClr val="67C8C7"/>
              </a:solidFill>
              <a:ln>
                <a:solidFill>
                  <a:srgbClr val="67C8C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Source Sans Pro" panose="020B0503030403020204" pitchFamily="34" charset="0"/>
                  </a:rPr>
                  <a:t>Demand</a:t>
                </a:r>
              </a:p>
            </p:txBody>
          </p:sp>
        </p:grp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C29FF3BF-1715-9CDF-F6A8-F0DE9E1CB4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398" y="1708658"/>
              <a:ext cx="73711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Defined at both the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individual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market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level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BCB284-910B-C698-4D62-4737139C235A}"/>
              </a:ext>
            </a:extLst>
          </p:cNvPr>
          <p:cNvGrpSpPr/>
          <p:nvPr/>
        </p:nvGrpSpPr>
        <p:grpSpPr>
          <a:xfrm>
            <a:off x="1049132" y="2592405"/>
            <a:ext cx="10093735" cy="2218595"/>
            <a:chOff x="-89679" y="2168348"/>
            <a:chExt cx="10093735" cy="221859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09383D4-13DD-6153-221D-B10C814EC1B5}"/>
                </a:ext>
              </a:extLst>
            </p:cNvPr>
            <p:cNvSpPr/>
            <p:nvPr/>
          </p:nvSpPr>
          <p:spPr>
            <a:xfrm>
              <a:off x="1752599" y="2248148"/>
              <a:ext cx="8251457" cy="2058994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EDD880A-48DF-14D0-4F2B-97E6356E9C20}"/>
                </a:ext>
              </a:extLst>
            </p:cNvPr>
            <p:cNvSpPr/>
            <p:nvPr/>
          </p:nvSpPr>
          <p:spPr>
            <a:xfrm>
              <a:off x="365760" y="2168348"/>
              <a:ext cx="1828800" cy="221859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AEA921C5-2984-8D1C-5592-65C2FD91A525}"/>
                </a:ext>
              </a:extLst>
            </p:cNvPr>
            <p:cNvSpPr/>
            <p:nvPr/>
          </p:nvSpPr>
          <p:spPr>
            <a:xfrm>
              <a:off x="-89679" y="2248148"/>
              <a:ext cx="2192800" cy="2058994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Four key determinants</a:t>
              </a:r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32588D46-255B-ECFD-49F9-46AF4EEC7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4560" y="2377399"/>
              <a:ext cx="6568439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Preferences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Prices and availability of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related goods</a:t>
              </a:r>
            </a:p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Income</a:t>
              </a:r>
            </a:p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Number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of consumers (for market demand)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FCE838-B156-14CB-017E-72CDA96AD176}"/>
              </a:ext>
            </a:extLst>
          </p:cNvPr>
          <p:cNvGrpSpPr/>
          <p:nvPr/>
        </p:nvGrpSpPr>
        <p:grpSpPr>
          <a:xfrm>
            <a:off x="1049131" y="4914409"/>
            <a:ext cx="10093736" cy="1274494"/>
            <a:chOff x="-89680" y="5002152"/>
            <a:chExt cx="10093736" cy="1274494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6F5DBAC-81A1-ECE4-B606-44642ABDF058}"/>
                </a:ext>
              </a:extLst>
            </p:cNvPr>
            <p:cNvSpPr/>
            <p:nvPr/>
          </p:nvSpPr>
          <p:spPr>
            <a:xfrm>
              <a:off x="1752600" y="5081808"/>
              <a:ext cx="8251456" cy="111518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6B2D3F1-1A49-90B6-057A-E5C576FA3DA5}"/>
                </a:ext>
              </a:extLst>
            </p:cNvPr>
            <p:cNvSpPr/>
            <p:nvPr/>
          </p:nvSpPr>
          <p:spPr>
            <a:xfrm>
              <a:off x="365760" y="5002152"/>
              <a:ext cx="1828800" cy="127449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4F15529-92C5-2FB1-1247-A9A71BDB3CF1}"/>
                </a:ext>
              </a:extLst>
            </p:cNvPr>
            <p:cNvSpPr/>
            <p:nvPr/>
          </p:nvSpPr>
          <p:spPr>
            <a:xfrm>
              <a:off x="-89680" y="5081808"/>
              <a:ext cx="2192800" cy="1115182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“Law of Demand”</a:t>
              </a:r>
            </a:p>
          </p:txBody>
        </p: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2D0F3071-0499-4F14-F973-753978C01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398" y="5408567"/>
              <a:ext cx="61215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ja-JP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Quantity demanded is decreasing in price</a:t>
              </a:r>
              <a:endParaRPr lang="en-US" alt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9675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and substitution effects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73</a:t>
            </a:fld>
            <a:endParaRPr lang="en-US" alt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1590100" y="1263685"/>
            <a:ext cx="1828800" cy="127449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275" y="6349544"/>
            <a:ext cx="11153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Source: </a:t>
            </a:r>
            <a:r>
              <a:rPr lang="en-US" sz="1200" dirty="0" err="1">
                <a:latin typeface="Source Sans Pro" panose="020B0503030403020204" pitchFamily="34" charset="0"/>
                <a:cs typeface="Calibri" panose="020F0502020204030204" pitchFamily="34" charset="0"/>
              </a:rPr>
              <a:t>Jina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 Lee, CC BY-SA 3.0 &lt;https://</a:t>
            </a:r>
            <a:r>
              <a:rPr lang="en-US" sz="1200" dirty="0" err="1">
                <a:latin typeface="Source Sans Pro" panose="020B0503030403020204" pitchFamily="34" charset="0"/>
                <a:cs typeface="Calibri" panose="020F0502020204030204" pitchFamily="34" charset="0"/>
              </a:rPr>
              <a:t>creativecommons.org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/licenses/by-</a:t>
            </a:r>
            <a:r>
              <a:rPr lang="en-US" sz="1200" dirty="0" err="1">
                <a:latin typeface="Source Sans Pro" panose="020B0503030403020204" pitchFamily="34" charset="0"/>
                <a:cs typeface="Calibri" panose="020F0502020204030204" pitchFamily="34" charset="0"/>
              </a:rPr>
              <a:t>sa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/3.0&gt;, via Wikimedia Commons (https://</a:t>
            </a:r>
            <a:r>
              <a:rPr lang="en-US" sz="1200" dirty="0" err="1">
                <a:latin typeface="Source Sans Pro" panose="020B0503030403020204" pitchFamily="34" charset="0"/>
                <a:cs typeface="Calibri" panose="020F0502020204030204" pitchFamily="34" charset="0"/>
              </a:rPr>
              <a:t>commons.wikimedia.org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/wiki/</a:t>
            </a:r>
            <a:r>
              <a:rPr lang="en-US" sz="1200" dirty="0" err="1">
                <a:latin typeface="Source Sans Pro" panose="020B0503030403020204" pitchFamily="34" charset="0"/>
                <a:cs typeface="Calibri" panose="020F0502020204030204" pitchFamily="34" charset="0"/>
              </a:rPr>
              <a:t>File:Cornucopia_of_fruit_and_vegetables_wedding_banquet</a:t>
            </a:r>
            <a:r>
              <a:rPr lang="en-US" sz="1200" dirty="0">
                <a:latin typeface="Source Sans Pro" panose="020B0503030403020204" pitchFamily="34" charset="0"/>
                <a:cs typeface="Calibri" panose="020F0502020204030204" pitchFamily="34" charset="0"/>
              </a:rPr>
              <a:t>_(cropped).jpg)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F66B40-7F0D-4DEA-E746-721C2D6505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085" y="1952275"/>
            <a:ext cx="3405240" cy="320590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68F308F-D4FF-CE54-1B44-61BB0C6F4D77}"/>
              </a:ext>
            </a:extLst>
          </p:cNvPr>
          <p:cNvGrpSpPr/>
          <p:nvPr/>
        </p:nvGrpSpPr>
        <p:grpSpPr>
          <a:xfrm>
            <a:off x="698127" y="1455999"/>
            <a:ext cx="6814500" cy="1800493"/>
            <a:chOff x="-99237" y="1343341"/>
            <a:chExt cx="6814500" cy="1800493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07A75BD-12A9-1F90-E6A2-1979EB0146C5}"/>
                </a:ext>
              </a:extLst>
            </p:cNvPr>
            <p:cNvSpPr/>
            <p:nvPr/>
          </p:nvSpPr>
          <p:spPr>
            <a:xfrm>
              <a:off x="-99237" y="1343341"/>
              <a:ext cx="2082273" cy="1115182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cs typeface="Calibri" panose="020F0502020204030204" pitchFamily="34" charset="0"/>
                </a:rPr>
                <a:t>Income effect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D70CA197-BC17-85E2-3364-D8878760C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035" y="1343341"/>
              <a:ext cx="4732228" cy="1800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 for carrots ↓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Can still buy everything in basket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€ left over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Buy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more carrots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1B0F7CB-10BD-5450-85D9-F811DF64AADB}"/>
              </a:ext>
            </a:extLst>
          </p:cNvPr>
          <p:cNvGrpSpPr/>
          <p:nvPr/>
        </p:nvGrpSpPr>
        <p:grpSpPr>
          <a:xfrm>
            <a:off x="698127" y="3853966"/>
            <a:ext cx="6814500" cy="1723549"/>
            <a:chOff x="-99237" y="3853965"/>
            <a:chExt cx="6814500" cy="1723549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F4C9230-E1A0-A961-7320-A6F819FF8BB8}"/>
                </a:ext>
              </a:extLst>
            </p:cNvPr>
            <p:cNvSpPr/>
            <p:nvPr/>
          </p:nvSpPr>
          <p:spPr>
            <a:xfrm>
              <a:off x="-99237" y="3853965"/>
              <a:ext cx="2082273" cy="1115182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cs typeface="Calibri" panose="020F0502020204030204" pitchFamily="34" charset="0"/>
                </a:rPr>
                <a:t>Substitution effect</a:t>
              </a:r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09495F37-1559-EEFB-6500-68A1741D2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3035" y="3853965"/>
              <a:ext cx="4732228" cy="1723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Price for carrots ↓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Carrots (relatively) cheaper than other food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Buy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more carrots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234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Income and substitution effects: graphic</a:t>
            </a:r>
          </a:p>
        </p:txBody>
      </p:sp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7E86DDE-56CA-4449-BD42-BE6B252A115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85242825-058F-CA4C-52D3-870E2BC9A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7070" y="1897217"/>
            <a:ext cx="0" cy="3282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5E90C1AE-6C68-8A75-2958-789CC4375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7070" y="5173817"/>
            <a:ext cx="609786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33FA401D-D6B7-C49E-6186-D28189431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070" y="1592417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3B3B3B1A-EEEC-2A5C-8C9C-0D8980430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2748" y="5134129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881A43A1-5659-A043-2FDE-AE9A56A0D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7069" y="2659217"/>
            <a:ext cx="5496697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800" dirty="0">
              <a:latin typeface="Source Sans Pro" panose="020B0503030403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FBED07-C428-5406-BAC6-AF514D81D3B9}"/>
              </a:ext>
            </a:extLst>
          </p:cNvPr>
          <p:cNvCxnSpPr/>
          <p:nvPr/>
        </p:nvCxnSpPr>
        <p:spPr>
          <a:xfrm>
            <a:off x="4123985" y="3153790"/>
            <a:ext cx="0" cy="946298"/>
          </a:xfrm>
          <a:prstGeom prst="straightConnector1">
            <a:avLst/>
          </a:prstGeom>
          <a:ln w="28575">
            <a:solidFill>
              <a:srgbClr val="67C8C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6">
            <a:extLst>
              <a:ext uri="{FF2B5EF4-FFF2-40B4-BE49-F238E27FC236}">
                <a16:creationId xmlns:a16="http://schemas.microsoft.com/office/drawing/2014/main" id="{69E5267E-058D-ED17-A935-C9AB31A03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62" y="3193829"/>
            <a:ext cx="13260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Price Drops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8CB601-6519-0784-99EC-021B8ACB4FBA}"/>
              </a:ext>
            </a:extLst>
          </p:cNvPr>
          <p:cNvCxnSpPr>
            <a:cxnSpLocks/>
          </p:cNvCxnSpPr>
          <p:nvPr/>
        </p:nvCxnSpPr>
        <p:spPr>
          <a:xfrm>
            <a:off x="4123985" y="4100088"/>
            <a:ext cx="801251" cy="0"/>
          </a:xfrm>
          <a:prstGeom prst="straightConnector1">
            <a:avLst/>
          </a:prstGeom>
          <a:ln w="28575">
            <a:solidFill>
              <a:srgbClr val="67C8C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DF4F3E-29F1-BCAB-8026-88BFF5EBC16D}"/>
              </a:ext>
            </a:extLst>
          </p:cNvPr>
          <p:cNvCxnSpPr>
            <a:cxnSpLocks/>
          </p:cNvCxnSpPr>
          <p:nvPr/>
        </p:nvCxnSpPr>
        <p:spPr>
          <a:xfrm>
            <a:off x="4925236" y="4100088"/>
            <a:ext cx="1252951" cy="0"/>
          </a:xfrm>
          <a:prstGeom prst="straightConnector1">
            <a:avLst/>
          </a:prstGeom>
          <a:ln w="28575">
            <a:solidFill>
              <a:srgbClr val="67C8C7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6">
            <a:extLst>
              <a:ext uri="{FF2B5EF4-FFF2-40B4-BE49-F238E27FC236}">
                <a16:creationId xmlns:a16="http://schemas.microsoft.com/office/drawing/2014/main" id="{8EDAE03A-2AEA-CF33-8E93-5AF76188B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953" y="4183823"/>
            <a:ext cx="13260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Income Effect</a:t>
            </a: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E827C1FB-A18F-9AA2-C40D-A63311BD3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2" y="4183823"/>
            <a:ext cx="179829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Substitution Effect</a:t>
            </a:r>
          </a:p>
        </p:txBody>
      </p:sp>
    </p:spTree>
    <p:extLst>
      <p:ext uri="{BB962C8B-B14F-4D97-AF65-F5344CB8AC3E}">
        <p14:creationId xmlns:p14="http://schemas.microsoft.com/office/powerpoint/2010/main" val="669789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Relationship of price and quantity</a:t>
            </a:r>
          </a:p>
        </p:txBody>
      </p:sp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1C6CF15-B7F3-4C6A-ACA7-D9D1C618A5F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268176A-D8E9-5648-450B-64E97635C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91" y="1367748"/>
            <a:ext cx="103493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sz="2800" b="1" kern="0" dirty="0">
                <a:ea typeface="ＭＳ Ｐゴシック" pitchFamily="34" charset="-128"/>
              </a:rPr>
              <a:t>Very important</a:t>
            </a:r>
            <a:r>
              <a:rPr lang="en-US" altLang="en-US" sz="2800" kern="0" dirty="0">
                <a:ea typeface="ＭＳ Ｐゴシック" pitchFamily="34" charset="-128"/>
              </a:rPr>
              <a:t>: 1-to-1 relationship between </a:t>
            </a:r>
            <a:r>
              <a:rPr lang="en-US" altLang="en-US" sz="2800" b="1" kern="0" dirty="0">
                <a:ea typeface="ＭＳ Ｐゴシック" pitchFamily="34" charset="-128"/>
              </a:rPr>
              <a:t>prices</a:t>
            </a:r>
            <a:r>
              <a:rPr lang="en-US" altLang="en-US" sz="2800" kern="0" dirty="0">
                <a:ea typeface="ＭＳ Ｐゴシック" pitchFamily="34" charset="-128"/>
              </a:rPr>
              <a:t> and </a:t>
            </a:r>
            <a:r>
              <a:rPr lang="en-US" altLang="en-US" sz="2800" b="1" kern="0" dirty="0">
                <a:ea typeface="ＭＳ Ｐゴシック" pitchFamily="34" charset="-128"/>
              </a:rPr>
              <a:t>quantities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DD8A95D-96C7-9AAD-9814-0DD203363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091" y="3136025"/>
            <a:ext cx="10349345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Can </a:t>
            </a:r>
            <a:r>
              <a:rPr lang="en-US" altLang="en-US" sz="2800" b="1" kern="0" dirty="0">
                <a:latin typeface="Source Sans Pro" panose="020B0503030403020204" pitchFamily="34" charset="0"/>
              </a:rPr>
              <a:t>interchange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the two concepts when discussing optimal firm decisions</a:t>
            </a:r>
          </a:p>
          <a:p>
            <a:pPr eaLnBrk="1" hangingPunct="1"/>
            <a:r>
              <a:rPr lang="en-US" altLang="ja-JP" sz="2800" kern="0" dirty="0">
                <a:latin typeface="Source Sans Pro" panose="020B0503030403020204" pitchFamily="34" charset="0"/>
                <a:ea typeface="ＭＳ Ｐゴシック" pitchFamily="34" charset="-128"/>
              </a:rPr>
              <a:t>“What’s the best quantity (what is the maximum quantity/ amount customers will buy) at a given price?”</a:t>
            </a:r>
          </a:p>
          <a:p>
            <a:pPr eaLnBrk="1" hangingPunct="1"/>
            <a:r>
              <a:rPr lang="en-US" altLang="en-US" sz="2800" kern="0">
                <a:latin typeface="Source Sans Pro" panose="020B0503030403020204" pitchFamily="34" charset="0"/>
                <a:ea typeface="ＭＳ Ｐゴシック" pitchFamily="34" charset="-128"/>
              </a:rPr>
              <a:t>“</a:t>
            </a:r>
            <a:r>
              <a:rPr lang="en-US" altLang="ja-JP" sz="2800" kern="0">
                <a:latin typeface="Source Sans Pro" panose="020B0503030403020204" pitchFamily="34" charset="0"/>
                <a:ea typeface="ＭＳ Ｐゴシック" pitchFamily="34" charset="-128"/>
              </a:rPr>
              <a:t>What’s the best price (what is the maximum customers are willing to pay) for a particular quantity/amount?”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15B348A-98EA-52F1-3BA1-6DDE020A5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97971"/>
            <a:ext cx="8229600" cy="103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857250" lvl="1" algn="ctr" eaLnBrk="1" hangingPunct="1">
              <a:buNone/>
            </a:pP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US" altLang="en-US" kern="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J</a:t>
            </a: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= 4 – 2P</a:t>
            </a:r>
          </a:p>
          <a:p>
            <a:pPr marL="857250" lvl="1" algn="ctr" eaLnBrk="1" hangingPunct="1">
              <a:buNone/>
            </a:pPr>
            <a:r>
              <a:rPr lang="en-US" altLang="en-US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 = 2 – 0.5 Q</a:t>
            </a:r>
            <a:r>
              <a:rPr lang="en-US" altLang="en-US" kern="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J</a:t>
            </a:r>
            <a:endParaRPr lang="en-US" altLang="en-US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A36CD42-69EC-02E8-DEDA-7A59A7ED6058}"/>
                  </a:ext>
                </a:extLst>
              </p14:cNvPr>
              <p14:cNvContentPartPr/>
              <p14:nvPr/>
            </p14:nvContentPartPr>
            <p14:xfrm>
              <a:off x="3484800" y="1923480"/>
              <a:ext cx="6965280" cy="3053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A36CD42-69EC-02E8-DEDA-7A59A7ED60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8600" y="1907280"/>
                <a:ext cx="6997680" cy="308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48441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Example: Disney</a:t>
            </a:r>
          </a:p>
        </p:txBody>
      </p:sp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7DF5282-FAE9-4FD6-8DD8-E02C92104DC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9030" y="6511643"/>
            <a:ext cx="8229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ja-JP" sz="1200" kern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Source: “Disney, Theater Operators Battle Over New ‘Avengers’” May 4, 2015</a:t>
            </a:r>
            <a:endParaRPr lang="en-US" altLang="en-US" sz="1200" kern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B20B8F7-9B7E-18B5-604C-865F71D73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0655" y="1622314"/>
            <a:ext cx="9672405" cy="1969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Why do the theater owners want to lower the price of tickets?</a:t>
            </a: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Why are there different ticket prices in different cities?</a:t>
            </a: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Why is Disney able to enforce these pricing schemes, while other studios aren’t?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7616E619-35A7-7798-E610-1206590F49AC}"/>
              </a:ext>
            </a:extLst>
          </p:cNvPr>
          <p:cNvSpPr/>
          <p:nvPr/>
        </p:nvSpPr>
        <p:spPr>
          <a:xfrm>
            <a:off x="1250004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7C020A-93D4-00D5-A698-93ABB9397D6F}"/>
                  </a:ext>
                </a:extLst>
              </p14:cNvPr>
              <p14:cNvContentPartPr/>
              <p14:nvPr/>
            </p14:nvContentPartPr>
            <p14:xfrm>
              <a:off x="10268280" y="508680"/>
              <a:ext cx="1608120" cy="2093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7C020A-93D4-00D5-A698-93ABB9397D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2080" y="492480"/>
                <a:ext cx="1640520" cy="212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419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Market demand </a:t>
            </a:r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8DEE0A2-B620-47AA-A41E-9422F7F45C64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A56265-B59F-4321-BAEA-F448B0B3363A}"/>
              </a:ext>
            </a:extLst>
          </p:cNvPr>
          <p:cNvGrpSpPr/>
          <p:nvPr/>
        </p:nvGrpSpPr>
        <p:grpSpPr>
          <a:xfrm>
            <a:off x="764057" y="1155797"/>
            <a:ext cx="10663886" cy="1969770"/>
            <a:chOff x="272140" y="1155797"/>
            <a:chExt cx="10663886" cy="196977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DA9F0A9-C416-3BE6-908E-17C59EE590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857" y="1155797"/>
              <a:ext cx="8922169" cy="1969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Second person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in the Coke market</a:t>
              </a:r>
            </a:p>
            <a:p>
              <a:pPr eaLnBrk="1" hangingPunct="1"/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Preferences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(and circumstances) yield a different demand curve</a:t>
              </a:r>
            </a:p>
            <a:p>
              <a:pPr marL="0" indent="0" algn="ctr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K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 = 3 – P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DFC0372-5C62-3616-9E0F-7BF0F01D6392}"/>
                </a:ext>
              </a:extLst>
            </p:cNvPr>
            <p:cNvSpPr/>
            <p:nvPr/>
          </p:nvSpPr>
          <p:spPr>
            <a:xfrm>
              <a:off x="272140" y="1155798"/>
              <a:ext cx="1741717" cy="1108432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Katya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E688225-CFB8-ACA0-8614-EF0B24D3D3BC}"/>
              </a:ext>
            </a:extLst>
          </p:cNvPr>
          <p:cNvGrpSpPr/>
          <p:nvPr/>
        </p:nvGrpSpPr>
        <p:grpSpPr>
          <a:xfrm>
            <a:off x="764057" y="3245857"/>
            <a:ext cx="10663886" cy="3493264"/>
            <a:chOff x="272140" y="3245857"/>
            <a:chExt cx="10663886" cy="3493264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01193A49-5B4B-974D-4AEF-6F7B27F3A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857" y="3245857"/>
              <a:ext cx="8922169" cy="3493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Total demand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for this small Coke market is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sum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of their demand curves</a:t>
              </a:r>
            </a:p>
            <a:p>
              <a:pPr lvl="1"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Total quantity demanded at price P</a:t>
              </a:r>
              <a:r>
                <a:rPr lang="en-US" altLang="ja-JP" kern="0" dirty="0">
                  <a:latin typeface="Source Sans Pro" panose="020B0503030403020204" pitchFamily="34" charset="0"/>
                  <a:ea typeface="ＭＳ Ｐゴシック" pitchFamily="34" charset="-128"/>
                </a:rPr>
                <a:t>’ is</a:t>
              </a:r>
            </a:p>
            <a:p>
              <a:pPr marL="0" lvl="1" indent="0" algn="ctr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 = 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J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en-US" sz="28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P</a:t>
              </a:r>
              <a:r>
                <a:rPr lang="en-US" altLang="ja-JP" sz="28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’</a:t>
              </a: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+ Q</a:t>
              </a:r>
              <a:r>
                <a:rPr lang="en-US" altLang="ja-JP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K</a:t>
              </a: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ja-JP" sz="2800" i="1" kern="0" dirty="0">
                  <a:latin typeface="Source Sans Pro" panose="020B0503030403020204" pitchFamily="34" charset="0"/>
                  <a:ea typeface="ＭＳ Ｐゴシック" pitchFamily="34" charset="-128"/>
                </a:rPr>
                <a:t>P’</a:t>
              </a:r>
              <a:r>
                <a:rPr lang="en-US" altLang="ja-JP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</a:t>
              </a:r>
              <a:endPara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eaLnBrk="1" hangingPunct="1"/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Market demand curve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is</a:t>
              </a:r>
            </a:p>
            <a:p>
              <a:pPr marL="0" indent="0" algn="ctr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 = 7 – 3P</a:t>
              </a:r>
            </a:p>
            <a:p>
              <a:pPr marL="347663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if both Jose and Katya purchase Coke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095FACD-CD6D-7462-8550-4CB4A6A3889E}"/>
                </a:ext>
              </a:extLst>
            </p:cNvPr>
            <p:cNvSpPr/>
            <p:nvPr/>
          </p:nvSpPr>
          <p:spPr>
            <a:xfrm>
              <a:off x="272140" y="3245858"/>
              <a:ext cx="1741717" cy="1108432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Katya + Jose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645DCE7-1EC9-F9C5-9481-3136A38D3309}"/>
                  </a:ext>
                </a:extLst>
              </p14:cNvPr>
              <p14:cNvContentPartPr/>
              <p14:nvPr/>
            </p14:nvContentPartPr>
            <p14:xfrm>
              <a:off x="6927840" y="205920"/>
              <a:ext cx="3884400" cy="5732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645DCE7-1EC9-F9C5-9481-3136A38D33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1640" y="189720"/>
                <a:ext cx="3916800" cy="576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4856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Market demand: graphic</a:t>
            </a:r>
          </a:p>
        </p:txBody>
      </p:sp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BD2B01A-045A-40DC-8C4F-4B3BEE997E3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88ECEE8-6905-DF68-1E04-FE330063F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1907" y="1534425"/>
            <a:ext cx="45173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>
                <a:ea typeface="ＭＳ Ｐゴシック" pitchFamily="34" charset="-128"/>
              </a:rPr>
              <a:t>Jose: 	Q</a:t>
            </a:r>
            <a:r>
              <a:rPr lang="en-US" altLang="en-US" kern="0" baseline="-25000">
                <a:ea typeface="ＭＳ Ｐゴシック" pitchFamily="34" charset="-128"/>
              </a:rPr>
              <a:t>J</a:t>
            </a:r>
            <a:r>
              <a:rPr lang="en-US" altLang="en-US" kern="0">
                <a:ea typeface="ＭＳ Ｐゴシック" pitchFamily="34" charset="-128"/>
              </a:rPr>
              <a:t> = 4 – 2P</a:t>
            </a:r>
            <a:endParaRPr lang="en-US" altLang="en-US" kern="0" dirty="0">
              <a:ea typeface="ＭＳ Ｐゴシック" pitchFamily="34" charset="-128"/>
            </a:endParaRPr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DFEBA065-5205-0C54-F23A-D513FDFC6D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3398" y="1671638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79BB1612-7BDF-4FBF-9A6B-43A80CD504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3398" y="4948238"/>
            <a:ext cx="6096000" cy="4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B82ABBE7-27AB-C4F9-9DA6-1BBF8FF98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2398" y="13668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9031F8AE-85DC-78B7-732B-22ADA0AB6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0935" y="486727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28" name="Line 8">
            <a:extLst>
              <a:ext uri="{FF2B5EF4-FFF2-40B4-BE49-F238E27FC236}">
                <a16:creationId xmlns:a16="http://schemas.microsoft.com/office/drawing/2014/main" id="{D290EAAD-2B67-0F11-8F6F-3A7A9DCA1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9110" y="3009899"/>
            <a:ext cx="3052763" cy="1908176"/>
          </a:xfrm>
          <a:prstGeom prst="line">
            <a:avLst/>
          </a:prstGeom>
          <a:noFill/>
          <a:ln w="31750">
            <a:solidFill>
              <a:srgbClr val="67C8C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1E9F50C6-B4E7-4D5A-2F3E-691D1E174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110" y="271462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30" name="Text Box 10">
            <a:extLst>
              <a:ext uri="{FF2B5EF4-FFF2-40B4-BE49-F238E27FC236}">
                <a16:creationId xmlns:a16="http://schemas.microsoft.com/office/drawing/2014/main" id="{ADACA2D3-41D7-C153-EC4D-5CB488E1C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898" y="489902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4</a:t>
            </a:r>
          </a:p>
        </p:txBody>
      </p:sp>
      <p:sp>
        <p:nvSpPr>
          <p:cNvPr id="31" name="Line 12">
            <a:extLst>
              <a:ext uri="{FF2B5EF4-FFF2-40B4-BE49-F238E27FC236}">
                <a16:creationId xmlns:a16="http://schemas.microsoft.com/office/drawing/2014/main" id="{BBBFE018-E68A-46E1-4A9B-0E70CAC46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5460" y="2276475"/>
            <a:ext cx="2284413" cy="2678113"/>
          </a:xfrm>
          <a:prstGeom prst="line">
            <a:avLst/>
          </a:prstGeom>
          <a:noFill/>
          <a:ln w="31750">
            <a:solidFill>
              <a:srgbClr val="789B4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2" name="Text Box 13">
            <a:extLst>
              <a:ext uri="{FF2B5EF4-FFF2-40B4-BE49-F238E27FC236}">
                <a16:creationId xmlns:a16="http://schemas.microsoft.com/office/drawing/2014/main" id="{8D07DBC9-3F6A-AE82-FC42-13939C378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898" y="490537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3</a:t>
            </a: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id="{F0B86D3C-FD8B-EB3F-5299-B44F435EE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810" y="204787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3</a:t>
            </a:r>
          </a:p>
        </p:txBody>
      </p:sp>
      <p:sp>
        <p:nvSpPr>
          <p:cNvPr id="34" name="Line 15">
            <a:extLst>
              <a:ext uri="{FF2B5EF4-FFF2-40B4-BE49-F238E27FC236}">
                <a16:creationId xmlns:a16="http://schemas.microsoft.com/office/drawing/2014/main" id="{7647399A-8E66-CC17-D7AA-3464579C1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0223" y="2252663"/>
            <a:ext cx="663575" cy="7826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5" name="Line 16">
            <a:extLst>
              <a:ext uri="{FF2B5EF4-FFF2-40B4-BE49-F238E27FC236}">
                <a16:creationId xmlns:a16="http://schemas.microsoft.com/office/drawing/2014/main" id="{C3402080-A002-3D55-63AC-9559E71C79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4273" y="3025775"/>
            <a:ext cx="4664075" cy="1928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2729B620-0C8D-713E-2DCE-168CDCBAB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0744" y="48895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7</a:t>
            </a:r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116138A-3F32-F14C-EA7F-409E60AE2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393" y="5589693"/>
            <a:ext cx="100480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Market demand curves: </a:t>
            </a:r>
            <a:r>
              <a:rPr lang="en-US" altLang="en-US" b="1" dirty="0">
                <a:latin typeface="Source Sans Pro" panose="020B0503030403020204" pitchFamily="34" charset="0"/>
              </a:rPr>
              <a:t>Aggregated choices </a:t>
            </a:r>
            <a:r>
              <a:rPr lang="en-US" altLang="en-US" dirty="0">
                <a:latin typeface="Source Sans Pro" panose="020B0503030403020204" pitchFamily="34" charset="0"/>
              </a:rPr>
              <a:t>of all individuals in a market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1FDDB9-7EC7-1C2C-B2BA-B1CD702607DB}"/>
              </a:ext>
            </a:extLst>
          </p:cNvPr>
          <p:cNvCxnSpPr/>
          <p:nvPr/>
        </p:nvCxnSpPr>
        <p:spPr>
          <a:xfrm>
            <a:off x="3053398" y="3396343"/>
            <a:ext cx="569368" cy="0"/>
          </a:xfrm>
          <a:prstGeom prst="straightConnector1">
            <a:avLst/>
          </a:prstGeom>
          <a:ln w="38100">
            <a:solidFill>
              <a:srgbClr val="67C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9BAD1E-43B9-EE0F-8111-B0474D054B5F}"/>
              </a:ext>
            </a:extLst>
          </p:cNvPr>
          <p:cNvCxnSpPr/>
          <p:nvPr/>
        </p:nvCxnSpPr>
        <p:spPr>
          <a:xfrm>
            <a:off x="3053398" y="4075612"/>
            <a:ext cx="1527311" cy="0"/>
          </a:xfrm>
          <a:prstGeom prst="straightConnector1">
            <a:avLst/>
          </a:prstGeom>
          <a:ln w="38100">
            <a:solidFill>
              <a:srgbClr val="789B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">
            <a:extLst>
              <a:ext uri="{FF2B5EF4-FFF2-40B4-BE49-F238E27FC236}">
                <a16:creationId xmlns:a16="http://schemas.microsoft.com/office/drawing/2014/main" id="{A88B8125-852A-A76E-ECD6-5A05B4EE4644}"/>
              </a:ext>
            </a:extLst>
          </p:cNvPr>
          <p:cNvSpPr txBox="1">
            <a:spLocks noChangeArrowheads="1"/>
          </p:cNvSpPr>
          <p:nvPr/>
        </p:nvSpPr>
        <p:spPr>
          <a:xfrm>
            <a:off x="5231907" y="2026179"/>
            <a:ext cx="4517344" cy="461665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1371600" algn="l"/>
              </a:tabLst>
            </a:pPr>
            <a:r>
              <a:rPr lang="en-US" altLang="en-US" sz="2400" dirty="0">
                <a:ea typeface="ＭＳ Ｐゴシック" pitchFamily="34" charset="-128"/>
              </a:rPr>
              <a:t>Katya: </a:t>
            </a:r>
            <a:r>
              <a:rPr lang="en-US" altLang="en-US" sz="2400">
                <a:ea typeface="ＭＳ Ｐゴシック" pitchFamily="34" charset="-128"/>
              </a:rPr>
              <a:t>	Q</a:t>
            </a:r>
            <a:r>
              <a:rPr lang="en-US" altLang="en-US" sz="2400" baseline="-25000">
                <a:ea typeface="ＭＳ Ｐゴシック" pitchFamily="34" charset="-128"/>
              </a:rPr>
              <a:t>K</a:t>
            </a:r>
            <a:r>
              <a:rPr lang="en-US" altLang="en-US" sz="2400">
                <a:ea typeface="ＭＳ Ｐゴシック" pitchFamily="34" charset="-128"/>
              </a:rPr>
              <a:t> </a:t>
            </a:r>
            <a:r>
              <a:rPr lang="en-US" altLang="en-US" sz="2400" dirty="0">
                <a:ea typeface="ＭＳ Ｐゴシック" pitchFamily="34" charset="-128"/>
              </a:rPr>
              <a:t>= 3 – P</a:t>
            </a: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35CBFFCB-9A6C-8C81-EA44-10FBFD1F81DB}"/>
              </a:ext>
            </a:extLst>
          </p:cNvPr>
          <p:cNvSpPr txBox="1">
            <a:spLocks noChangeArrowheads="1"/>
          </p:cNvSpPr>
          <p:nvPr/>
        </p:nvSpPr>
        <p:spPr>
          <a:xfrm>
            <a:off x="5231907" y="2517933"/>
            <a:ext cx="4517344" cy="904863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tabLst>
                <a:tab pos="1371600" algn="l"/>
              </a:tabLst>
            </a:pPr>
            <a:r>
              <a:rPr lang="en-US" altLang="en-US" sz="2400" dirty="0">
                <a:ea typeface="ＭＳ Ｐゴシック" pitchFamily="34" charset="-128"/>
              </a:rPr>
              <a:t>Market:	Q = 7 – 3P  if P &lt; 2</a:t>
            </a:r>
          </a:p>
          <a:p>
            <a:pPr>
              <a:buFontTx/>
              <a:buNone/>
              <a:tabLst>
                <a:tab pos="1371600" algn="l"/>
              </a:tabLst>
            </a:pPr>
            <a:r>
              <a:rPr lang="en-US" altLang="en-US" sz="2400" dirty="0">
                <a:ea typeface="ＭＳ Ｐゴシック" pitchFamily="34" charset="-128"/>
              </a:rPr>
              <a:t>		Q = 3 – P    if P ≥ 2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ED40856-204C-882B-4C47-3760C7FAA291}"/>
              </a:ext>
            </a:extLst>
          </p:cNvPr>
          <p:cNvCxnSpPr/>
          <p:nvPr/>
        </p:nvCxnSpPr>
        <p:spPr>
          <a:xfrm>
            <a:off x="3053398" y="3395364"/>
            <a:ext cx="957943" cy="0"/>
          </a:xfrm>
          <a:prstGeom prst="straightConnector1">
            <a:avLst/>
          </a:prstGeom>
          <a:ln w="38100">
            <a:solidFill>
              <a:srgbClr val="789B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8E370E7-122A-3968-86D8-1EC6025370C0}"/>
              </a:ext>
            </a:extLst>
          </p:cNvPr>
          <p:cNvCxnSpPr/>
          <p:nvPr/>
        </p:nvCxnSpPr>
        <p:spPr>
          <a:xfrm>
            <a:off x="3070380" y="4081708"/>
            <a:ext cx="1693644" cy="0"/>
          </a:xfrm>
          <a:prstGeom prst="straightConnector1">
            <a:avLst/>
          </a:prstGeom>
          <a:ln w="38100">
            <a:solidFill>
              <a:srgbClr val="67C8C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E24023-7438-4AFC-4E07-7DED0B37FAF1}"/>
                  </a:ext>
                </a:extLst>
              </p14:cNvPr>
              <p14:cNvContentPartPr/>
              <p14:nvPr/>
            </p14:nvContentPartPr>
            <p14:xfrm>
              <a:off x="2499840" y="190440"/>
              <a:ext cx="8791200" cy="5436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E24023-7438-4AFC-4E07-7DED0B37FA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3640" y="174240"/>
                <a:ext cx="8823600" cy="546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103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4 1.11111E-6 L 0.07773 -0.0009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47 -2.96296E-6 L 0.13724 0.000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 animBg="1"/>
      <p:bldP spid="25" grpId="0" animBg="1"/>
      <p:bldP spid="26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 animBg="1"/>
      <p:bldP spid="35" grpId="0" animBg="1"/>
      <p:bldP spid="36" grpId="0"/>
      <p:bldP spid="37" grpId="0"/>
      <p:bldP spid="40" grpId="0"/>
      <p:bldP spid="4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Market demand: example</a:t>
            </a:r>
          </a:p>
        </p:txBody>
      </p:sp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BD2B01A-045A-40DC-8C4F-4B3BEE997E39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79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Line 4">
            <a:extLst>
              <a:ext uri="{FF2B5EF4-FFF2-40B4-BE49-F238E27FC236}">
                <a16:creationId xmlns:a16="http://schemas.microsoft.com/office/drawing/2014/main" id="{605D307E-0D10-D854-6724-152989BBD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3709" y="2189427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4397D7DC-2E75-7D2D-D8A5-97DB0F515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3709" y="5466027"/>
            <a:ext cx="6096000" cy="4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D94D6174-C779-279E-57D4-AFCE170E7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09" y="1884627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E58234BB-D304-E3D5-4541-43E128BDF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246" y="553136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02F3FD5-3AB2-7B04-24D8-3BE406B94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1816" y="2532234"/>
            <a:ext cx="382859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 err="1">
                <a:ea typeface="ＭＳ Ｐゴシック" pitchFamily="34" charset="-128"/>
              </a:rPr>
              <a:t>Xiuying</a:t>
            </a:r>
            <a:r>
              <a:rPr lang="en-US" altLang="en-US" kern="0" dirty="0">
                <a:ea typeface="ＭＳ Ｐゴシック" pitchFamily="34" charset="-128"/>
              </a:rPr>
              <a:t>: 	Q</a:t>
            </a:r>
            <a:r>
              <a:rPr lang="en-US" altLang="en-US" kern="0" baseline="-25000" dirty="0">
                <a:ea typeface="ＭＳ Ｐゴシック" pitchFamily="34" charset="-128"/>
              </a:rPr>
              <a:t>X</a:t>
            </a:r>
            <a:r>
              <a:rPr lang="en-US" altLang="en-US" kern="0" dirty="0">
                <a:ea typeface="ＭＳ Ｐゴシック" pitchFamily="34" charset="-128"/>
              </a:rPr>
              <a:t> = 6 – 3P</a:t>
            </a: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ea typeface="ＭＳ Ｐゴシック" pitchFamily="34" charset="-128"/>
              </a:rPr>
              <a:t>Jayanti: 	Q</a:t>
            </a:r>
            <a:r>
              <a:rPr lang="en-US" altLang="en-US" kern="0" baseline="-25000" dirty="0">
                <a:ea typeface="ＭＳ Ｐゴシック" pitchFamily="34" charset="-128"/>
              </a:rPr>
              <a:t>J</a:t>
            </a:r>
            <a:r>
              <a:rPr lang="en-US" altLang="en-US" kern="0" dirty="0">
                <a:ea typeface="ＭＳ Ｐゴシック" pitchFamily="34" charset="-128"/>
              </a:rPr>
              <a:t> = 2 – 0.5P</a:t>
            </a:r>
          </a:p>
          <a:p>
            <a:pPr eaLnBrk="1" hangingPunct="1">
              <a:buFontTx/>
              <a:buNone/>
            </a:pPr>
            <a:endParaRPr lang="en-US" altLang="en-US" kern="0" dirty="0">
              <a:ea typeface="ＭＳ Ｐゴシック" pitchFamily="34" charset="-128"/>
            </a:endParaRP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ea typeface="ＭＳ Ｐゴシック" pitchFamily="34" charset="-128"/>
              </a:rPr>
              <a:t>Market:	Q = ???  if P &lt; ???</a:t>
            </a: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ea typeface="ＭＳ Ｐゴシック" pitchFamily="34" charset="-128"/>
              </a:rPr>
              <a:t>		Q = ???  if P ≥ ???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5F6021EB-BA04-1D20-36A5-751A3E3EFC33}"/>
              </a:ext>
            </a:extLst>
          </p:cNvPr>
          <p:cNvSpPr/>
          <p:nvPr/>
        </p:nvSpPr>
        <p:spPr>
          <a:xfrm>
            <a:off x="12470859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81B284-D6A2-7ED0-29CB-D0FD04505D10}"/>
                  </a:ext>
                </a:extLst>
              </p14:cNvPr>
              <p14:cNvContentPartPr/>
              <p14:nvPr/>
            </p14:nvContentPartPr>
            <p14:xfrm>
              <a:off x="646920" y="2251440"/>
              <a:ext cx="11392200" cy="3872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781B284-D6A2-7ED0-29CB-D0FD04505D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0720" y="2235240"/>
                <a:ext cx="11424600" cy="39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76236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Market demand: example</a:t>
            </a:r>
          </a:p>
        </p:txBody>
      </p:sp>
      <p:sp>
        <p:nvSpPr>
          <p:cNvPr id="53253" name="Line 4"/>
          <p:cNvSpPr>
            <a:spLocks noChangeShapeType="1"/>
          </p:cNvSpPr>
          <p:nvPr/>
        </p:nvSpPr>
        <p:spPr bwMode="auto">
          <a:xfrm>
            <a:off x="1163709" y="2189427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3254" name="Line 5"/>
          <p:cNvSpPr>
            <a:spLocks noChangeShapeType="1"/>
          </p:cNvSpPr>
          <p:nvPr/>
        </p:nvSpPr>
        <p:spPr bwMode="auto">
          <a:xfrm>
            <a:off x="1163709" y="5466027"/>
            <a:ext cx="609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3255" name="Text Box 6"/>
          <p:cNvSpPr txBox="1">
            <a:spLocks noChangeArrowheads="1"/>
          </p:cNvSpPr>
          <p:nvPr/>
        </p:nvSpPr>
        <p:spPr bwMode="auto">
          <a:xfrm>
            <a:off x="782709" y="1884627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alibri" panose="020F0502020204030204" pitchFamily="34" charset="0"/>
              </a:rPr>
              <a:t>P</a:t>
            </a:r>
          </a:p>
        </p:txBody>
      </p:sp>
      <p:sp>
        <p:nvSpPr>
          <p:cNvPr id="53256" name="Text Box 7"/>
          <p:cNvSpPr txBox="1">
            <a:spLocks noChangeArrowheads="1"/>
          </p:cNvSpPr>
          <p:nvPr/>
        </p:nvSpPr>
        <p:spPr bwMode="auto">
          <a:xfrm>
            <a:off x="6861246" y="553136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Calibri" panose="020F0502020204030204" pitchFamily="34" charset="0"/>
              </a:rPr>
              <a:t>Q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2F23F62-8C81-ECED-49E9-E90A97BB7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645" y="2071063"/>
            <a:ext cx="4472667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Antonia: 	Q</a:t>
            </a:r>
            <a:r>
              <a:rPr lang="en-US" altLang="en-US" kern="0" baseline="-25000" dirty="0">
                <a:latin typeface="Calibri" panose="020F0502020204030204" pitchFamily="34" charset="0"/>
                <a:ea typeface="ＭＳ Ｐゴシック" pitchFamily="34" charset="-128"/>
              </a:rPr>
              <a:t>A</a:t>
            </a: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 = 6 – 3P</a:t>
            </a: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Gabriela: 	Q</a:t>
            </a:r>
            <a:r>
              <a:rPr lang="en-US" altLang="en-US" kern="0" baseline="-25000" dirty="0">
                <a:latin typeface="Calibri" panose="020F0502020204030204" pitchFamily="34" charset="0"/>
                <a:ea typeface="ＭＳ Ｐゴシック" pitchFamily="34" charset="-128"/>
              </a:rPr>
              <a:t>G</a:t>
            </a: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 = 2 – 0.5P</a:t>
            </a: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Rosita: 	Q</a:t>
            </a:r>
            <a:r>
              <a:rPr lang="en-US" altLang="en-US" kern="0" baseline="-25000" dirty="0">
                <a:latin typeface="Calibri" panose="020F0502020204030204" pitchFamily="34" charset="0"/>
                <a:ea typeface="ＭＳ Ｐゴシック" pitchFamily="34" charset="-128"/>
              </a:rPr>
              <a:t>R</a:t>
            </a: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 = 4 – (2/3)P</a:t>
            </a:r>
          </a:p>
          <a:p>
            <a:pPr eaLnBrk="1" hangingPunct="1">
              <a:buFontTx/>
              <a:buNone/>
            </a:pPr>
            <a:endParaRPr lang="en-US" altLang="en-US" kern="0" dirty="0">
              <a:latin typeface="Calibri" panose="020F0502020204030204" pitchFamily="34" charset="0"/>
              <a:ea typeface="ＭＳ Ｐゴシック" pitchFamily="34" charset="-128"/>
            </a:endParaRP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Market:	Q = ???  if P ≤ ???</a:t>
            </a:r>
          </a:p>
          <a:p>
            <a:pPr eaLnBrk="1" hangingPunct="1">
              <a:buFontTx/>
              <a:buNone/>
              <a:tabLst>
                <a:tab pos="1371600" algn="l"/>
              </a:tabLst>
            </a:pP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		Q = ???  if ??? &lt; P ≤ ???</a:t>
            </a:r>
          </a:p>
          <a:p>
            <a:pPr eaLnBrk="1" hangingPunct="1">
              <a:buNone/>
              <a:tabLst>
                <a:tab pos="1371600" algn="l"/>
              </a:tabLst>
            </a:pPr>
            <a:r>
              <a:rPr lang="en-US" altLang="en-US" kern="0" dirty="0">
                <a:latin typeface="Calibri" panose="020F0502020204030204" pitchFamily="34" charset="0"/>
                <a:ea typeface="ＭＳ Ｐゴシック" pitchFamily="34" charset="-128"/>
              </a:rPr>
              <a:t>		Q = ???  if ??? &lt; 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E320EA-23E1-28F8-2C13-CD55513A8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80</a:t>
            </a:fld>
            <a:endParaRPr lang="en-US" altLang="en-US" dirty="0"/>
          </a:p>
        </p:txBody>
      </p:sp>
      <p:sp>
        <p:nvSpPr>
          <p:cNvPr id="2" name="5-Point Star 1">
            <a:extLst>
              <a:ext uri="{FF2B5EF4-FFF2-40B4-BE49-F238E27FC236}">
                <a16:creationId xmlns:a16="http://schemas.microsoft.com/office/drawing/2014/main" id="{72C3C9F4-1DE1-DF78-6C3B-177771125BDB}"/>
              </a:ext>
            </a:extLst>
          </p:cNvPr>
          <p:cNvSpPr/>
          <p:nvPr/>
        </p:nvSpPr>
        <p:spPr>
          <a:xfrm>
            <a:off x="12645330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DA045F-F7F2-73C6-2892-46AACE100188}"/>
                  </a:ext>
                </a:extLst>
              </p14:cNvPr>
              <p14:cNvContentPartPr/>
              <p14:nvPr/>
            </p14:nvContentPartPr>
            <p14:xfrm>
              <a:off x="590040" y="631800"/>
              <a:ext cx="11342160" cy="609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DA045F-F7F2-73C6-2892-46AACE1001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840" y="615600"/>
                <a:ext cx="11374560" cy="612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0093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81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Consumer surplus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A4F3B5-4E4B-DF63-7A18-E66EF86B1C62}"/>
              </a:ext>
            </a:extLst>
          </p:cNvPr>
          <p:cNvSpPr txBox="1"/>
          <p:nvPr/>
        </p:nvSpPr>
        <p:spPr>
          <a:xfrm>
            <a:off x="3135630" y="3212145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Changes in demand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8AC23-8B46-0845-0602-35307776561C}"/>
              </a:ext>
            </a:extLst>
          </p:cNvPr>
          <p:cNvSpPr txBox="1"/>
          <p:nvPr/>
        </p:nvSpPr>
        <p:spPr>
          <a:xfrm>
            <a:off x="3135630" y="3893373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Elasticity</a:t>
            </a:r>
          </a:p>
        </p:txBody>
      </p:sp>
    </p:spTree>
    <p:extLst>
      <p:ext uri="{BB962C8B-B14F-4D97-AF65-F5344CB8AC3E}">
        <p14:creationId xmlns:p14="http://schemas.microsoft.com/office/powerpoint/2010/main" val="23201747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Consumer surplus</a:t>
            </a:r>
          </a:p>
        </p:txBody>
      </p:sp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5CAE194-52D1-453B-A1D1-A2C0ED5634B7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CBE512-F1AE-9F8E-C90D-D9FB15A7CC54}"/>
              </a:ext>
            </a:extLst>
          </p:cNvPr>
          <p:cNvGrpSpPr/>
          <p:nvPr/>
        </p:nvGrpSpPr>
        <p:grpSpPr>
          <a:xfrm>
            <a:off x="792211" y="3000786"/>
            <a:ext cx="10710525" cy="1446550"/>
            <a:chOff x="287729" y="2781981"/>
            <a:chExt cx="10710525" cy="144655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27E484B-39B3-E12A-1CA0-FC7AC52ACDDB}"/>
                </a:ext>
              </a:extLst>
            </p:cNvPr>
            <p:cNvSpPr/>
            <p:nvPr/>
          </p:nvSpPr>
          <p:spPr>
            <a:xfrm>
              <a:off x="287729" y="2781981"/>
              <a:ext cx="2058864" cy="1093186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Jose @ $0.50/can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23780F75-AFAB-2440-7804-A7A42D013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594" y="2781981"/>
              <a:ext cx="8651660" cy="144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Jose’</a:t>
              </a:r>
              <a:r>
                <a:rPr lang="en-US" altLang="ja-JP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s benefit? (Remember, </a:t>
              </a:r>
              <a:r>
                <a:rPr lang="en-US" alt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 = 2 – 0.5 Q</a:t>
              </a:r>
              <a:r>
                <a:rPr lang="en-US" altLang="en-US" sz="2600" baseline="-250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J</a:t>
              </a:r>
              <a:r>
                <a:rPr lang="en-US" alt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)</a:t>
              </a:r>
              <a:endParaRPr lang="en-US" altLang="ja-JP" sz="26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lvl="1"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Would have bought 1</a:t>
              </a:r>
              <a:r>
                <a:rPr lang="en-US" altLang="en-US" sz="2600" kern="0" baseline="30000" dirty="0">
                  <a:latin typeface="Source Sans Pro" panose="020B0503030403020204" pitchFamily="34" charset="0"/>
                  <a:ea typeface="ＭＳ Ｐゴシック" pitchFamily="34" charset="-128"/>
                </a:rPr>
                <a:t>st</a:t>
              </a:r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 can for $1.50 (but didn’t</a:t>
              </a:r>
              <a:r>
                <a:rPr lang="en-US" altLang="ja-JP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 have to)</a:t>
              </a:r>
            </a:p>
            <a:p>
              <a:pPr lvl="1"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Would have bought 2</a:t>
              </a:r>
              <a:r>
                <a:rPr lang="en-US" altLang="en-US" sz="2600" kern="0" baseline="30000" dirty="0">
                  <a:latin typeface="Source Sans Pro" panose="020B0503030403020204" pitchFamily="34" charset="0"/>
                  <a:ea typeface="ＭＳ Ｐゴシック" pitchFamily="34" charset="-128"/>
                </a:rPr>
                <a:t>nd</a:t>
              </a:r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 can for $1.00 (but didn’t</a:t>
              </a:r>
              <a:r>
                <a:rPr lang="en-US" altLang="ja-JP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 have to)</a:t>
              </a:r>
              <a:endPara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FBBE0B7-73C1-94F0-D847-051F77B150FD}"/>
              </a:ext>
            </a:extLst>
          </p:cNvPr>
          <p:cNvGrpSpPr/>
          <p:nvPr/>
        </p:nvGrpSpPr>
        <p:grpSpPr>
          <a:xfrm>
            <a:off x="792211" y="1194886"/>
            <a:ext cx="10710524" cy="1446550"/>
            <a:chOff x="287729" y="1101367"/>
            <a:chExt cx="10710524" cy="144655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02E43E2B-C1D7-D15E-8557-F7C3B7ECDA32}"/>
                </a:ext>
              </a:extLst>
            </p:cNvPr>
            <p:cNvSpPr/>
            <p:nvPr/>
          </p:nvSpPr>
          <p:spPr>
            <a:xfrm>
              <a:off x="287729" y="1101367"/>
              <a:ext cx="2058864" cy="1093186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Bargain!</a:t>
              </a: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06E77BA5-762A-B828-9814-E06FF8C6F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593" y="1101367"/>
              <a:ext cx="8651660" cy="144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What does it mean?</a:t>
              </a:r>
            </a:p>
            <a:p>
              <a:pPr lvl="1"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Pay less than you were willing to</a:t>
              </a:r>
            </a:p>
            <a:p>
              <a:pPr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This difference is called </a:t>
              </a:r>
              <a:r>
                <a:rPr lang="en-US" altLang="en-US" sz="26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consumer surplus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E9CF8AB-DD2E-49B2-B6C8-094107AD468E}"/>
              </a:ext>
            </a:extLst>
          </p:cNvPr>
          <p:cNvGrpSpPr/>
          <p:nvPr/>
        </p:nvGrpSpPr>
        <p:grpSpPr>
          <a:xfrm>
            <a:off x="792211" y="4806686"/>
            <a:ext cx="10710524" cy="1119007"/>
            <a:chOff x="287729" y="5074964"/>
            <a:chExt cx="10710524" cy="1119007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3E8789D-ECF0-61A2-1E1D-6114B298E849}"/>
                </a:ext>
              </a:extLst>
            </p:cNvPr>
            <p:cNvSpPr/>
            <p:nvPr/>
          </p:nvSpPr>
          <p:spPr>
            <a:xfrm>
              <a:off x="287729" y="5100785"/>
              <a:ext cx="2058864" cy="1093186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Total benefit</a:t>
              </a:r>
            </a:p>
          </p:txBody>
        </p:sp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32561B46-C1B2-5F84-1915-2F0BF9455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593" y="5074964"/>
              <a:ext cx="865166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$1 from the 1</a:t>
              </a:r>
              <a:r>
                <a:rPr lang="en-US" altLang="en-US" sz="2600" kern="0" baseline="30000" dirty="0">
                  <a:latin typeface="Source Sans Pro" panose="020B0503030403020204" pitchFamily="34" charset="0"/>
                  <a:ea typeface="ＭＳ Ｐゴシック" pitchFamily="34" charset="-128"/>
                </a:rPr>
                <a:t>st</a:t>
              </a:r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 can and $0.50 from the 2</a:t>
              </a:r>
              <a:r>
                <a:rPr lang="en-US" altLang="en-US" sz="2600" kern="0" baseline="30000" dirty="0">
                  <a:latin typeface="Source Sans Pro" panose="020B0503030403020204" pitchFamily="34" charset="0"/>
                  <a:ea typeface="ＭＳ Ｐゴシック" pitchFamily="34" charset="-128"/>
                </a:rPr>
                <a:t>nd</a:t>
              </a:r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?</a:t>
              </a:r>
            </a:p>
            <a:p>
              <a:pPr eaLnBrk="1" hangingPunct="1"/>
              <a:r>
                <a:rPr lang="en-US" altLang="en-US" sz="2600" kern="0" dirty="0">
                  <a:latin typeface="Source Sans Pro" panose="020B0503030403020204" pitchFamily="34" charset="0"/>
                  <a:ea typeface="ＭＳ Ｐゴシック" pitchFamily="34" charset="-128"/>
                </a:rPr>
                <a:t>Not quite – </a:t>
              </a:r>
              <a:r>
                <a:rPr lang="en-US" altLang="en-US" sz="26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Jose actually does better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260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Consumer surplus: graphic</a:t>
            </a:r>
          </a:p>
        </p:txBody>
      </p:sp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C0B0052F-74D5-4111-B99E-1231AE5D6BD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4" name="AutoShape 21">
            <a:extLst>
              <a:ext uri="{FF2B5EF4-FFF2-40B4-BE49-F238E27FC236}">
                <a16:creationId xmlns:a16="http://schemas.microsoft.com/office/drawing/2014/main" id="{892E0026-2035-B021-6126-89923EB29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377" y="3509964"/>
            <a:ext cx="1903413" cy="1755775"/>
          </a:xfrm>
          <a:prstGeom prst="rtTriangle">
            <a:avLst/>
          </a:prstGeom>
          <a:solidFill>
            <a:srgbClr val="67C8C7"/>
          </a:solidFill>
          <a:ln w="9525">
            <a:solidFill>
              <a:srgbClr val="67C8C7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1800" dirty="0">
              <a:latin typeface="Source Sans Pro" panose="020B0503030403020204" pitchFamily="34" charset="0"/>
            </a:endParaRPr>
          </a:p>
        </p:txBody>
      </p:sp>
      <p:sp>
        <p:nvSpPr>
          <p:cNvPr id="5" name="Text Box 24">
            <a:extLst>
              <a:ext uri="{FF2B5EF4-FFF2-40B4-BE49-F238E27FC236}">
                <a16:creationId xmlns:a16="http://schemas.microsoft.com/office/drawing/2014/main" id="{5A2C5877-C4A7-0E58-8C79-1051F379F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4053" y="2874964"/>
            <a:ext cx="44259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Consumer surplus = $2.25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(Area of aqua triangle)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8E0008-B391-C225-12D4-AD140F76F697}"/>
              </a:ext>
            </a:extLst>
          </p:cNvPr>
          <p:cNvGrpSpPr/>
          <p:nvPr/>
        </p:nvGrpSpPr>
        <p:grpSpPr>
          <a:xfrm>
            <a:off x="1386103" y="2587625"/>
            <a:ext cx="4724400" cy="3835400"/>
            <a:chOff x="500063" y="2587625"/>
            <a:chExt cx="4724400" cy="38354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65B714-2B19-154D-E158-A041CD4E6A14}"/>
                </a:ext>
              </a:extLst>
            </p:cNvPr>
            <p:cNvGrpSpPr/>
            <p:nvPr/>
          </p:nvGrpSpPr>
          <p:grpSpPr>
            <a:xfrm>
              <a:off x="500063" y="2587625"/>
              <a:ext cx="4724400" cy="3835400"/>
              <a:chOff x="500063" y="2587625"/>
              <a:chExt cx="4724400" cy="3835400"/>
            </a:xfrm>
          </p:grpSpPr>
          <p:sp>
            <p:nvSpPr>
              <p:cNvPr id="9" name="Line 12">
                <a:extLst>
                  <a:ext uri="{FF2B5EF4-FFF2-40B4-BE49-F238E27FC236}">
                    <a16:creationId xmlns:a16="http://schemas.microsoft.com/office/drawing/2014/main" id="{F28EFAAF-79EF-1326-A6BE-F5D6B7BC2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5863" y="2735263"/>
                <a:ext cx="0" cy="3276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0" name="Line 13">
                <a:extLst>
                  <a:ext uri="{FF2B5EF4-FFF2-40B4-BE49-F238E27FC236}">
                    <a16:creationId xmlns:a16="http://schemas.microsoft.com/office/drawing/2014/main" id="{D7F3E23F-A68F-515C-B7F1-3E19C670F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5863" y="6011863"/>
                <a:ext cx="38100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1" name="Text Box 14">
                <a:extLst>
                  <a:ext uri="{FF2B5EF4-FFF2-40B4-BE49-F238E27FC236}">
                    <a16:creationId xmlns:a16="http://schemas.microsoft.com/office/drawing/2014/main" id="{93780A29-5DE7-97C3-A47D-9C5663074C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0575" y="2587625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P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FF57DF2D-44EB-41D6-EA3E-23D6F49B3C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1063" y="59499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Q</a:t>
                </a:r>
              </a:p>
            </p:txBody>
          </p:sp>
          <p:sp>
            <p:nvSpPr>
              <p:cNvPr id="13" name="Line 16">
                <a:extLst>
                  <a:ext uri="{FF2B5EF4-FFF2-40B4-BE49-F238E27FC236}">
                    <a16:creationId xmlns:a16="http://schemas.microsoft.com/office/drawing/2014/main" id="{A80DA5C1-0AFE-BF93-20C6-2A55CA000E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5863" y="3497263"/>
                <a:ext cx="2743200" cy="25146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94CDAE5B-D4A6-191A-65D7-92083FA538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9150" y="327818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2</a:t>
                </a:r>
              </a:p>
            </p:txBody>
          </p:sp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F0070FF2-D436-F40D-7D90-E98A497A1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00463" y="5965825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4</a:t>
                </a:r>
              </a:p>
            </p:txBody>
          </p:sp>
          <p:sp>
            <p:nvSpPr>
              <p:cNvPr id="16" name="Text Box 20">
                <a:extLst>
                  <a:ext uri="{FF2B5EF4-FFF2-40B4-BE49-F238E27FC236}">
                    <a16:creationId xmlns:a16="http://schemas.microsoft.com/office/drawing/2014/main" id="{31F87FE4-2ADC-3AF1-0CC1-D4F33EB6CA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0063" y="4989513"/>
                <a:ext cx="8001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0.5</a:t>
                </a:r>
              </a:p>
            </p:txBody>
          </p:sp>
          <p:sp>
            <p:nvSpPr>
              <p:cNvPr id="17" name="Text Box 22">
                <a:extLst>
                  <a:ext uri="{FF2B5EF4-FFF2-40B4-BE49-F238E27FC236}">
                    <a16:creationId xmlns:a16="http://schemas.microsoft.com/office/drawing/2014/main" id="{3A2EEDB0-97F5-3BDF-82F8-31E26EFCE7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95600" y="5954713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>
                    <a:latin typeface="Source Sans Pro" panose="020B0503030403020204" pitchFamily="34" charset="0"/>
                  </a:rPr>
                  <a:t>3</a:t>
                </a:r>
              </a:p>
            </p:txBody>
          </p:sp>
          <p:sp>
            <p:nvSpPr>
              <p:cNvPr id="18" name="Line 23">
                <a:extLst>
                  <a:ext uri="{FF2B5EF4-FFF2-40B4-BE49-F238E27FC236}">
                    <a16:creationId xmlns:a16="http://schemas.microsoft.com/office/drawing/2014/main" id="{58A77EA3-C359-FD84-AA20-3854D6086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5150" y="5265738"/>
                <a:ext cx="0" cy="7508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8" name="Line 23">
              <a:extLst>
                <a:ext uri="{FF2B5EF4-FFF2-40B4-BE49-F238E27FC236}">
                  <a16:creationId xmlns:a16="http://schemas.microsoft.com/office/drawing/2014/main" id="{3CC61CAE-4059-556E-69B8-550F30398F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5864" y="5265739"/>
              <a:ext cx="1905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259FD3A-6FC9-3154-33C5-9BACE3E2B954}"/>
              </a:ext>
            </a:extLst>
          </p:cNvPr>
          <p:cNvSpPr/>
          <p:nvPr/>
        </p:nvSpPr>
        <p:spPr>
          <a:xfrm>
            <a:off x="6974113" y="3401134"/>
            <a:ext cx="3526974" cy="2169432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/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Suppose Jose was made a </a:t>
            </a:r>
            <a:r>
              <a:rPr lang="en-US" altLang="en-US" sz="24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take-it-or-leave-it</a:t>
            </a: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 offer for 3 cans of Coke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Source Sans Pro" panose="020B0503030403020204" pitchFamily="34" charset="0"/>
              </a:rPr>
              <a:t>How much would he pay?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A2CD6B54-7B8F-8F28-3B54-23B2C1D83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581" y="1161128"/>
            <a:ext cx="9537405" cy="9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kern="0" dirty="0">
                <a:ea typeface="ＭＳ Ｐゴシック" pitchFamily="34" charset="-128"/>
              </a:rPr>
              <a:t>Jose’</a:t>
            </a:r>
            <a:r>
              <a:rPr lang="en-US" altLang="ja-JP" kern="0" dirty="0">
                <a:ea typeface="ＭＳ Ｐゴシック" pitchFamily="34" charset="-128"/>
              </a:rPr>
              <a:t>s consumer surplus is the </a:t>
            </a:r>
            <a:r>
              <a:rPr lang="en-US" altLang="ja-JP" b="1" kern="0" dirty="0">
                <a:ea typeface="ＭＳ Ｐゴシック" pitchFamily="34" charset="-128"/>
              </a:rPr>
              <a:t>area under his demand curve</a:t>
            </a:r>
          </a:p>
          <a:p>
            <a:pPr lvl="1" eaLnBrk="1" hangingPunct="1"/>
            <a:r>
              <a:rPr lang="en-US" altLang="ja-JP" kern="0" dirty="0">
                <a:ea typeface="ＭＳ Ｐゴシック" pitchFamily="34" charset="-128"/>
              </a:rPr>
              <a:t>Accounts for his benefit from each incremental drop of Coke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D6E2A0E-2E86-41FC-5C1D-443298AA741A}"/>
                  </a:ext>
                </a:extLst>
              </p14:cNvPr>
              <p14:cNvContentPartPr/>
              <p14:nvPr/>
            </p14:nvContentPartPr>
            <p14:xfrm>
              <a:off x="78840" y="1471320"/>
              <a:ext cx="11099880" cy="538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D6E2A0E-2E86-41FC-5C1D-443298AA74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40" y="1455120"/>
                <a:ext cx="11132280" cy="54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207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Managerial implication of consumer surplus</a:t>
            </a:r>
          </a:p>
        </p:txBody>
      </p:sp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6F8FDB78-DF35-4DB2-9FC6-64D56C4C731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AutoShape 21">
            <a:extLst>
              <a:ext uri="{FF2B5EF4-FFF2-40B4-BE49-F238E27FC236}">
                <a16:creationId xmlns:a16="http://schemas.microsoft.com/office/drawing/2014/main" id="{41141CFD-436E-7589-8F69-E7DC0764B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07" y="3499798"/>
            <a:ext cx="1056235" cy="1456800"/>
          </a:xfrm>
          <a:prstGeom prst="rtTriangle">
            <a:avLst/>
          </a:prstGeom>
          <a:solidFill>
            <a:srgbClr val="C8C8C8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1800" dirty="0">
              <a:latin typeface="Source Sans Pro" panose="020B0503030403020204" pitchFamily="34" charset="0"/>
            </a:endParaRPr>
          </a:p>
        </p:txBody>
      </p:sp>
      <p:sp>
        <p:nvSpPr>
          <p:cNvPr id="4" name="Line 16">
            <a:extLst>
              <a:ext uri="{FF2B5EF4-FFF2-40B4-BE49-F238E27FC236}">
                <a16:creationId xmlns:a16="http://schemas.microsoft.com/office/drawing/2014/main" id="{8540A25E-9913-C806-0E43-A813A03815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3707" y="3499797"/>
            <a:ext cx="1426350" cy="195375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C309E07-EB21-1489-DDC2-3483FC6E6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19" y="5856746"/>
            <a:ext cx="100264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800"/>
              </a:spcAft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Need more complicated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 pricing strategies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to capture surplus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46724F9-E764-92D8-552D-4C7FE225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19" y="1175647"/>
            <a:ext cx="1002649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800"/>
              </a:spcAft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Represents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overall consumer satisfaction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with product or service</a:t>
            </a:r>
          </a:p>
        </p:txBody>
      </p:sp>
      <p:sp>
        <p:nvSpPr>
          <p:cNvPr id="10" name="AutoShape 21">
            <a:extLst>
              <a:ext uri="{FF2B5EF4-FFF2-40B4-BE49-F238E27FC236}">
                <a16:creationId xmlns:a16="http://schemas.microsoft.com/office/drawing/2014/main" id="{F13C3098-3822-1F38-0C54-E18122DDD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04" y="4223657"/>
            <a:ext cx="1056238" cy="732941"/>
          </a:xfrm>
          <a:prstGeom prst="rtTriangle">
            <a:avLst/>
          </a:prstGeom>
          <a:solidFill>
            <a:srgbClr val="67C8C7"/>
          </a:solidFill>
          <a:ln w="9525">
            <a:solidFill>
              <a:srgbClr val="67C8C7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endParaRPr lang="en-US" altLang="en-US" sz="1800" dirty="0">
              <a:latin typeface="Source Sans Pro" panose="020B0503030403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624F6A-AE5D-BD9D-37DF-83F4A83F49BB}"/>
              </a:ext>
            </a:extLst>
          </p:cNvPr>
          <p:cNvGrpSpPr/>
          <p:nvPr/>
        </p:nvGrpSpPr>
        <p:grpSpPr>
          <a:xfrm>
            <a:off x="4094335" y="3110495"/>
            <a:ext cx="2986634" cy="2825340"/>
            <a:chOff x="2570334" y="3110494"/>
            <a:chExt cx="2986634" cy="282534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A6FA392-B855-1787-7649-B6229FD4964A}"/>
                </a:ext>
              </a:extLst>
            </p:cNvPr>
            <p:cNvGrpSpPr/>
            <p:nvPr/>
          </p:nvGrpSpPr>
          <p:grpSpPr>
            <a:xfrm>
              <a:off x="2570334" y="3110494"/>
              <a:ext cx="2986634" cy="2825340"/>
              <a:chOff x="2570334" y="3110494"/>
              <a:chExt cx="2986634" cy="2825340"/>
            </a:xfrm>
          </p:grpSpPr>
          <p:sp>
            <p:nvSpPr>
              <p:cNvPr id="20" name="Line 12">
                <a:extLst>
                  <a:ext uri="{FF2B5EF4-FFF2-40B4-BE49-F238E27FC236}">
                    <a16:creationId xmlns:a16="http://schemas.microsoft.com/office/drawing/2014/main" id="{1B0E5854-B3F6-D6D0-2A26-296B7056F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705" y="3287132"/>
                <a:ext cx="0" cy="21664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5" name="Line 13">
                <a:extLst>
                  <a:ext uri="{FF2B5EF4-FFF2-40B4-BE49-F238E27FC236}">
                    <a16:creationId xmlns:a16="http://schemas.microsoft.com/office/drawing/2014/main" id="{4A3F4065-E959-E6F0-E6A8-25CCC3F19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705" y="5453549"/>
                <a:ext cx="24596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27" name="Text Box 14">
                <a:extLst>
                  <a:ext uri="{FF2B5EF4-FFF2-40B4-BE49-F238E27FC236}">
                    <a16:creationId xmlns:a16="http://schemas.microsoft.com/office/drawing/2014/main" id="{C56D186E-9FFD-D8E5-A5B2-B15AE9512E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0334" y="3110494"/>
                <a:ext cx="34435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800" dirty="0">
                    <a:latin typeface="Source Sans Pro" panose="020B0503030403020204" pitchFamily="34" charset="0"/>
                  </a:rPr>
                  <a:t>P</a:t>
                </a:r>
              </a:p>
            </p:txBody>
          </p:sp>
          <p:sp>
            <p:nvSpPr>
              <p:cNvPr id="28" name="Text Box 15">
                <a:extLst>
                  <a:ext uri="{FF2B5EF4-FFF2-40B4-BE49-F238E27FC236}">
                    <a16:creationId xmlns:a16="http://schemas.microsoft.com/office/drawing/2014/main" id="{45E13E3E-E043-D2CD-14F6-23DB2708D6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2613" y="5412614"/>
                <a:ext cx="34435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sz="2800" dirty="0">
                    <a:latin typeface="Source Sans Pro" panose="020B0503030403020204" pitchFamily="34" charset="0"/>
                  </a:rPr>
                  <a:t>Q</a:t>
                </a:r>
              </a:p>
            </p:txBody>
          </p:sp>
          <p:sp>
            <p:nvSpPr>
              <p:cNvPr id="29" name="Line 16">
                <a:extLst>
                  <a:ext uri="{FF2B5EF4-FFF2-40B4-BE49-F238E27FC236}">
                    <a16:creationId xmlns:a16="http://schemas.microsoft.com/office/drawing/2014/main" id="{730E8CB7-29C0-3442-4890-A7D54CBE6C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9705" y="4223657"/>
                <a:ext cx="1770971" cy="12298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30" name="Line 23">
                <a:extLst>
                  <a:ext uri="{FF2B5EF4-FFF2-40B4-BE49-F238E27FC236}">
                    <a16:creationId xmlns:a16="http://schemas.microsoft.com/office/drawing/2014/main" id="{134ADE7D-F800-E204-BD82-6EA2412EC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3708" y="4960227"/>
                <a:ext cx="0" cy="49647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2800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42D89296-DF7E-DEAE-FC49-63CF6474A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49704" y="4956597"/>
              <a:ext cx="10562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800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1D34B27A-1F99-2326-7885-B397C0445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419" y="2253434"/>
            <a:ext cx="1002649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800"/>
              </a:spcAft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Note potential difference in surplus when demand changes at optimal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307198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/>
      <p:bldP spid="9" grpId="0"/>
      <p:bldP spid="10" grpId="0" animBg="1"/>
      <p:bldP spid="3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85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Consumer surplus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D0D98-8D1B-F52E-1CCC-BEA2FB0440AE}"/>
              </a:ext>
            </a:extLst>
          </p:cNvPr>
          <p:cNvSpPr txBox="1"/>
          <p:nvPr/>
        </p:nvSpPr>
        <p:spPr>
          <a:xfrm>
            <a:off x="3135630" y="3212145"/>
            <a:ext cx="4819686" cy="523220"/>
          </a:xfrm>
          <a:prstGeom prst="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Changes in demand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ACC78-BD83-A142-78DA-FD87665C8DFB}"/>
              </a:ext>
            </a:extLst>
          </p:cNvPr>
          <p:cNvSpPr txBox="1"/>
          <p:nvPr/>
        </p:nvSpPr>
        <p:spPr>
          <a:xfrm>
            <a:off x="3135630" y="3893373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Elasticity</a:t>
            </a:r>
          </a:p>
        </p:txBody>
      </p:sp>
    </p:spTree>
    <p:extLst>
      <p:ext uri="{BB962C8B-B14F-4D97-AF65-F5344CB8AC3E}">
        <p14:creationId xmlns:p14="http://schemas.microsoft.com/office/powerpoint/2010/main" val="12840332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in demand: price	</a:t>
            </a:r>
          </a:p>
        </p:txBody>
      </p:sp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B83EE69-585C-4EE1-8FBC-BEEB16AC9C5C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1B8159C-5E72-E80B-69F3-2504C4695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949" y="3779279"/>
            <a:ext cx="10090298" cy="2154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200"/>
              </a:spcAft>
              <a:buNone/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	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dQ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	 =    Change in quantity demanded</a:t>
            </a:r>
          </a:p>
          <a:p>
            <a:pPr eaLnBrk="1" hangingPunct="1">
              <a:spcAft>
                <a:spcPts val="1200"/>
              </a:spcAft>
              <a:buNone/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		 =    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[25 + 3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Y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+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0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– 2(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 err="1">
                <a:latin typeface="Source Sans Pro" panose="020B0503030403020204" pitchFamily="34" charset="0"/>
                <a:ea typeface="ＭＳ Ｐゴシック" pitchFamily="34" charset="-128"/>
              </a:rPr>
              <a:t>+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)] – [25 + 3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Y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+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0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– 2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]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 </a:t>
            </a:r>
          </a:p>
          <a:p>
            <a:pPr eaLnBrk="1" hangingPunct="1">
              <a:spcAft>
                <a:spcPts val="1200"/>
              </a:spcAft>
              <a:buNone/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		 =    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[25 + 3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Y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+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0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– 2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– 2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)] – [25 + 3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Y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+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0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– 2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]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 </a:t>
            </a:r>
          </a:p>
          <a:p>
            <a:pPr eaLnBrk="1" hangingPunct="1">
              <a:spcAft>
                <a:spcPts val="1200"/>
              </a:spcAft>
              <a:buNone/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		 =    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–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2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dP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19BE043-EDEE-98AB-AA94-795822CF6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949" y="5971379"/>
            <a:ext cx="1009029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200"/>
              </a:spcAft>
              <a:buNone/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	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dQ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/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dP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= –2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505BF80-4BAB-73ED-B66D-2F0339149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949" y="1027558"/>
            <a:ext cx="10090298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How does </a:t>
            </a:r>
            <a:r>
              <a:rPr lang="en-US" altLang="en-US" sz="2600" b="1" kern="0" dirty="0">
                <a:latin typeface="Source Sans Pro" panose="020B0503030403020204" pitchFamily="34" charset="0"/>
                <a:ea typeface="ＭＳ Ｐゴシック" pitchFamily="34" charset="-128"/>
              </a:rPr>
              <a:t>demand change 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as price and other factors change?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Consider demand for air travel</a:t>
            </a:r>
          </a:p>
          <a:p>
            <a:pPr algn="ctr" eaLnBrk="1" hangingPunct="1">
              <a:spcAft>
                <a:spcPts val="1200"/>
              </a:spcAft>
              <a:buNone/>
            </a:pP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= 25 + 3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Y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+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0</a:t>
            </a:r>
            <a:r>
              <a:rPr lang="en-US" altLang="en-US" sz="2600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– 2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</a:p>
          <a:p>
            <a:pPr indent="-4763" eaLnBrk="1" hangingPunct="1">
              <a:spcAft>
                <a:spcPts val="1200"/>
              </a:spcAft>
              <a:buNone/>
            </a:pP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is price,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Y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is income,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latin typeface="Source Sans Pro" panose="020B0503030403020204" pitchFamily="34" charset="0"/>
                <a:ea typeface="ＭＳ Ｐゴシック" pitchFamily="34" charset="-128"/>
              </a:rPr>
              <a:t>0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is a competitor’</a:t>
            </a:r>
            <a:r>
              <a:rPr lang="en-US" altLang="ja-JP" sz="2600" kern="0" dirty="0">
                <a:latin typeface="Source Sans Pro" panose="020B0503030403020204" pitchFamily="34" charset="0"/>
                <a:ea typeface="ＭＳ Ｐゴシック" pitchFamily="34" charset="-128"/>
              </a:rPr>
              <a:t>s price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What is the effect of a small change in price (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  <a:sym typeface="Symbol" pitchFamily="18" charset="2"/>
              </a:rPr>
              <a:t>d</a:t>
            </a:r>
            <a:r>
              <a:rPr lang="en-US" altLang="en-US" sz="2600" i="1" kern="0" dirty="0" err="1">
                <a:latin typeface="Source Sans Pro" panose="020B0503030403020204" pitchFamily="34" charset="0"/>
                <a:ea typeface="ＭＳ Ｐゴシック" pitchFamily="34" charset="-128"/>
              </a:rPr>
              <a:t>P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)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 on </a:t>
            </a:r>
            <a:r>
              <a:rPr lang="en-US" altLang="en-US" sz="2600" i="1" kern="0" dirty="0">
                <a:latin typeface="Source Sans Pro" panose="020B0503030403020204" pitchFamily="34" charset="0"/>
                <a:ea typeface="ＭＳ Ｐゴシック" pitchFamily="34" charset="-128"/>
              </a:rPr>
              <a:t>Q</a:t>
            </a:r>
            <a:r>
              <a:rPr lang="en-US" altLang="en-US" sz="2600" kern="0" dirty="0">
                <a:latin typeface="Source Sans Pro" panose="020B0503030403020204" pitchFamily="34" charset="0"/>
                <a:ea typeface="ＭＳ Ｐゴシック" pitchFamily="34" charset="-128"/>
              </a:rPr>
              <a:t>?</a:t>
            </a:r>
          </a:p>
        </p:txBody>
      </p:sp>
      <p:sp>
        <p:nvSpPr>
          <p:cNvPr id="16" name="&quot;No&quot; Symbol 15">
            <a:extLst>
              <a:ext uri="{FF2B5EF4-FFF2-40B4-BE49-F238E27FC236}">
                <a16:creationId xmlns:a16="http://schemas.microsoft.com/office/drawing/2014/main" id="{2E8CF5E8-44CC-E4C2-96CE-9FD8D04FB16A}"/>
              </a:ext>
            </a:extLst>
          </p:cNvPr>
          <p:cNvSpPr/>
          <p:nvPr/>
        </p:nvSpPr>
        <p:spPr>
          <a:xfrm>
            <a:off x="2648490" y="4813541"/>
            <a:ext cx="513389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7" name="&quot;No&quot; Symbol 16">
            <a:extLst>
              <a:ext uri="{FF2B5EF4-FFF2-40B4-BE49-F238E27FC236}">
                <a16:creationId xmlns:a16="http://schemas.microsoft.com/office/drawing/2014/main" id="{EB48F3BE-D326-97F4-587B-0D2F5A1B297E}"/>
              </a:ext>
            </a:extLst>
          </p:cNvPr>
          <p:cNvSpPr/>
          <p:nvPr/>
        </p:nvSpPr>
        <p:spPr>
          <a:xfrm>
            <a:off x="3237707" y="4813541"/>
            <a:ext cx="559069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8" name="&quot;No&quot; Symbol 17">
            <a:extLst>
              <a:ext uri="{FF2B5EF4-FFF2-40B4-BE49-F238E27FC236}">
                <a16:creationId xmlns:a16="http://schemas.microsoft.com/office/drawing/2014/main" id="{6932B7E1-24A8-4185-BA61-A8C8BC91DD3E}"/>
              </a:ext>
            </a:extLst>
          </p:cNvPr>
          <p:cNvSpPr/>
          <p:nvPr/>
        </p:nvSpPr>
        <p:spPr>
          <a:xfrm>
            <a:off x="3857404" y="4813541"/>
            <a:ext cx="493295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9" name="&quot;No&quot; Symbol 18">
            <a:extLst>
              <a:ext uri="{FF2B5EF4-FFF2-40B4-BE49-F238E27FC236}">
                <a16:creationId xmlns:a16="http://schemas.microsoft.com/office/drawing/2014/main" id="{71E1B4F3-11E8-893E-A542-89F44D41D524}"/>
              </a:ext>
            </a:extLst>
          </p:cNvPr>
          <p:cNvSpPr/>
          <p:nvPr/>
        </p:nvSpPr>
        <p:spPr>
          <a:xfrm>
            <a:off x="6185546" y="4813541"/>
            <a:ext cx="518582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0" name="&quot;No&quot; Symbol 19">
            <a:extLst>
              <a:ext uri="{FF2B5EF4-FFF2-40B4-BE49-F238E27FC236}">
                <a16:creationId xmlns:a16="http://schemas.microsoft.com/office/drawing/2014/main" id="{4D651902-5325-54AA-5279-EB6A2FEA5B5C}"/>
              </a:ext>
            </a:extLst>
          </p:cNvPr>
          <p:cNvSpPr/>
          <p:nvPr/>
        </p:nvSpPr>
        <p:spPr>
          <a:xfrm>
            <a:off x="6790116" y="4813541"/>
            <a:ext cx="518582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1" name="&quot;No&quot; Symbol 20">
            <a:extLst>
              <a:ext uri="{FF2B5EF4-FFF2-40B4-BE49-F238E27FC236}">
                <a16:creationId xmlns:a16="http://schemas.microsoft.com/office/drawing/2014/main" id="{A3289BFA-F751-C298-D988-9A68C152931C}"/>
              </a:ext>
            </a:extLst>
          </p:cNvPr>
          <p:cNvSpPr/>
          <p:nvPr/>
        </p:nvSpPr>
        <p:spPr>
          <a:xfrm>
            <a:off x="7394686" y="4813541"/>
            <a:ext cx="511720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2" name="&quot;No&quot; Symbol 21">
            <a:extLst>
              <a:ext uri="{FF2B5EF4-FFF2-40B4-BE49-F238E27FC236}">
                <a16:creationId xmlns:a16="http://schemas.microsoft.com/office/drawing/2014/main" id="{776436DD-2C65-FE03-CA03-00FA1943B83F}"/>
              </a:ext>
            </a:extLst>
          </p:cNvPr>
          <p:cNvSpPr/>
          <p:nvPr/>
        </p:nvSpPr>
        <p:spPr>
          <a:xfrm>
            <a:off x="7978347" y="4813541"/>
            <a:ext cx="511720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3" name="&quot;No&quot; Symbol 22">
            <a:extLst>
              <a:ext uri="{FF2B5EF4-FFF2-40B4-BE49-F238E27FC236}">
                <a16:creationId xmlns:a16="http://schemas.microsoft.com/office/drawing/2014/main" id="{F8E71600-2903-E859-1DC8-1906D2D085BE}"/>
              </a:ext>
            </a:extLst>
          </p:cNvPr>
          <p:cNvSpPr/>
          <p:nvPr/>
        </p:nvSpPr>
        <p:spPr>
          <a:xfrm>
            <a:off x="4406044" y="4813541"/>
            <a:ext cx="533834" cy="589546"/>
          </a:xfrm>
          <a:prstGeom prst="noSmoking">
            <a:avLst>
              <a:gd name="adj" fmla="val 9975"/>
            </a:avLst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ource Sans Pro" panose="020B0503030403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1C1C12-AE11-B791-51DD-A343D45DB51B}"/>
                  </a:ext>
                </a:extLst>
              </p14:cNvPr>
              <p14:cNvContentPartPr/>
              <p14:nvPr/>
            </p14:nvContentPartPr>
            <p14:xfrm>
              <a:off x="2694960" y="1524600"/>
              <a:ext cx="5678280" cy="3345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1C1C12-AE11-B791-51DD-A343D45DB5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78760" y="1508400"/>
                <a:ext cx="5710680" cy="337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7034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in demand: other factors</a:t>
            </a:r>
          </a:p>
        </p:txBody>
      </p:sp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6C9AC3F-B8AE-493C-80F5-486D23884A8D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CB763EC-AE2E-083E-8A8E-E91E602D4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033" y="1400207"/>
            <a:ext cx="10090297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600" kern="0" dirty="0">
                <a:ea typeface="ＭＳ Ｐゴシック" pitchFamily="34" charset="-128"/>
              </a:rPr>
              <a:t>Go back to the demand curve</a:t>
            </a:r>
          </a:p>
          <a:p>
            <a:pPr algn="ctr" eaLnBrk="1" hangingPunct="1">
              <a:buFontTx/>
              <a:buNone/>
            </a:pPr>
            <a:r>
              <a:rPr lang="en-US" altLang="en-US" sz="2600" i="1" kern="0" dirty="0">
                <a:ea typeface="ＭＳ Ｐゴシック" pitchFamily="34" charset="-128"/>
              </a:rPr>
              <a:t>Q</a:t>
            </a:r>
            <a:r>
              <a:rPr lang="en-US" altLang="en-US" sz="2600" kern="0" dirty="0">
                <a:ea typeface="ＭＳ Ｐゴシック" pitchFamily="34" charset="-128"/>
              </a:rPr>
              <a:t> = 25 + 3</a:t>
            </a:r>
            <a:r>
              <a:rPr lang="en-US" altLang="en-US" sz="2600" i="1" kern="0" dirty="0">
                <a:ea typeface="ＭＳ Ｐゴシック" pitchFamily="34" charset="-128"/>
              </a:rPr>
              <a:t>Y</a:t>
            </a:r>
            <a:r>
              <a:rPr lang="en-US" altLang="en-US" sz="2600" kern="0" dirty="0">
                <a:ea typeface="ＭＳ Ｐゴシック" pitchFamily="34" charset="-128"/>
              </a:rPr>
              <a:t> + </a:t>
            </a:r>
            <a:r>
              <a:rPr lang="en-US" altLang="en-US" sz="2600" i="1" kern="0" dirty="0">
                <a:ea typeface="ＭＳ Ｐゴシック" pitchFamily="34" charset="-128"/>
              </a:rPr>
              <a:t>P</a:t>
            </a:r>
            <a:r>
              <a:rPr lang="en-US" altLang="en-US" sz="2600" i="1" kern="0" baseline="30000" dirty="0">
                <a:ea typeface="ＭＳ Ｐゴシック" pitchFamily="34" charset="-128"/>
              </a:rPr>
              <a:t>0</a:t>
            </a:r>
            <a:r>
              <a:rPr lang="en-US" altLang="en-US" sz="2600" kern="0" baseline="30000" dirty="0">
                <a:ea typeface="ＭＳ Ｐゴシック" pitchFamily="34" charset="-128"/>
              </a:rPr>
              <a:t> </a:t>
            </a:r>
            <a:r>
              <a:rPr lang="en-US" altLang="en-US" sz="2600" kern="0" dirty="0">
                <a:ea typeface="ＭＳ Ｐゴシック" pitchFamily="34" charset="-128"/>
              </a:rPr>
              <a:t>–</a:t>
            </a:r>
            <a:r>
              <a:rPr lang="en-US" altLang="en-US" sz="2600" kern="0" baseline="30000" dirty="0">
                <a:ea typeface="ＭＳ Ｐゴシック" pitchFamily="34" charset="-128"/>
              </a:rPr>
              <a:t> </a:t>
            </a:r>
            <a:r>
              <a:rPr lang="en-US" altLang="en-US" sz="2600" kern="0" dirty="0">
                <a:ea typeface="ＭＳ Ｐゴシック" pitchFamily="34" charset="-128"/>
              </a:rPr>
              <a:t>2</a:t>
            </a:r>
            <a:r>
              <a:rPr lang="en-US" altLang="en-US" sz="2600" i="1" kern="0" dirty="0">
                <a:ea typeface="ＭＳ Ｐゴシック" pitchFamily="34" charset="-128"/>
              </a:rPr>
              <a:t>P</a:t>
            </a:r>
          </a:p>
          <a:p>
            <a:pPr eaLnBrk="1" hangingPunct="1"/>
            <a:r>
              <a:rPr lang="en-US" altLang="en-US" sz="2600" kern="0" dirty="0">
                <a:ea typeface="ＭＳ Ｐゴシック" pitchFamily="34" charset="-128"/>
              </a:rPr>
              <a:t>We saw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600" i="1" kern="0" dirty="0" err="1">
                <a:ea typeface="ＭＳ Ｐゴシック" pitchFamily="34" charset="-128"/>
              </a:rPr>
              <a:t>dQ</a:t>
            </a:r>
            <a:r>
              <a:rPr lang="en-US" altLang="en-US" sz="2600" i="1" kern="0" dirty="0">
                <a:ea typeface="ＭＳ Ｐゴシック" pitchFamily="34" charset="-128"/>
              </a:rPr>
              <a:t>/</a:t>
            </a:r>
            <a:r>
              <a:rPr lang="en-US" altLang="en-US" sz="2600" i="1" kern="0" dirty="0" err="1">
                <a:ea typeface="ＭＳ Ｐゴシック" pitchFamily="34" charset="-128"/>
              </a:rPr>
              <a:t>dP</a:t>
            </a:r>
            <a:r>
              <a:rPr lang="en-US" altLang="en-US" sz="2600" kern="0" dirty="0">
                <a:ea typeface="ＭＳ Ｐゴシック" pitchFamily="34" charset="-128"/>
              </a:rPr>
              <a:t> = –2</a:t>
            </a:r>
          </a:p>
          <a:p>
            <a:pPr eaLnBrk="1" hangingPunct="1"/>
            <a:r>
              <a:rPr lang="en-US" altLang="en-US" sz="2600" kern="0" dirty="0">
                <a:ea typeface="ＭＳ Ｐゴシック" pitchFamily="34" charset="-128"/>
              </a:rPr>
              <a:t>We can also figure out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600" i="1" kern="0" dirty="0" err="1">
                <a:ea typeface="ＭＳ Ｐゴシック" pitchFamily="34" charset="-128"/>
              </a:rPr>
              <a:t>dQ</a:t>
            </a:r>
            <a:r>
              <a:rPr lang="en-US" altLang="en-US" sz="2600" i="1" kern="0" dirty="0">
                <a:ea typeface="ＭＳ Ｐゴシック" pitchFamily="34" charset="-128"/>
              </a:rPr>
              <a:t>/dP</a:t>
            </a:r>
            <a:r>
              <a:rPr lang="en-US" altLang="en-US" sz="2600" i="1" kern="0" baseline="30000" dirty="0">
                <a:ea typeface="ＭＳ Ｐゴシック" pitchFamily="34" charset="-128"/>
              </a:rPr>
              <a:t>0</a:t>
            </a:r>
            <a:r>
              <a:rPr lang="en-US" altLang="en-US" sz="2600" kern="0" dirty="0">
                <a:ea typeface="ＭＳ Ｐゴシック" pitchFamily="34" charset="-128"/>
              </a:rPr>
              <a:t> = 1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600" i="1" kern="0" dirty="0" err="1">
                <a:ea typeface="ＭＳ Ｐゴシック" pitchFamily="34" charset="-128"/>
              </a:rPr>
              <a:t>dQ</a:t>
            </a:r>
            <a:r>
              <a:rPr lang="en-US" altLang="en-US" sz="2600" i="1" kern="0" dirty="0">
                <a:ea typeface="ＭＳ Ｐゴシック" pitchFamily="34" charset="-128"/>
              </a:rPr>
              <a:t>/</a:t>
            </a:r>
            <a:r>
              <a:rPr lang="en-US" altLang="en-US" sz="2600" i="1" kern="0" dirty="0" err="1">
                <a:ea typeface="ＭＳ Ｐゴシック" pitchFamily="34" charset="-128"/>
              </a:rPr>
              <a:t>dY</a:t>
            </a:r>
            <a:r>
              <a:rPr lang="en-US" altLang="en-US" sz="2600" kern="0" dirty="0">
                <a:ea typeface="ＭＳ Ｐゴシック" pitchFamily="34" charset="-128"/>
              </a:rPr>
              <a:t> = 3</a:t>
            </a:r>
          </a:p>
          <a:p>
            <a:pPr eaLnBrk="1" hangingPunct="1"/>
            <a:r>
              <a:rPr lang="en-US" altLang="en-US" sz="2600" kern="0" dirty="0">
                <a:ea typeface="ＭＳ Ｐゴシック" pitchFamily="34" charset="-128"/>
              </a:rPr>
              <a:t>Simply reading </a:t>
            </a:r>
            <a:r>
              <a:rPr lang="en-US" altLang="en-US" sz="2600" b="1" kern="0" dirty="0">
                <a:ea typeface="ＭＳ Ｐゴシック" pitchFamily="34" charset="-128"/>
              </a:rPr>
              <a:t>coefficients </a:t>
            </a:r>
            <a:r>
              <a:rPr lang="en-US" altLang="en-US" sz="2600" kern="0" dirty="0">
                <a:ea typeface="ＭＳ Ｐゴシック" pitchFamily="34" charset="-128"/>
              </a:rPr>
              <a:t>off the demand curve (the numbers in front of each variable)</a:t>
            </a:r>
          </a:p>
          <a:p>
            <a:pPr lvl="1" eaLnBrk="1" hangingPunct="1"/>
            <a:r>
              <a:rPr lang="en-US" altLang="en-US" sz="2600" kern="0" dirty="0">
                <a:ea typeface="ＭＳ Ｐゴシック" pitchFamily="34" charset="-128"/>
              </a:rPr>
              <a:t>This is our formula for a derivative…</a:t>
            </a:r>
          </a:p>
        </p:txBody>
      </p:sp>
    </p:spTree>
    <p:extLst>
      <p:ext uri="{BB962C8B-B14F-4D97-AF65-F5344CB8AC3E}">
        <p14:creationId xmlns:p14="http://schemas.microsoft.com/office/powerpoint/2010/main" val="363674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62EB-0D61-4580-193D-DA855E01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7292"/>
            <a:ext cx="10972800" cy="646331"/>
          </a:xfrm>
        </p:spPr>
        <p:txBody>
          <a:bodyPr/>
          <a:lstStyle/>
          <a:p>
            <a:r>
              <a:rPr lang="en-US" altLang="en-US" sz="3600" kern="0" dirty="0">
                <a:latin typeface="Source Sans Pro" panose="020B0503030403020204" pitchFamily="34" charset="0"/>
                <a:ea typeface="ＭＳ Ｐゴシック" pitchFamily="34" charset="-128"/>
              </a:rPr>
              <a:t>Changes in demand</a:t>
            </a:r>
            <a:endParaRPr lang="en-US" dirty="0"/>
          </a:p>
        </p:txBody>
      </p:sp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C6A77F2-9AB9-4317-A263-2EDC2518743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838201"/>
            <a:ext cx="30748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Source Sans Pro" panose="020B0503030403020204" pitchFamily="34" charset="0"/>
              </a:rPr>
              <a:t>Response to own price</a:t>
            </a:r>
            <a:endParaRPr lang="en-US" sz="2400" dirty="0">
              <a:latin typeface="Source Sans Pro" panose="020B0503030403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B6A0FC-C83B-78F7-2444-755363458E3B}"/>
              </a:ext>
            </a:extLst>
          </p:cNvPr>
          <p:cNvSpPr/>
          <p:nvPr/>
        </p:nvSpPr>
        <p:spPr>
          <a:xfrm>
            <a:off x="1256933" y="1894078"/>
            <a:ext cx="2181728" cy="1080842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Negative</a:t>
            </a:r>
            <a:endParaRPr lang="en-US" sz="28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DF021C-7FAA-5CF1-4259-E74AEC04F697}"/>
              </a:ext>
            </a:extLst>
          </p:cNvPr>
          <p:cNvSpPr/>
          <p:nvPr/>
        </p:nvSpPr>
        <p:spPr>
          <a:xfrm>
            <a:off x="1256933" y="3968980"/>
            <a:ext cx="2181728" cy="1080842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800" b="1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Consumer’s perspective</a:t>
            </a:r>
            <a:endParaRPr lang="en-US" sz="2800" b="1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F0B15F5-978A-1074-452A-B0E7A88D4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6094" y="3968980"/>
            <a:ext cx="7468973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ja-JP" sz="2800" kern="0" dirty="0">
                <a:latin typeface="Source Sans Pro" panose="020B0503030403020204" pitchFamily="34" charset="0"/>
                <a:ea typeface="ＭＳ Ｐゴシック" pitchFamily="34" charset="-128"/>
              </a:rPr>
              <a:t>Small increase in price makes </a:t>
            </a:r>
            <a:r>
              <a:rPr lang="en-US" altLang="ja-JP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last unit </a:t>
            </a:r>
            <a:r>
              <a:rPr lang="en-US" altLang="ja-JP" sz="2800" kern="0" dirty="0">
                <a:latin typeface="Source Sans Pro" panose="020B0503030403020204" pitchFamily="34" charset="0"/>
                <a:ea typeface="ＭＳ Ｐゴシック" pitchFamily="34" charset="-128"/>
              </a:rPr>
              <a:t>of consumption </a:t>
            </a:r>
            <a:r>
              <a:rPr lang="en-US" altLang="ja-JP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unattractive</a:t>
            </a:r>
          </a:p>
          <a:p>
            <a:pPr eaLnBrk="1" hangingPunct="1"/>
            <a:r>
              <a:rPr lang="en-US" altLang="ja-JP" sz="2800" kern="0" dirty="0">
                <a:latin typeface="Source Sans Pro" panose="020B0503030403020204" pitchFamily="34" charset="0"/>
                <a:ea typeface="ＭＳ Ｐゴシック" pitchFamily="34" charset="-128"/>
              </a:rPr>
              <a:t>May choose to spend money elsewhere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A2E067A-14FE-6742-9736-1F4D03835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6094" y="1894079"/>
            <a:ext cx="7468973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kern="0">
                <a:ea typeface="ＭＳ Ｐゴシック" pitchFamily="34" charset="-128"/>
              </a:rPr>
              <a:t>Increase in price → reduction in quantity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Almost all goods have this property</a:t>
            </a:r>
          </a:p>
          <a:p>
            <a:pPr eaLnBrk="1" hangingPunct="1"/>
            <a:r>
              <a:rPr lang="en-US" altLang="ja-JP" sz="2800" b="1" kern="0">
                <a:ea typeface="ＭＳ Ｐゴシック" pitchFamily="34" charset="-128"/>
              </a:rPr>
              <a:t>“Law of Demand”</a:t>
            </a:r>
            <a:endParaRPr lang="en-US" altLang="ja-JP" sz="2800" b="1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81146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in demand</a:t>
            </a:r>
          </a:p>
        </p:txBody>
      </p:sp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4CE84DC-AE95-49A3-AE6D-CDCAF522DF8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89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838201"/>
            <a:ext cx="27517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Source Sans Pro" panose="020B0503030403020204" pitchFamily="34" charset="0"/>
              </a:rPr>
              <a:t>Response to income</a:t>
            </a:r>
            <a:endParaRPr lang="en-US" sz="2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5823F59-AA99-F48F-6634-8A2DADD2513B}"/>
              </a:ext>
            </a:extLst>
          </p:cNvPr>
          <p:cNvGrpSpPr/>
          <p:nvPr/>
        </p:nvGrpSpPr>
        <p:grpSpPr>
          <a:xfrm>
            <a:off x="710316" y="3005329"/>
            <a:ext cx="10778566" cy="1040285"/>
            <a:chOff x="381000" y="3124200"/>
            <a:chExt cx="10778566" cy="1040285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082BC6F-A614-A9B3-87B1-C6862B322C87}"/>
                </a:ext>
              </a:extLst>
            </p:cNvPr>
            <p:cNvSpPr/>
            <p:nvPr/>
          </p:nvSpPr>
          <p:spPr>
            <a:xfrm>
              <a:off x="381000" y="3124200"/>
              <a:ext cx="2514600" cy="87138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Inferior </a:t>
              </a:r>
              <a:r>
                <a:rPr lang="en-US" altLang="en-US" sz="2800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goods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CA52F2D3-B85B-684A-24CD-F067AE03A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080" y="3124200"/>
              <a:ext cx="8233486" cy="1040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decreases as income increases</a:t>
              </a:r>
            </a:p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Examples?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BA9F8F-48F6-A380-6D99-B43BCACE484D}"/>
              </a:ext>
            </a:extLst>
          </p:cNvPr>
          <p:cNvGrpSpPr/>
          <p:nvPr/>
        </p:nvGrpSpPr>
        <p:grpSpPr>
          <a:xfrm>
            <a:off x="710316" y="4453129"/>
            <a:ext cx="10778566" cy="1557349"/>
            <a:chOff x="381000" y="4572000"/>
            <a:chExt cx="10778566" cy="1557349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C4CBBD4-DDC6-9676-45C3-8783BE6CC0DB}"/>
                </a:ext>
              </a:extLst>
            </p:cNvPr>
            <p:cNvSpPr/>
            <p:nvPr/>
          </p:nvSpPr>
          <p:spPr>
            <a:xfrm>
              <a:off x="381000" y="4572000"/>
              <a:ext cx="2514600" cy="87138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Luxury </a:t>
              </a:r>
              <a:r>
                <a:rPr lang="en-US" altLang="en-US" sz="2800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goods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B4EC73F7-7453-1338-FAD1-66601603C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079" y="4572000"/>
              <a:ext cx="8233487" cy="155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increases rapidly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 as income increases</a:t>
              </a:r>
            </a:p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Increasing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proportion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 of income is spent on them</a:t>
              </a:r>
            </a:p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Examples?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56ACEF4-ACE1-0A3D-8912-016E998EF696}"/>
              </a:ext>
            </a:extLst>
          </p:cNvPr>
          <p:cNvGrpSpPr/>
          <p:nvPr/>
        </p:nvGrpSpPr>
        <p:grpSpPr>
          <a:xfrm>
            <a:off x="710316" y="1557529"/>
            <a:ext cx="10778566" cy="1040285"/>
            <a:chOff x="381000" y="1676400"/>
            <a:chExt cx="10778566" cy="1040285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D919CAEF-51B1-0A37-2930-BBB51FFDF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6079" y="1676400"/>
              <a:ext cx="8233487" cy="1040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 </a:t>
              </a:r>
              <a:r>
                <a:rPr lang="en-US" altLang="en-US" sz="2800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increases as income increases</a:t>
              </a:r>
            </a:p>
            <a:p>
              <a:pPr eaLnBrk="1" hangingPunct="1"/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Most goods have this property</a:t>
              </a:r>
              <a:endPara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9B883D42-51C4-9831-1E7B-D531F12F8902}"/>
                </a:ext>
              </a:extLst>
            </p:cNvPr>
            <p:cNvSpPr/>
            <p:nvPr/>
          </p:nvSpPr>
          <p:spPr>
            <a:xfrm>
              <a:off x="381000" y="1676400"/>
              <a:ext cx="2514600" cy="87138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Normal </a:t>
              </a:r>
              <a:r>
                <a:rPr lang="en-US" altLang="en-US" sz="2800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goods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18A923-8061-5AF1-FD71-02BB2FE52876}"/>
                  </a:ext>
                </a:extLst>
              </p14:cNvPr>
              <p14:cNvContentPartPr/>
              <p14:nvPr/>
            </p14:nvContentPartPr>
            <p14:xfrm>
              <a:off x="8141040" y="353160"/>
              <a:ext cx="3916440" cy="2862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18A923-8061-5AF1-FD71-02BB2FE528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24840" y="336960"/>
                <a:ext cx="3948840" cy="289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738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Changes in demand</a:t>
            </a:r>
          </a:p>
        </p:txBody>
      </p:sp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4CE84DC-AE95-49A3-AE6D-CDCAF522DF8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838201"/>
            <a:ext cx="35910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Source Sans Pro" panose="020B0503030403020204" pitchFamily="34" charset="0"/>
              </a:rPr>
              <a:t>Response to related goods</a:t>
            </a:r>
            <a:endParaRPr lang="en-US" sz="2400" dirty="0">
              <a:latin typeface="Source Sans Pro" panose="020B0503030403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961984E-4776-C5FE-E9EE-8C2C39839948}"/>
              </a:ext>
            </a:extLst>
          </p:cNvPr>
          <p:cNvGrpSpPr/>
          <p:nvPr/>
        </p:nvGrpSpPr>
        <p:grpSpPr>
          <a:xfrm>
            <a:off x="1171354" y="3009901"/>
            <a:ext cx="9365510" cy="871383"/>
            <a:chOff x="381000" y="2819400"/>
            <a:chExt cx="9365510" cy="871383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9FE4D49-D0F9-DB0F-0E3E-38F7357B72C4}"/>
                </a:ext>
              </a:extLst>
            </p:cNvPr>
            <p:cNvSpPr/>
            <p:nvPr/>
          </p:nvSpPr>
          <p:spPr>
            <a:xfrm>
              <a:off x="381000" y="2819400"/>
              <a:ext cx="2514600" cy="87138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Complements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94479EFC-20EA-A5C2-2A76-3BBDFE8EE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2819400"/>
              <a:ext cx="677471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Buy </a:t>
              </a:r>
              <a:r>
                <a:rPr lang="en-US" altLang="en-US" sz="2800" b="1" dirty="0">
                  <a:latin typeface="Source Sans Pro" panose="020B0503030403020204" pitchFamily="34" charset="0"/>
                  <a:ea typeface="ＭＳ Ｐゴシック" pitchFamily="34" charset="-128"/>
                </a:rPr>
                <a:t>less </a:t>
              </a: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of good A if price of B rises</a:t>
              </a:r>
              <a:endPara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0664A23-364E-969D-F8F3-C2F149CCBEBD}"/>
              </a:ext>
            </a:extLst>
          </p:cNvPr>
          <p:cNvGrpSpPr/>
          <p:nvPr/>
        </p:nvGrpSpPr>
        <p:grpSpPr>
          <a:xfrm>
            <a:off x="1171354" y="4343400"/>
            <a:ext cx="9365508" cy="2074414"/>
            <a:chOff x="381000" y="4572000"/>
            <a:chExt cx="9365508" cy="2074414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A5909E8-AE26-9A0B-4F46-1FA966F3314A}"/>
                </a:ext>
              </a:extLst>
            </p:cNvPr>
            <p:cNvSpPr/>
            <p:nvPr/>
          </p:nvSpPr>
          <p:spPr>
            <a:xfrm>
              <a:off x="381000" y="4572000"/>
              <a:ext cx="2514600" cy="87138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Examples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85DCD635-D5CA-9BFA-9745-3B10C29EA3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799" y="4572000"/>
              <a:ext cx="6774709" cy="2074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Gin and tonic</a:t>
              </a:r>
            </a:p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Video games and DVDs</a:t>
              </a:r>
            </a:p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Tires and autos</a:t>
              </a:r>
            </a:p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Cornflakes and eggs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C55BA01-6A5B-2B1C-54BC-F3402562A371}"/>
              </a:ext>
            </a:extLst>
          </p:cNvPr>
          <p:cNvGrpSpPr/>
          <p:nvPr/>
        </p:nvGrpSpPr>
        <p:grpSpPr>
          <a:xfrm>
            <a:off x="1171354" y="1676401"/>
            <a:ext cx="9365510" cy="871383"/>
            <a:chOff x="381000" y="1371088"/>
            <a:chExt cx="9365510" cy="871383"/>
          </a:xfrm>
        </p:grpSpPr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153648F3-3F84-D0EF-1433-6436F6074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799" y="1371088"/>
              <a:ext cx="67747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Buy </a:t>
              </a:r>
              <a:r>
                <a:rPr lang="en-US" altLang="en-US" sz="2800" b="1" dirty="0">
                  <a:latin typeface="Source Sans Pro" panose="020B0503030403020204" pitchFamily="34" charset="0"/>
                  <a:ea typeface="ＭＳ Ｐゴシック" pitchFamily="34" charset="-128"/>
                </a:rPr>
                <a:t>more </a:t>
              </a:r>
              <a:r>
                <a:rPr lang="en-US" altLang="en-US" sz="2800" dirty="0">
                  <a:latin typeface="Source Sans Pro" panose="020B0503030403020204" pitchFamily="34" charset="0"/>
                  <a:ea typeface="ＭＳ Ｐゴシック" pitchFamily="34" charset="-128"/>
                </a:rPr>
                <a:t>of good A if price of B rises</a:t>
              </a:r>
              <a:endPara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AD710FF-2878-FC12-59E4-071765671812}"/>
                </a:ext>
              </a:extLst>
            </p:cNvPr>
            <p:cNvSpPr/>
            <p:nvPr/>
          </p:nvSpPr>
          <p:spPr>
            <a:xfrm>
              <a:off x="381000" y="1371088"/>
              <a:ext cx="2514600" cy="87138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Substitutes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6DDDBB-3F53-EFE8-FB05-17BB5B4B8700}"/>
                  </a:ext>
                </a:extLst>
              </p14:cNvPr>
              <p14:cNvContentPartPr/>
              <p14:nvPr/>
            </p14:nvContentPartPr>
            <p14:xfrm>
              <a:off x="6765480" y="316440"/>
              <a:ext cx="5357160" cy="275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6DDDBB-3F53-EFE8-FB05-17BB5B4B87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49280" y="300240"/>
                <a:ext cx="5389560" cy="278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125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Illustrating changes in demand</a:t>
            </a:r>
          </a:p>
        </p:txBody>
      </p:sp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4D83E539-6862-4011-BAE8-47CCCFADFFDA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519D157-4276-BEE7-283D-1985E7826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4009" y="1371601"/>
            <a:ext cx="9781954" cy="4078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Return to demand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800" i="1" kern="0">
                <a:ea typeface="ＭＳ Ｐゴシック" pitchFamily="34" charset="-128"/>
              </a:rPr>
              <a:t>Q</a:t>
            </a:r>
            <a:r>
              <a:rPr lang="en-US" altLang="en-US" sz="2800" kern="0">
                <a:ea typeface="ＭＳ Ｐゴシック" pitchFamily="34" charset="-128"/>
              </a:rPr>
              <a:t> = 25 + 3</a:t>
            </a:r>
            <a:r>
              <a:rPr lang="en-US" altLang="en-US" sz="2800" i="1" kern="0">
                <a:ea typeface="ＭＳ Ｐゴシック" pitchFamily="34" charset="-128"/>
              </a:rPr>
              <a:t>Y</a:t>
            </a:r>
            <a:r>
              <a:rPr lang="en-US" altLang="en-US" sz="2800" kern="0">
                <a:ea typeface="ＭＳ Ｐゴシック" pitchFamily="34" charset="-128"/>
              </a:rPr>
              <a:t> + </a:t>
            </a:r>
            <a:r>
              <a:rPr lang="en-US" altLang="en-US" sz="2800" i="1" kern="0">
                <a:ea typeface="ＭＳ Ｐゴシック" pitchFamily="34" charset="-128"/>
              </a:rPr>
              <a:t>P</a:t>
            </a:r>
            <a:r>
              <a:rPr lang="en-US" altLang="en-US" sz="2800" i="1" kern="0" baseline="30000">
                <a:ea typeface="ＭＳ Ｐゴシック" pitchFamily="34" charset="-128"/>
              </a:rPr>
              <a:t>0</a:t>
            </a:r>
            <a:r>
              <a:rPr lang="en-US" altLang="en-US" sz="2800" kern="0" baseline="30000">
                <a:ea typeface="ＭＳ Ｐゴシック" pitchFamily="34" charset="-128"/>
              </a:rPr>
              <a:t> </a:t>
            </a:r>
            <a:r>
              <a:rPr lang="en-US" altLang="en-US" sz="2800" kern="0">
                <a:ea typeface="ＭＳ Ｐゴシック" pitchFamily="34" charset="-128"/>
              </a:rPr>
              <a:t>–</a:t>
            </a:r>
            <a:r>
              <a:rPr lang="en-US" altLang="en-US" sz="2800" kern="0" baseline="30000">
                <a:ea typeface="ＭＳ Ｐゴシック" pitchFamily="34" charset="-128"/>
              </a:rPr>
              <a:t> </a:t>
            </a:r>
            <a:r>
              <a:rPr lang="en-US" altLang="en-US" sz="2800" kern="0">
                <a:ea typeface="ＭＳ Ｐゴシック" pitchFamily="34" charset="-128"/>
              </a:rPr>
              <a:t>2</a:t>
            </a:r>
            <a:r>
              <a:rPr lang="en-US" altLang="en-US" sz="2800" i="1" kern="0">
                <a:ea typeface="ＭＳ Ｐゴシック" pitchFamily="34" charset="-128"/>
              </a:rPr>
              <a:t>P</a:t>
            </a:r>
            <a:endParaRPr lang="en-US" altLang="en-US" sz="2800" kern="0">
              <a:ea typeface="ＭＳ Ｐゴシック" pitchFamily="34" charset="-128"/>
            </a:endParaRP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Let</a:t>
            </a:r>
            <a:r>
              <a:rPr lang="en-US" altLang="ja-JP" sz="2800" kern="0">
                <a:ea typeface="ＭＳ Ｐゴシック" pitchFamily="34" charset="-128"/>
              </a:rPr>
              <a:t>’s assume </a:t>
            </a:r>
            <a:r>
              <a:rPr lang="en-US" altLang="ja-JP" sz="2800" i="1" kern="0">
                <a:ea typeface="ＭＳ Ｐゴシック" pitchFamily="34" charset="-128"/>
              </a:rPr>
              <a:t>Y </a:t>
            </a:r>
            <a:r>
              <a:rPr lang="en-US" altLang="ja-JP" sz="2800" kern="0">
                <a:ea typeface="ＭＳ Ｐゴシック" pitchFamily="34" charset="-128"/>
              </a:rPr>
              <a:t>= 105 and </a:t>
            </a:r>
            <a:r>
              <a:rPr lang="en-US" altLang="ja-JP" sz="2800" i="1" kern="0">
                <a:ea typeface="ＭＳ Ｐゴシック" pitchFamily="34" charset="-128"/>
              </a:rPr>
              <a:t>P</a:t>
            </a:r>
            <a:r>
              <a:rPr lang="en-US" altLang="ja-JP" sz="2800" i="1" kern="0" baseline="30000">
                <a:ea typeface="ＭＳ Ｐゴシック" pitchFamily="34" charset="-128"/>
              </a:rPr>
              <a:t>0</a:t>
            </a:r>
            <a:r>
              <a:rPr lang="en-US" altLang="ja-JP" sz="2800" kern="0">
                <a:ea typeface="ＭＳ Ｐゴシック" pitchFamily="34" charset="-128"/>
              </a:rPr>
              <a:t> = 240</a:t>
            </a:r>
          </a:p>
          <a:p>
            <a:pPr eaLnBrk="1" hangingPunct="1"/>
            <a:r>
              <a:rPr lang="en-US" altLang="ja-JP" sz="2800" kern="0">
                <a:ea typeface="ＭＳ Ｐゴシック" pitchFamily="34" charset="-128"/>
              </a:rPr>
              <a:t>So…</a:t>
            </a:r>
            <a:endParaRPr lang="en-US" altLang="en-US" sz="2800" kern="0">
              <a:ea typeface="ＭＳ Ｐゴシック" pitchFamily="34" charset="-128"/>
            </a:endParaRPr>
          </a:p>
          <a:p>
            <a:pPr marL="0" indent="0" algn="ctr" eaLnBrk="1" hangingPunct="1">
              <a:buFontTx/>
              <a:buNone/>
            </a:pPr>
            <a:r>
              <a:rPr lang="en-US" altLang="en-US" sz="2800" i="1" kern="0">
                <a:ea typeface="ＭＳ Ｐゴシック" pitchFamily="34" charset="-128"/>
              </a:rPr>
              <a:t>Q</a:t>
            </a:r>
            <a:r>
              <a:rPr lang="en-US" altLang="en-US" sz="2800" kern="0">
                <a:ea typeface="ＭＳ Ｐゴシック" pitchFamily="34" charset="-128"/>
              </a:rPr>
              <a:t> = 580 – 2</a:t>
            </a:r>
            <a:r>
              <a:rPr lang="en-US" altLang="en-US" sz="2800" i="1" kern="0">
                <a:ea typeface="ＭＳ Ｐゴシック" pitchFamily="34" charset="-128"/>
              </a:rPr>
              <a:t>P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or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800" i="1" kern="0">
                <a:ea typeface="ＭＳ Ｐゴシック" pitchFamily="34" charset="-128"/>
              </a:rPr>
              <a:t>P</a:t>
            </a:r>
            <a:r>
              <a:rPr lang="en-US" altLang="en-US" sz="2800" kern="0">
                <a:ea typeface="ＭＳ Ｐゴシック" pitchFamily="34" charset="-128"/>
              </a:rPr>
              <a:t> = 290 – 0.5</a:t>
            </a:r>
            <a:r>
              <a:rPr lang="en-US" altLang="en-US" sz="2800" i="1" kern="0">
                <a:ea typeface="ＭＳ Ｐゴシック" pitchFamily="34" charset="-128"/>
              </a:rPr>
              <a:t>Q</a:t>
            </a:r>
            <a:endParaRPr lang="en-US" altLang="en-US" sz="2800" kern="0">
              <a:ea typeface="ＭＳ Ｐゴシック" pitchFamily="34" charset="-128"/>
            </a:endParaRP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Generally work with the second form</a:t>
            </a:r>
            <a:endParaRPr lang="en-US" altLang="en-US" sz="2800" i="1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044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Illustrating changes in demand</a:t>
            </a:r>
          </a:p>
        </p:txBody>
      </p:sp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FDC60C9-367C-424B-A2C4-EAD582A2FF48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03CD650-CE50-8A4A-8F6B-193A274E2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443" y="2942433"/>
            <a:ext cx="476845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67C8C7"/>
                </a:solidFill>
                <a:latin typeface="Source Sans Pro" panose="020B0503030403020204" pitchFamily="34" charset="0"/>
              </a:rPr>
              <a:t>What if </a:t>
            </a:r>
            <a:r>
              <a:rPr lang="en-US" altLang="en-US" b="1" dirty="0">
                <a:solidFill>
                  <a:srgbClr val="67C8C7"/>
                </a:solidFill>
                <a:latin typeface="Source Sans Pro" panose="020B0503030403020204" pitchFamily="34" charset="0"/>
              </a:rPr>
              <a:t>income changes </a:t>
            </a:r>
            <a:r>
              <a:rPr lang="en-US" altLang="en-US" dirty="0">
                <a:solidFill>
                  <a:srgbClr val="67C8C7"/>
                </a:solidFill>
                <a:latin typeface="Source Sans Pro" panose="020B0503030403020204" pitchFamily="34" charset="0"/>
              </a:rPr>
              <a:t>to 115?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i="1" dirty="0">
                <a:solidFill>
                  <a:srgbClr val="67C8C7"/>
                </a:solidFill>
                <a:latin typeface="Source Sans Pro" panose="020B0503030403020204" pitchFamily="34" charset="0"/>
              </a:rPr>
              <a:t>P</a:t>
            </a:r>
            <a:r>
              <a:rPr lang="en-US" altLang="en-US" dirty="0">
                <a:solidFill>
                  <a:srgbClr val="67C8C7"/>
                </a:solidFill>
                <a:latin typeface="Source Sans Pro" panose="020B0503030403020204" pitchFamily="34" charset="0"/>
              </a:rPr>
              <a:t> = 305 – 0.5</a:t>
            </a:r>
            <a:r>
              <a:rPr lang="en-US" altLang="en-US" i="1" dirty="0">
                <a:solidFill>
                  <a:srgbClr val="67C8C7"/>
                </a:solidFill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742E3B-4A66-358B-F348-593E59592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793" y="4357689"/>
            <a:ext cx="476845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789B4A"/>
                </a:solidFill>
                <a:latin typeface="Source Sans Pro" panose="020B0503030403020204" pitchFamily="34" charset="0"/>
              </a:rPr>
              <a:t>What if </a:t>
            </a:r>
            <a:r>
              <a:rPr lang="en-US" altLang="en-US" b="1" i="1" dirty="0">
                <a:solidFill>
                  <a:srgbClr val="789B4A"/>
                </a:solidFill>
                <a:latin typeface="Source Sans Pro" panose="020B0503030403020204" pitchFamily="34" charset="0"/>
              </a:rPr>
              <a:t>P</a:t>
            </a:r>
            <a:r>
              <a:rPr lang="en-US" altLang="en-US" b="1" i="1" baseline="30000" dirty="0">
                <a:solidFill>
                  <a:srgbClr val="789B4A"/>
                </a:solidFill>
                <a:latin typeface="Source Sans Pro" panose="020B0503030403020204" pitchFamily="34" charset="0"/>
              </a:rPr>
              <a:t>0</a:t>
            </a:r>
            <a:r>
              <a:rPr lang="en-US" altLang="en-US" b="1" dirty="0">
                <a:solidFill>
                  <a:srgbClr val="789B4A"/>
                </a:solidFill>
                <a:latin typeface="Source Sans Pro" panose="020B0503030403020204" pitchFamily="34" charset="0"/>
              </a:rPr>
              <a:t> changes </a:t>
            </a:r>
            <a:r>
              <a:rPr lang="en-US" altLang="en-US" dirty="0">
                <a:solidFill>
                  <a:srgbClr val="789B4A"/>
                </a:solidFill>
                <a:latin typeface="Source Sans Pro" panose="020B0503030403020204" pitchFamily="34" charset="0"/>
              </a:rPr>
              <a:t>to 200 (</a:t>
            </a:r>
            <a:r>
              <a:rPr lang="en-US" altLang="en-US" i="1" dirty="0">
                <a:solidFill>
                  <a:srgbClr val="789B4A"/>
                </a:solidFill>
                <a:latin typeface="Source Sans Pro" panose="020B0503030403020204" pitchFamily="34" charset="0"/>
              </a:rPr>
              <a:t>Y</a:t>
            </a:r>
            <a:r>
              <a:rPr lang="en-US" altLang="en-US" dirty="0">
                <a:solidFill>
                  <a:srgbClr val="789B4A"/>
                </a:solidFill>
                <a:latin typeface="Source Sans Pro" panose="020B0503030403020204" pitchFamily="34" charset="0"/>
              </a:rPr>
              <a:t> = 105)?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i="1" dirty="0">
                <a:solidFill>
                  <a:srgbClr val="789B4A"/>
                </a:solidFill>
                <a:latin typeface="Source Sans Pro" panose="020B0503030403020204" pitchFamily="34" charset="0"/>
              </a:rPr>
              <a:t>P</a:t>
            </a:r>
            <a:r>
              <a:rPr lang="en-US" altLang="en-US" dirty="0">
                <a:solidFill>
                  <a:srgbClr val="789B4A"/>
                </a:solidFill>
                <a:latin typeface="Source Sans Pro" panose="020B0503030403020204" pitchFamily="34" charset="0"/>
              </a:rPr>
              <a:t> = 270 – 0.5</a:t>
            </a:r>
            <a:r>
              <a:rPr lang="en-US" altLang="en-US" i="1" dirty="0">
                <a:solidFill>
                  <a:srgbClr val="789B4A"/>
                </a:solidFill>
                <a:latin typeface="Source Sans Pro" panose="020B0503030403020204" pitchFamily="34" charset="0"/>
              </a:rPr>
              <a:t>Q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D203DA-4D7D-D8AC-7D62-39F216A92976}"/>
              </a:ext>
            </a:extLst>
          </p:cNvPr>
          <p:cNvGrpSpPr/>
          <p:nvPr/>
        </p:nvGrpSpPr>
        <p:grpSpPr>
          <a:xfrm>
            <a:off x="1397144" y="1468438"/>
            <a:ext cx="5035550" cy="4382790"/>
            <a:chOff x="298450" y="1468438"/>
            <a:chExt cx="5035550" cy="4382790"/>
          </a:xfrm>
        </p:grpSpPr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26BBE5D0-22C8-77B5-5A1B-3F4F1FFA4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775" y="1881188"/>
              <a:ext cx="0" cy="35115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50A254B-0974-86C3-C6B1-8E16427D1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775" y="5392738"/>
              <a:ext cx="3810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AA1E9905-1271-E9FD-711A-1B5F7ADE9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775" y="1468438"/>
              <a:ext cx="533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P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1AC4388B-24FF-4D8F-C93B-23B62CA2E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5389563"/>
              <a:ext cx="533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Q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B9CFF4B4-799E-540C-03EE-FF9CFA578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062" y="2878138"/>
              <a:ext cx="2816225" cy="25003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FA10582F-D7AD-4709-2F20-A7BD45774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450" y="2663825"/>
              <a:ext cx="990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290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C7AF049C-FAE8-4308-A071-E7BF1AEC1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5512" y="5389563"/>
              <a:ext cx="7985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580</a:t>
              </a: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E8234D58-C7A1-74D2-BF40-760D29F01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3775" y="2878138"/>
              <a:ext cx="2816225" cy="25003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E22E3C-C34D-8AFE-4B44-D6FAE1E6DE54}"/>
              </a:ext>
            </a:extLst>
          </p:cNvPr>
          <p:cNvGrpSpPr/>
          <p:nvPr/>
        </p:nvGrpSpPr>
        <p:grpSpPr>
          <a:xfrm>
            <a:off x="1406670" y="2085976"/>
            <a:ext cx="4797425" cy="3750965"/>
            <a:chOff x="436563" y="2085975"/>
            <a:chExt cx="4797425" cy="3750965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27336A2-C4C8-78B2-FDF0-1D348B0355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838" y="2309813"/>
              <a:ext cx="3479800" cy="3089275"/>
            </a:xfrm>
            <a:prstGeom prst="line">
              <a:avLst/>
            </a:prstGeom>
            <a:noFill/>
            <a:ln w="25400">
              <a:solidFill>
                <a:srgbClr val="67C8C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3B17275D-68FE-4807-F28B-5E276C0E1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563" y="2085975"/>
              <a:ext cx="990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305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01547C89-4DC1-61B0-95B8-EF2AFED0C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3388" y="5375275"/>
              <a:ext cx="990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610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A72D3B-2F99-7097-431F-7D1D6F273FDC}"/>
              </a:ext>
            </a:extLst>
          </p:cNvPr>
          <p:cNvGrpSpPr/>
          <p:nvPr/>
        </p:nvGrpSpPr>
        <p:grpSpPr>
          <a:xfrm>
            <a:off x="1417782" y="3228975"/>
            <a:ext cx="3433763" cy="2600028"/>
            <a:chOff x="447675" y="3228975"/>
            <a:chExt cx="3433763" cy="2600028"/>
          </a:xfrm>
        </p:grpSpPr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3770DDF7-38E9-DE12-3F61-68C66B559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4425" y="3473450"/>
              <a:ext cx="2138363" cy="1925638"/>
            </a:xfrm>
            <a:prstGeom prst="line">
              <a:avLst/>
            </a:prstGeom>
            <a:noFill/>
            <a:ln w="25400">
              <a:solidFill>
                <a:srgbClr val="789B4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400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0229492F-FB05-C8D5-A387-468D0091C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675" y="3228975"/>
              <a:ext cx="990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270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75D666D5-FCD8-8806-2593-3EB657055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0838" y="5367338"/>
              <a:ext cx="9906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dirty="0">
                  <a:latin typeface="Source Sans Pro" panose="020B0503030403020204" pitchFamily="34" charset="0"/>
                </a:rPr>
                <a:t>540</a:t>
              </a:r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4E42919F-26D7-EA7E-C64B-436BB6617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044" y="1527176"/>
            <a:ext cx="4820828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kern="0">
                <a:ea typeface="ＭＳ Ｐゴシック" pitchFamily="34" charset="-128"/>
              </a:rPr>
              <a:t>Start with demand</a:t>
            </a:r>
          </a:p>
          <a:p>
            <a:pPr eaLnBrk="1" hangingPunct="1">
              <a:buFontTx/>
              <a:buNone/>
            </a:pPr>
            <a:r>
              <a:rPr lang="en-US" altLang="en-US" i="1" kern="0">
                <a:ea typeface="ＭＳ Ｐゴシック" pitchFamily="34" charset="-128"/>
              </a:rPr>
              <a:t>P</a:t>
            </a:r>
            <a:r>
              <a:rPr lang="en-US" altLang="en-US" kern="0">
                <a:ea typeface="ＭＳ Ｐゴシック" pitchFamily="34" charset="-128"/>
              </a:rPr>
              <a:t> = 290 – 0.5</a:t>
            </a:r>
            <a:r>
              <a:rPr lang="en-US" altLang="en-US" i="1" kern="0">
                <a:ea typeface="ＭＳ Ｐゴシック" pitchFamily="34" charset="-128"/>
              </a:rPr>
              <a:t>Q</a:t>
            </a:r>
            <a:endParaRPr lang="en-US" altLang="en-US" i="1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438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Summary of changes</a:t>
            </a:r>
          </a:p>
        </p:txBody>
      </p:sp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524C008-8836-4CC5-B417-8EC19D64673D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55D23A-02F6-E038-DBB1-E2D7F7B8C9C8}"/>
              </a:ext>
            </a:extLst>
          </p:cNvPr>
          <p:cNvGrpSpPr/>
          <p:nvPr/>
        </p:nvGrpSpPr>
        <p:grpSpPr>
          <a:xfrm>
            <a:off x="1309256" y="3790821"/>
            <a:ext cx="9628102" cy="2666940"/>
            <a:chOff x="1309256" y="3770039"/>
            <a:chExt cx="9628102" cy="26669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04D12F3-C4B8-8C1B-FC55-25F7C1D2EA9C}"/>
                </a:ext>
              </a:extLst>
            </p:cNvPr>
            <p:cNvGrpSpPr/>
            <p:nvPr/>
          </p:nvGrpSpPr>
          <p:grpSpPr>
            <a:xfrm>
              <a:off x="1309256" y="3770039"/>
              <a:ext cx="9628102" cy="2666940"/>
              <a:chOff x="1309256" y="3770039"/>
              <a:chExt cx="9628102" cy="2666940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FEB3E99D-0DC1-C812-5E76-400B52CBC18D}"/>
                  </a:ext>
                </a:extLst>
              </p:cNvPr>
              <p:cNvSpPr/>
              <p:nvPr/>
            </p:nvSpPr>
            <p:spPr>
              <a:xfrm>
                <a:off x="1309256" y="4337392"/>
                <a:ext cx="9628102" cy="156639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DABE509-D5ED-4292-100A-9EA87E41AAAD}"/>
                  </a:ext>
                </a:extLst>
              </p:cNvPr>
              <p:cNvSpPr/>
              <p:nvPr/>
            </p:nvSpPr>
            <p:spPr>
              <a:xfrm>
                <a:off x="1309256" y="3770039"/>
                <a:ext cx="9628102" cy="1546194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7082431-0B08-F237-4979-E3367236F75B}"/>
                  </a:ext>
                </a:extLst>
              </p:cNvPr>
              <p:cNvSpPr/>
              <p:nvPr/>
            </p:nvSpPr>
            <p:spPr>
              <a:xfrm>
                <a:off x="1309256" y="5105638"/>
                <a:ext cx="9628102" cy="1331341"/>
              </a:xfrm>
              <a:prstGeom prst="ellipse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933DBF-6E8B-5E11-D9E1-77782655B0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8223" y="3987289"/>
              <a:ext cx="9271442" cy="20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algn="ctr" eaLnBrk="1" hangingPunct="1">
                <a:buNone/>
              </a:pP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Questions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 higher price for Sam Adams has what kind of impact on the demand curve for </a:t>
              </a:r>
              <a:r>
                <a:rPr lang="en-US" altLang="en-US" kern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Schlafly</a:t>
              </a:r>
              <a:r>
                <a:rPr lang="en-US" altLang="en-US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’</a:t>
              </a:r>
              <a:r>
                <a:rPr lang="en-US" altLang="ja-JP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s</a:t>
              </a:r>
              <a:r>
                <a:rPr lang="en-US" altLang="ja-JP" kern="0" dirty="0">
                  <a:latin typeface="Source Sans Pro" panose="020B0503030403020204" pitchFamily="34" charset="0"/>
                  <a:ea typeface="ＭＳ Ｐゴシック" pitchFamily="34" charset="-128"/>
                </a:rPr>
                <a:t>?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What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’</a:t>
              </a:r>
              <a:r>
                <a:rPr lang="en-US" altLang="ja-JP" kern="0" dirty="0">
                  <a:latin typeface="Source Sans Pro" panose="020B0503030403020204" pitchFamily="34" charset="0"/>
                  <a:ea typeface="ＭＳ Ｐゴシック" pitchFamily="34" charset="-128"/>
                </a:rPr>
                <a:t>s the impact of a higher price for Schlafly’s on the demand curve for Schlafly’s?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41522-4B46-9E99-C633-D35E23F75734}"/>
              </a:ext>
            </a:extLst>
          </p:cNvPr>
          <p:cNvGrpSpPr/>
          <p:nvPr/>
        </p:nvGrpSpPr>
        <p:grpSpPr>
          <a:xfrm>
            <a:off x="631086" y="1061612"/>
            <a:ext cx="11084663" cy="1274494"/>
            <a:chOff x="631086" y="1061612"/>
            <a:chExt cx="11084663" cy="127449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C5E6179-F0DB-188D-6F06-5F3EC0652A34}"/>
                </a:ext>
              </a:extLst>
            </p:cNvPr>
            <p:cNvGrpSpPr/>
            <p:nvPr/>
          </p:nvGrpSpPr>
          <p:grpSpPr>
            <a:xfrm>
              <a:off x="631086" y="1061612"/>
              <a:ext cx="11084663" cy="1274494"/>
              <a:chOff x="631086" y="1061612"/>
              <a:chExt cx="11084663" cy="1274494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51DFF0D5-D7C2-22A7-AB9A-5A31131F1B88}"/>
                  </a:ext>
                </a:extLst>
              </p:cNvPr>
              <p:cNvSpPr/>
              <p:nvPr/>
            </p:nvSpPr>
            <p:spPr>
              <a:xfrm>
                <a:off x="2855062" y="1141268"/>
                <a:ext cx="8860687" cy="1115182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F7B6270-E06D-0248-5FE5-E946DAD2970F}"/>
                  </a:ext>
                </a:extLst>
              </p:cNvPr>
              <p:cNvSpPr/>
              <p:nvPr/>
            </p:nvSpPr>
            <p:spPr>
              <a:xfrm>
                <a:off x="1468223" y="1061612"/>
                <a:ext cx="1828800" cy="127449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ED2293B3-6C23-FCFF-3A0F-147A4D73553A}"/>
                  </a:ext>
                </a:extLst>
              </p:cNvPr>
              <p:cNvSpPr/>
              <p:nvPr/>
            </p:nvSpPr>
            <p:spPr>
              <a:xfrm>
                <a:off x="631086" y="1141268"/>
                <a:ext cx="2574497" cy="1115182"/>
              </a:xfrm>
              <a:prstGeom prst="roundRect">
                <a:avLst/>
              </a:prstGeom>
              <a:solidFill>
                <a:srgbClr val="67C8C7"/>
              </a:solidFill>
              <a:ln>
                <a:solidFill>
                  <a:srgbClr val="67C8C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Source Sans Pro" panose="020B0503030403020204" pitchFamily="34" charset="0"/>
                  </a:rPr>
                  <a:t>Movement along</a:t>
                </a:r>
              </a:p>
            </p:txBody>
          </p:sp>
        </p:grp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FF10B93E-D695-1BBB-C990-9B29EF76F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7024" y="1250138"/>
              <a:ext cx="8209176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Change in the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price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Change in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quantity demanded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28978E1-D420-40FA-BB5A-AB808F2AB7CA}"/>
              </a:ext>
            </a:extLst>
          </p:cNvPr>
          <p:cNvGrpSpPr/>
          <p:nvPr/>
        </p:nvGrpSpPr>
        <p:grpSpPr>
          <a:xfrm>
            <a:off x="631086" y="2327335"/>
            <a:ext cx="11084663" cy="1274494"/>
            <a:chOff x="631086" y="2327335"/>
            <a:chExt cx="11084663" cy="127449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58AD1F4-07ED-DCF1-3B6F-CA78D2D87739}"/>
                </a:ext>
              </a:extLst>
            </p:cNvPr>
            <p:cNvGrpSpPr/>
            <p:nvPr/>
          </p:nvGrpSpPr>
          <p:grpSpPr>
            <a:xfrm>
              <a:off x="631086" y="2327335"/>
              <a:ext cx="11084663" cy="1274494"/>
              <a:chOff x="631086" y="2327335"/>
              <a:chExt cx="11084663" cy="1274494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8A6472C0-25B6-2CE9-450E-28B2CA48B75B}"/>
                  </a:ext>
                </a:extLst>
              </p:cNvPr>
              <p:cNvSpPr/>
              <p:nvPr/>
            </p:nvSpPr>
            <p:spPr>
              <a:xfrm>
                <a:off x="2855062" y="2406991"/>
                <a:ext cx="8860687" cy="1115182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44BA490E-E7A2-83AB-022B-6CB9D42CBD2D}"/>
                  </a:ext>
                </a:extLst>
              </p:cNvPr>
              <p:cNvSpPr/>
              <p:nvPr/>
            </p:nvSpPr>
            <p:spPr>
              <a:xfrm>
                <a:off x="1468223" y="2327335"/>
                <a:ext cx="1828800" cy="127449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E88DCD22-A601-8EEB-878D-401499CC0AE7}"/>
                  </a:ext>
                </a:extLst>
              </p:cNvPr>
              <p:cNvSpPr/>
              <p:nvPr/>
            </p:nvSpPr>
            <p:spPr>
              <a:xfrm>
                <a:off x="631086" y="2406991"/>
                <a:ext cx="2574497" cy="1115182"/>
              </a:xfrm>
              <a:prstGeom prst="roundRect">
                <a:avLst/>
              </a:prstGeom>
              <a:solidFill>
                <a:srgbClr val="67C8C7"/>
              </a:solidFill>
              <a:ln>
                <a:solidFill>
                  <a:srgbClr val="67C8C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Source Sans Pro" panose="020B0503030403020204" pitchFamily="34" charset="0"/>
                  </a:rPr>
                  <a:t>Shift of curve</a:t>
                </a:r>
              </a:p>
            </p:txBody>
          </p:sp>
        </p:grp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D7724A6F-238F-F997-D034-BD381EE94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7023" y="2514095"/>
              <a:ext cx="8086339" cy="907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Change in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income</a:t>
              </a: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,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other prices</a:t>
              </a: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, or any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other variable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Change in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demand (curve)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9073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Examples</a:t>
            </a:r>
          </a:p>
        </p:txBody>
      </p:sp>
      <p:sp>
        <p:nvSpPr>
          <p:cNvPr id="655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7CA96151-DEEC-4810-A805-6B407B8DC86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628DEC-4CEB-999D-8F50-1F2E6A8596CD}"/>
              </a:ext>
            </a:extLst>
          </p:cNvPr>
          <p:cNvGrpSpPr/>
          <p:nvPr/>
        </p:nvGrpSpPr>
        <p:grpSpPr>
          <a:xfrm>
            <a:off x="5481952" y="1236440"/>
            <a:ext cx="1333561" cy="461665"/>
            <a:chOff x="3326563" y="2596356"/>
            <a:chExt cx="1333561" cy="46166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090155-7E5D-552E-BFC9-F1ADDB2893EE}"/>
                </a:ext>
              </a:extLst>
            </p:cNvPr>
            <p:cNvSpPr txBox="1"/>
            <p:nvPr/>
          </p:nvSpPr>
          <p:spPr>
            <a:xfrm>
              <a:off x="3326563" y="2596356"/>
              <a:ext cx="3353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400" b="1" i="1" dirty="0">
                  <a:latin typeface="Source Sans Pro" panose="020B0503030403020204" pitchFamily="34" charset="0"/>
                </a:rPr>
                <a:t>x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B854EB-7B63-CF90-8DE9-28324D1908D0}"/>
                </a:ext>
              </a:extLst>
            </p:cNvPr>
            <p:cNvSpPr txBox="1"/>
            <p:nvPr/>
          </p:nvSpPr>
          <p:spPr>
            <a:xfrm>
              <a:off x="4321570" y="259635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i="1" dirty="0">
                  <a:latin typeface="Source Sans Pro" panose="020B0503030403020204" pitchFamily="34" charset="0"/>
                </a:rPr>
                <a:t>y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8632B9-48A7-2E19-5F8E-5BE22479D3CD}"/>
              </a:ext>
            </a:extLst>
          </p:cNvPr>
          <p:cNvCxnSpPr/>
          <p:nvPr/>
        </p:nvCxnSpPr>
        <p:spPr>
          <a:xfrm flipH="1">
            <a:off x="2100944" y="1698104"/>
            <a:ext cx="3716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85D85D-E7B0-C829-F9A3-8C82FA381A4B}"/>
              </a:ext>
            </a:extLst>
          </p:cNvPr>
          <p:cNvCxnSpPr/>
          <p:nvPr/>
        </p:nvCxnSpPr>
        <p:spPr>
          <a:xfrm flipH="1">
            <a:off x="6476959" y="1698104"/>
            <a:ext cx="371635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D6A5F91-6D59-0502-30D0-26FFD3910A87}"/>
              </a:ext>
            </a:extLst>
          </p:cNvPr>
          <p:cNvGrpSpPr/>
          <p:nvPr/>
        </p:nvGrpSpPr>
        <p:grpSpPr>
          <a:xfrm>
            <a:off x="2181010" y="1840721"/>
            <a:ext cx="5437543" cy="916749"/>
            <a:chOff x="2181010" y="2114850"/>
            <a:chExt cx="5437543" cy="91674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822B5B0-5DD8-21D7-79C9-95ECF879CEDF}"/>
                </a:ext>
              </a:extLst>
            </p:cNvPr>
            <p:cNvGrpSpPr/>
            <p:nvPr/>
          </p:nvGrpSpPr>
          <p:grpSpPr>
            <a:xfrm>
              <a:off x="4379085" y="2342392"/>
              <a:ext cx="3239468" cy="461665"/>
              <a:chOff x="2223697" y="3227728"/>
              <a:chExt cx="3239468" cy="461665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6647D41-F843-E7B4-3888-BA4C42ED479A}"/>
                  </a:ext>
                </a:extLst>
              </p:cNvPr>
              <p:cNvSpPr txBox="1"/>
              <p:nvPr/>
            </p:nvSpPr>
            <p:spPr>
              <a:xfrm>
                <a:off x="2223697" y="3227728"/>
                <a:ext cx="14382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400" dirty="0">
                    <a:latin typeface="Source Sans Pro" panose="020B0503030403020204" pitchFamily="34" charset="0"/>
                  </a:rPr>
                  <a:t>Vacations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B60FE3-1268-A635-1A76-E2CFB798B475}"/>
                  </a:ext>
                </a:extLst>
              </p:cNvPr>
              <p:cNvSpPr txBox="1"/>
              <p:nvPr/>
            </p:nvSpPr>
            <p:spPr>
              <a:xfrm>
                <a:off x="4321570" y="3227728"/>
                <a:ext cx="11415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</a:rPr>
                  <a:t>Income</a:t>
                </a:r>
              </a:p>
            </p:txBody>
          </p:sp>
        </p:grp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0A154FF-1CA2-5F94-F540-148BF3492C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433" b="16214"/>
            <a:stretch/>
          </p:blipFill>
          <p:spPr>
            <a:xfrm>
              <a:off x="2181010" y="2114850"/>
              <a:ext cx="1792677" cy="91674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3A8F93-DFCF-D557-5ABB-E98EBC5A280A}"/>
              </a:ext>
            </a:extLst>
          </p:cNvPr>
          <p:cNvGrpSpPr/>
          <p:nvPr/>
        </p:nvGrpSpPr>
        <p:grpSpPr>
          <a:xfrm>
            <a:off x="2343821" y="2899610"/>
            <a:ext cx="5274733" cy="808187"/>
            <a:chOff x="2343821" y="3123492"/>
            <a:chExt cx="5274733" cy="8081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FA8279-CFED-2971-3413-5094788CEB0E}"/>
                </a:ext>
              </a:extLst>
            </p:cNvPr>
            <p:cNvGrpSpPr/>
            <p:nvPr/>
          </p:nvGrpSpPr>
          <p:grpSpPr>
            <a:xfrm>
              <a:off x="4480075" y="3296753"/>
              <a:ext cx="3138479" cy="461665"/>
              <a:chOff x="2324686" y="3869985"/>
              <a:chExt cx="3138479" cy="461665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9F4DEFC-85E0-A3B2-0BCE-36EA58F4452C}"/>
                  </a:ext>
                </a:extLst>
              </p:cNvPr>
              <p:cNvSpPr txBox="1"/>
              <p:nvPr/>
            </p:nvSpPr>
            <p:spPr>
              <a:xfrm>
                <a:off x="2324686" y="3869985"/>
                <a:ext cx="1337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400" dirty="0">
                    <a:latin typeface="Source Sans Pro" panose="020B0503030403020204" pitchFamily="34" charset="0"/>
                  </a:rPr>
                  <a:t>Potatoes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A82CF80-B3DA-0EA9-7E79-1AB18819A54A}"/>
                  </a:ext>
                </a:extLst>
              </p:cNvPr>
              <p:cNvSpPr txBox="1"/>
              <p:nvPr/>
            </p:nvSpPr>
            <p:spPr>
              <a:xfrm>
                <a:off x="4321570" y="3869985"/>
                <a:ext cx="11415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</a:rPr>
                  <a:t>Income</a:t>
                </a:r>
              </a:p>
            </p:txBody>
          </p: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AD0ED40-EDAE-B325-21E6-A52E6B1F5D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39" b="35144"/>
            <a:stretch/>
          </p:blipFill>
          <p:spPr>
            <a:xfrm>
              <a:off x="2343821" y="3123492"/>
              <a:ext cx="1467053" cy="808187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6118550-AD17-43A5-B02E-D2F6060B410D}"/>
              </a:ext>
            </a:extLst>
          </p:cNvPr>
          <p:cNvGrpSpPr/>
          <p:nvPr/>
        </p:nvGrpSpPr>
        <p:grpSpPr>
          <a:xfrm>
            <a:off x="2470624" y="3849937"/>
            <a:ext cx="7566303" cy="808174"/>
            <a:chOff x="2470624" y="3990090"/>
            <a:chExt cx="7566303" cy="80817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DCE3337-0DB7-424B-82A5-48EA507E4250}"/>
                </a:ext>
              </a:extLst>
            </p:cNvPr>
            <p:cNvGrpSpPr/>
            <p:nvPr/>
          </p:nvGrpSpPr>
          <p:grpSpPr>
            <a:xfrm>
              <a:off x="4179030" y="4163345"/>
              <a:ext cx="4550468" cy="461665"/>
              <a:chOff x="2023642" y="4468700"/>
              <a:chExt cx="4550468" cy="461665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B01BC8B-302D-BB0C-277F-D0AD7F1DD28E}"/>
                  </a:ext>
                </a:extLst>
              </p:cNvPr>
              <p:cNvSpPr txBox="1"/>
              <p:nvPr/>
            </p:nvSpPr>
            <p:spPr>
              <a:xfrm>
                <a:off x="2023642" y="4468700"/>
                <a:ext cx="16382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400" dirty="0">
                    <a:latin typeface="Source Sans Pro" panose="020B0503030403020204" pitchFamily="34" charset="0"/>
                  </a:rPr>
                  <a:t>Saran wrap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47ADFA0-4305-9C03-B4ED-CCAEF5921801}"/>
                  </a:ext>
                </a:extLst>
              </p:cNvPr>
              <p:cNvSpPr txBox="1"/>
              <p:nvPr/>
            </p:nvSpPr>
            <p:spPr>
              <a:xfrm>
                <a:off x="4321570" y="4468700"/>
                <a:ext cx="22525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>
                    <a:latin typeface="Source Sans Pro" panose="020B0503030403020204" pitchFamily="34" charset="0"/>
                  </a:rPr>
                  <a:t>Gladware</a:t>
                </a:r>
                <a:r>
                  <a:rPr lang="en-US" sz="2400" dirty="0">
                    <a:latin typeface="Source Sans Pro" panose="020B0503030403020204" pitchFamily="34" charset="0"/>
                  </a:rPr>
                  <a:t> prices</a:t>
                </a:r>
              </a:p>
            </p:txBody>
          </p:sp>
        </p:grpSp>
        <p:pic>
          <p:nvPicPr>
            <p:cNvPr id="41" name="Picture 2" descr="https://upload.wikimedia.org/wikipedia/commons/thumb/8/8d/Saran_Wrap_02.JPG/512px-Saran_Wrap_02.JPG">
              <a:extLst>
                <a:ext uri="{FF2B5EF4-FFF2-40B4-BE49-F238E27FC236}">
                  <a16:creationId xmlns:a16="http://schemas.microsoft.com/office/drawing/2014/main" id="{D56042F6-F329-4C2D-0D51-F531B93A4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0624" y="3990090"/>
              <a:ext cx="1213445" cy="808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" descr="https://upload.wikimedia.org/wikipedia/commons/thumb/2/20/Glad_logo.svg/128px-Glad_logo.svg.png">
              <a:extLst>
                <a:ext uri="{FF2B5EF4-FFF2-40B4-BE49-F238E27FC236}">
                  <a16:creationId xmlns:a16="http://schemas.microsoft.com/office/drawing/2014/main" id="{127474AF-206D-A611-6F7D-4D6F6C1012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727" y="4084614"/>
              <a:ext cx="1219200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398776-B4EA-2E70-5782-0CEFC2ED6B70}"/>
              </a:ext>
            </a:extLst>
          </p:cNvPr>
          <p:cNvGrpSpPr/>
          <p:nvPr/>
        </p:nvGrpSpPr>
        <p:grpSpPr>
          <a:xfrm>
            <a:off x="2393491" y="4800251"/>
            <a:ext cx="7527524" cy="911806"/>
            <a:chOff x="2393491" y="4856675"/>
            <a:chExt cx="7527524" cy="911806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478F928-5AE0-F39A-2594-0AA9DD1443A1}"/>
                </a:ext>
              </a:extLst>
            </p:cNvPr>
            <p:cNvGrpSpPr/>
            <p:nvPr/>
          </p:nvGrpSpPr>
          <p:grpSpPr>
            <a:xfrm>
              <a:off x="4872168" y="5081746"/>
              <a:ext cx="3341804" cy="461665"/>
              <a:chOff x="2716780" y="5045643"/>
              <a:chExt cx="3341804" cy="461665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06A764F-3D9B-B3B4-2350-FDB5DD4FB9E8}"/>
                  </a:ext>
                </a:extLst>
              </p:cNvPr>
              <p:cNvSpPr txBox="1"/>
              <p:nvPr/>
            </p:nvSpPr>
            <p:spPr>
              <a:xfrm>
                <a:off x="2716780" y="5045643"/>
                <a:ext cx="94513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400" dirty="0">
                    <a:latin typeface="Source Sans Pro" panose="020B0503030403020204" pitchFamily="34" charset="0"/>
                  </a:rPr>
                  <a:t>Bread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8B56401-BB52-8DC6-C052-845922A68AB5}"/>
                  </a:ext>
                </a:extLst>
              </p:cNvPr>
              <p:cNvSpPr txBox="1"/>
              <p:nvPr/>
            </p:nvSpPr>
            <p:spPr>
              <a:xfrm>
                <a:off x="4321570" y="5045643"/>
                <a:ext cx="17370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</a:rPr>
                  <a:t>Atkins trend</a:t>
                </a:r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C625479-1B7A-6C48-7FD5-0506A5C6E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3491" y="4856675"/>
              <a:ext cx="1367710" cy="911806"/>
            </a:xfrm>
            <a:prstGeom prst="rect">
              <a:avLst/>
            </a:prstGeom>
          </p:spPr>
        </p:pic>
        <p:pic>
          <p:nvPicPr>
            <p:cNvPr id="48" name="Picture 6" descr="Atkins Online Store">
              <a:extLst>
                <a:ext uri="{FF2B5EF4-FFF2-40B4-BE49-F238E27FC236}">
                  <a16:creationId xmlns:a16="http://schemas.microsoft.com/office/drawing/2014/main" id="{48C70CE6-0305-6CFD-05EF-0891B8423B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638" y="4857133"/>
              <a:ext cx="987377" cy="9108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CC6DD70-0189-7071-03F1-9487C7C0A1BA}"/>
              </a:ext>
            </a:extLst>
          </p:cNvPr>
          <p:cNvGrpSpPr/>
          <p:nvPr/>
        </p:nvGrpSpPr>
        <p:grpSpPr>
          <a:xfrm>
            <a:off x="2026577" y="5854199"/>
            <a:ext cx="7993914" cy="889748"/>
            <a:chOff x="2026577" y="5854199"/>
            <a:chExt cx="7993914" cy="88974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A44D34F-F809-6ADB-D17E-80A56FBDABED}"/>
                </a:ext>
              </a:extLst>
            </p:cNvPr>
            <p:cNvGrpSpPr/>
            <p:nvPr/>
          </p:nvGrpSpPr>
          <p:grpSpPr>
            <a:xfrm>
              <a:off x="4496104" y="6068241"/>
              <a:ext cx="3359758" cy="461665"/>
              <a:chOff x="2340716" y="5731443"/>
              <a:chExt cx="3359758" cy="461665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D15B4D7-1F32-09EA-046F-812429082138}"/>
                  </a:ext>
                </a:extLst>
              </p:cNvPr>
              <p:cNvSpPr txBox="1"/>
              <p:nvPr/>
            </p:nvSpPr>
            <p:spPr>
              <a:xfrm>
                <a:off x="2340716" y="5731443"/>
                <a:ext cx="13211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400" dirty="0">
                    <a:latin typeface="Source Sans Pro" panose="020B0503030403020204" pitchFamily="34" charset="0"/>
                  </a:rPr>
                  <a:t>Hummer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105C16-B196-CED7-63B5-4ED20D3AB79C}"/>
                  </a:ext>
                </a:extLst>
              </p:cNvPr>
              <p:cNvSpPr txBox="1"/>
              <p:nvPr/>
            </p:nvSpPr>
            <p:spPr>
              <a:xfrm>
                <a:off x="4321570" y="5731443"/>
                <a:ext cx="13789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</a:rPr>
                  <a:t>Oil prices</a:t>
                </a: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D88A8E4-AD4A-5957-3367-E9502BBCE1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148" b="14404"/>
            <a:stretch/>
          </p:blipFill>
          <p:spPr>
            <a:xfrm>
              <a:off x="2026577" y="5854199"/>
              <a:ext cx="2101537" cy="889748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E3F33A9-ED07-A81A-51A9-283012410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4160" y="5854199"/>
              <a:ext cx="1186331" cy="889748"/>
            </a:xfrm>
            <a:prstGeom prst="rect">
              <a:avLst/>
            </a:prstGeom>
          </p:spPr>
        </p:pic>
      </p:grpSp>
      <p:sp>
        <p:nvSpPr>
          <p:cNvPr id="57" name="Rectangle 3">
            <a:extLst>
              <a:ext uri="{FF2B5EF4-FFF2-40B4-BE49-F238E27FC236}">
                <a16:creationId xmlns:a16="http://schemas.microsoft.com/office/drawing/2014/main" id="{309EB641-4EC7-1EDD-F8E9-7EB451831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82" y="833825"/>
            <a:ext cx="95843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kern="0">
                <a:ea typeface="ＭＳ Ｐゴシック" pitchFamily="34" charset="-128"/>
              </a:rPr>
              <a:t>How will the demand curve of good </a:t>
            </a:r>
            <a:r>
              <a:rPr lang="en-US" altLang="en-US" i="1" kern="0">
                <a:ea typeface="ＭＳ Ｐゴシック" pitchFamily="34" charset="-128"/>
              </a:rPr>
              <a:t>x</a:t>
            </a:r>
            <a:r>
              <a:rPr lang="en-US" altLang="en-US" kern="0">
                <a:ea typeface="ＭＳ Ｐゴシック" pitchFamily="34" charset="-128"/>
              </a:rPr>
              <a:t> respond to an increase in </a:t>
            </a:r>
            <a:r>
              <a:rPr lang="en-US" altLang="en-US" i="1" kern="0">
                <a:ea typeface="ＭＳ Ｐゴシック" pitchFamily="34" charset="-128"/>
              </a:rPr>
              <a:t>y</a:t>
            </a:r>
            <a:r>
              <a:rPr lang="en-US" altLang="en-US" kern="0">
                <a:ea typeface="ＭＳ Ｐゴシック" pitchFamily="34" charset="-128"/>
              </a:rPr>
              <a:t>?</a:t>
            </a:r>
            <a:endParaRPr lang="en-US" altLang="en-US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974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Example: Under </a:t>
            </a:r>
            <a:r>
              <a:rPr lang="en-US" altLang="en-US" dirty="0" err="1">
                <a:ea typeface="ＭＳ Ｐゴシック" pitchFamily="34" charset="-128"/>
              </a:rPr>
              <a:t>Armour</a:t>
            </a:r>
            <a:endParaRPr lang="en-US" altLang="en-US" dirty="0">
              <a:ea typeface="ＭＳ Ｐゴシック" pitchFamily="34" charset="-128"/>
            </a:endParaRPr>
          </a:p>
        </p:txBody>
      </p:sp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7DF5282-FAE9-4FD6-8DD8-E02C92104DC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6030" y="6453043"/>
            <a:ext cx="8229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altLang="ja-JP" sz="1200" kern="0" dirty="0">
                <a:latin typeface="Source Sans Pro" panose="020B0503030403020204" pitchFamily="34" charset="0"/>
                <a:ea typeface="ＭＳ Ｐゴシック" pitchFamily="34" charset="-128"/>
              </a:rPr>
              <a:t>Source: “Layoffs, restructuring and losses hit Under </a:t>
            </a:r>
            <a:r>
              <a:rPr lang="en-US" altLang="ja-JP" sz="1200" kern="0" dirty="0" err="1">
                <a:latin typeface="Source Sans Pro" panose="020B0503030403020204" pitchFamily="34" charset="0"/>
                <a:ea typeface="ＭＳ Ｐゴシック" pitchFamily="34" charset="-128"/>
              </a:rPr>
              <a:t>Armour</a:t>
            </a:r>
            <a:r>
              <a:rPr lang="en-US" altLang="ja-JP" sz="1200" kern="0" dirty="0">
                <a:latin typeface="Source Sans Pro" panose="020B0503030403020204" pitchFamily="34" charset="0"/>
                <a:ea typeface="ＭＳ Ｐゴシック" pitchFamily="34" charset="-128"/>
              </a:rPr>
              <a:t> as America’s malls fade away” August 6, 2017</a:t>
            </a:r>
            <a:endParaRPr lang="en-US" altLang="en-US" sz="1200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B52BAC5-A8FC-FE30-3F02-4FD6E905D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991" y="1632949"/>
            <a:ext cx="9725891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What are the reasons for Under Armour’s changing demand?</a:t>
            </a:r>
          </a:p>
          <a:p>
            <a:pPr lvl="1" eaLnBrk="1" hangingPunct="1"/>
            <a:r>
              <a:rPr lang="en-US" altLang="en-US" sz="2800" kern="0">
                <a:ea typeface="ＭＳ Ｐゴシック" pitchFamily="34" charset="-128"/>
              </a:rPr>
              <a:t>Preferences?</a:t>
            </a:r>
          </a:p>
          <a:p>
            <a:pPr lvl="1" eaLnBrk="1" hangingPunct="1"/>
            <a:r>
              <a:rPr lang="en-US" altLang="en-US" sz="2800" kern="0">
                <a:ea typeface="ＭＳ Ｐゴシック" pitchFamily="34" charset="-128"/>
              </a:rPr>
              <a:t>Price of alternative products?</a:t>
            </a:r>
          </a:p>
          <a:p>
            <a:pPr lvl="1" eaLnBrk="1" hangingPunct="1"/>
            <a:r>
              <a:rPr lang="en-US" altLang="en-US" sz="2800" kern="0">
                <a:ea typeface="ＭＳ Ｐゴシック" pitchFamily="34" charset="-128"/>
              </a:rPr>
              <a:t>Income?</a:t>
            </a:r>
          </a:p>
          <a:p>
            <a:pPr lvl="1" eaLnBrk="1" hangingPunct="1"/>
            <a:r>
              <a:rPr lang="en-US" altLang="en-US" sz="2800" kern="0">
                <a:ea typeface="ＭＳ Ｐゴシック" pitchFamily="34" charset="-128"/>
              </a:rPr>
              <a:t>Number of consumers?</a:t>
            </a:r>
            <a:endParaRPr lang="en-US" altLang="en-US" sz="2800" kern="0" dirty="0">
              <a:ea typeface="ＭＳ Ｐゴシック" pitchFamily="34" charset="-128"/>
            </a:endParaRP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2F3014C1-50E3-CEA9-D62D-0EA6B8630551}"/>
              </a:ext>
            </a:extLst>
          </p:cNvPr>
          <p:cNvSpPr/>
          <p:nvPr/>
        </p:nvSpPr>
        <p:spPr>
          <a:xfrm>
            <a:off x="12538953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C0A764-5478-B84A-9BD8-4590F7FC14EF}"/>
                  </a:ext>
                </a:extLst>
              </p14:cNvPr>
              <p14:cNvContentPartPr/>
              <p14:nvPr/>
            </p14:nvContentPartPr>
            <p14:xfrm>
              <a:off x="552960" y="1782000"/>
              <a:ext cx="11406960" cy="2411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C0A764-5478-B84A-9BD8-4590F7FC14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760" y="1765800"/>
                <a:ext cx="11439360" cy="24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3304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>
                <a:ea typeface="ＭＳ Ｐゴシック" pitchFamily="34" charset="-128"/>
              </a:rPr>
              <a:t>How do we learn the details of demand?</a:t>
            </a:r>
          </a:p>
        </p:txBody>
      </p:sp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1710AEB-D4C9-4A70-9AB7-2E13DB824E2A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216B4D-37EA-9FB8-9D50-7B102FD6D18D}"/>
              </a:ext>
            </a:extLst>
          </p:cNvPr>
          <p:cNvGrpSpPr/>
          <p:nvPr/>
        </p:nvGrpSpPr>
        <p:grpSpPr>
          <a:xfrm>
            <a:off x="793815" y="958355"/>
            <a:ext cx="10604370" cy="1306863"/>
            <a:chOff x="-428848" y="900930"/>
            <a:chExt cx="10604370" cy="165497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3A8DB96-FC2F-5528-9680-68E30A1B4293}"/>
                </a:ext>
              </a:extLst>
            </p:cNvPr>
            <p:cNvGrpSpPr/>
            <p:nvPr/>
          </p:nvGrpSpPr>
          <p:grpSpPr>
            <a:xfrm>
              <a:off x="-428848" y="900930"/>
              <a:ext cx="10604370" cy="1654975"/>
              <a:chOff x="-428848" y="1280160"/>
              <a:chExt cx="10604370" cy="1463040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D106866-F95D-5451-5101-2841DB163587}"/>
                  </a:ext>
                </a:extLst>
              </p:cNvPr>
              <p:cNvSpPr/>
              <p:nvPr/>
            </p:nvSpPr>
            <p:spPr>
              <a:xfrm>
                <a:off x="1752600" y="1371600"/>
                <a:ext cx="8422922" cy="1280160"/>
              </a:xfrm>
              <a:prstGeom prst="roundRect">
                <a:avLst/>
              </a:prstGeom>
              <a:solidFill>
                <a:srgbClr val="C8C8C8"/>
              </a:solidFill>
              <a:ln>
                <a:solidFill>
                  <a:srgbClr val="C8C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3C8D9160-E02C-D6A1-3718-03BA394E1E0C}"/>
                  </a:ext>
                </a:extLst>
              </p:cNvPr>
              <p:cNvSpPr/>
              <p:nvPr/>
            </p:nvSpPr>
            <p:spPr>
              <a:xfrm>
                <a:off x="365760" y="1280160"/>
                <a:ext cx="1828800" cy="146304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Source Sans Pro" panose="020B0503030403020204" pitchFamily="34" charset="0"/>
                </a:endParaRP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A13D1080-70DA-C621-B423-71DD54FF928D}"/>
                  </a:ext>
                </a:extLst>
              </p:cNvPr>
              <p:cNvSpPr/>
              <p:nvPr/>
            </p:nvSpPr>
            <p:spPr>
              <a:xfrm>
                <a:off x="-428848" y="1371600"/>
                <a:ext cx="2531968" cy="1280160"/>
              </a:xfrm>
              <a:prstGeom prst="roundRect">
                <a:avLst>
                  <a:gd name="adj" fmla="val 12504"/>
                </a:avLst>
              </a:prstGeom>
              <a:solidFill>
                <a:srgbClr val="67C8C7"/>
              </a:solidFill>
              <a:ln>
                <a:solidFill>
                  <a:srgbClr val="67C8C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  <a:latin typeface="Source Sans Pro" panose="020B0503030403020204" pitchFamily="34" charset="0"/>
                  </a:rPr>
                  <a:t>Marketing surveys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B9585A-F001-2457-D3A9-5081F3646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946" y="1153521"/>
              <a:ext cx="7845136" cy="1149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Ask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people what they’d pay</a:t>
              </a:r>
            </a:p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What people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say </a:t>
              </a: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and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do </a:t>
              </a: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can be different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60BCCD7-2CB8-4EA9-94B0-530C53E61E52}"/>
              </a:ext>
            </a:extLst>
          </p:cNvPr>
          <p:cNvGrpSpPr/>
          <p:nvPr/>
        </p:nvGrpSpPr>
        <p:grpSpPr>
          <a:xfrm>
            <a:off x="793815" y="2265218"/>
            <a:ext cx="10604368" cy="1854760"/>
            <a:chOff x="-428848" y="2555907"/>
            <a:chExt cx="10604368" cy="185476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5F3F109-3ADF-55CB-703B-095A356191E0}"/>
                </a:ext>
              </a:extLst>
            </p:cNvPr>
            <p:cNvSpPr/>
            <p:nvPr/>
          </p:nvSpPr>
          <p:spPr>
            <a:xfrm>
              <a:off x="1752599" y="2690013"/>
              <a:ext cx="8422921" cy="1598075"/>
            </a:xfrm>
            <a:prstGeom prst="roundRect">
              <a:avLst>
                <a:gd name="adj" fmla="val 14023"/>
              </a:avLst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E05CA31-90D4-D98A-81DB-04F63DFD356B}"/>
                </a:ext>
              </a:extLst>
            </p:cNvPr>
            <p:cNvSpPr/>
            <p:nvPr/>
          </p:nvSpPr>
          <p:spPr>
            <a:xfrm>
              <a:off x="365760" y="2555907"/>
              <a:ext cx="1828800" cy="1854760"/>
            </a:xfrm>
            <a:prstGeom prst="roundRect">
              <a:avLst>
                <a:gd name="adj" fmla="val 146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D2EBDC6-2957-4104-9A82-E476E0057162}"/>
                </a:ext>
              </a:extLst>
            </p:cNvPr>
            <p:cNvSpPr/>
            <p:nvPr/>
          </p:nvSpPr>
          <p:spPr>
            <a:xfrm>
              <a:off x="-428848" y="2690013"/>
              <a:ext cx="2531967" cy="1598075"/>
            </a:xfrm>
            <a:prstGeom prst="roundRect">
              <a:avLst>
                <a:gd name="adj" fmla="val 6492"/>
              </a:avLst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Price experimentation</a:t>
              </a:r>
            </a:p>
          </p:txBody>
        </p:sp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1C15B5C3-5310-FD49-1BC6-7687C9683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7118" y="2806178"/>
              <a:ext cx="7813963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Test effects of </a:t>
              </a:r>
              <a:r>
                <a:rPr lang="en-US" altLang="en-US" b="1" dirty="0">
                  <a:latin typeface="Source Sans Pro" panose="020B0503030403020204" pitchFamily="34" charset="0"/>
                  <a:ea typeface="ＭＳ Ｐゴシック" pitchFamily="34" charset="-128"/>
                </a:rPr>
                <a:t>small changes </a:t>
              </a:r>
              <a:r>
                <a:rPr lang="en-US" altLang="en-US" dirty="0">
                  <a:latin typeface="Source Sans Pro" panose="020B0503030403020204" pitchFamily="34" charset="0"/>
                  <a:ea typeface="ＭＳ Ｐゴシック" pitchFamily="34" charset="-128"/>
                </a:rPr>
                <a:t>in markets</a:t>
              </a:r>
            </a:p>
            <a:p>
              <a:pPr lvl="1" eaLnBrk="1" hangingPunct="1"/>
              <a:r>
                <a:rPr lang="en-US" alt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Actual </a:t>
              </a:r>
              <a:r>
                <a:rPr lang="en-US" alt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consumers responses </a:t>
              </a:r>
              <a:r>
                <a:rPr lang="en-US" alt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to changes in own price</a:t>
              </a:r>
            </a:p>
            <a:p>
              <a:pPr lvl="1" eaLnBrk="1" hangingPunct="1"/>
              <a:r>
                <a:rPr lang="en-US" alt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Have to control </a:t>
              </a:r>
              <a:r>
                <a:rPr lang="en-US" altLang="en-US" b="1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other factors </a:t>
              </a:r>
              <a:r>
                <a:rPr lang="en-US" altLang="en-US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that affect demand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EFCFC7-768A-2F82-E4EF-C1349EAC3E10}"/>
              </a:ext>
            </a:extLst>
          </p:cNvPr>
          <p:cNvGrpSpPr/>
          <p:nvPr/>
        </p:nvGrpSpPr>
        <p:grpSpPr>
          <a:xfrm>
            <a:off x="793815" y="4044885"/>
            <a:ext cx="10604368" cy="2475518"/>
            <a:chOff x="-428848" y="2555907"/>
            <a:chExt cx="10604368" cy="1854760"/>
          </a:xfrm>
        </p:grpSpPr>
        <p:sp>
          <p:nvSpPr>
            <p:cNvPr id="14" name="Rounded Rectangle 25">
              <a:extLst>
                <a:ext uri="{FF2B5EF4-FFF2-40B4-BE49-F238E27FC236}">
                  <a16:creationId xmlns:a16="http://schemas.microsoft.com/office/drawing/2014/main" id="{4BC91F69-6E12-695A-5BCC-41778757E24D}"/>
                </a:ext>
              </a:extLst>
            </p:cNvPr>
            <p:cNvSpPr/>
            <p:nvPr/>
          </p:nvSpPr>
          <p:spPr>
            <a:xfrm>
              <a:off x="1752599" y="2690013"/>
              <a:ext cx="8422921" cy="1598075"/>
            </a:xfrm>
            <a:prstGeom prst="roundRect">
              <a:avLst>
                <a:gd name="adj" fmla="val 14023"/>
              </a:avLst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5" name="Rounded Rectangle 26">
              <a:extLst>
                <a:ext uri="{FF2B5EF4-FFF2-40B4-BE49-F238E27FC236}">
                  <a16:creationId xmlns:a16="http://schemas.microsoft.com/office/drawing/2014/main" id="{77FBFA68-EED2-AAC4-4A17-7AF9FEB200FD}"/>
                </a:ext>
              </a:extLst>
            </p:cNvPr>
            <p:cNvSpPr/>
            <p:nvPr/>
          </p:nvSpPr>
          <p:spPr>
            <a:xfrm>
              <a:off x="365760" y="2555907"/>
              <a:ext cx="1828800" cy="1854760"/>
            </a:xfrm>
            <a:prstGeom prst="roundRect">
              <a:avLst>
                <a:gd name="adj" fmla="val 146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6" name="Rounded Rectangle 27">
              <a:extLst>
                <a:ext uri="{FF2B5EF4-FFF2-40B4-BE49-F238E27FC236}">
                  <a16:creationId xmlns:a16="http://schemas.microsoft.com/office/drawing/2014/main" id="{0FC36A52-E16C-2414-17B1-16F6C20CA769}"/>
                </a:ext>
              </a:extLst>
            </p:cNvPr>
            <p:cNvSpPr/>
            <p:nvPr/>
          </p:nvSpPr>
          <p:spPr>
            <a:xfrm>
              <a:off x="-428848" y="2690013"/>
              <a:ext cx="2531967" cy="1598075"/>
            </a:xfrm>
            <a:prstGeom prst="roundRect">
              <a:avLst>
                <a:gd name="adj" fmla="val 6492"/>
              </a:avLst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Econometric studies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0D04E092-C8E6-1C31-498E-AE34A9E2D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7118" y="2806178"/>
              <a:ext cx="7813963" cy="1291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b="1" dirty="0">
                  <a:ea typeface="ＭＳ Ｐゴシック" pitchFamily="34" charset="-128"/>
                </a:rPr>
                <a:t>Examine historical demand data</a:t>
              </a:r>
              <a:endParaRPr lang="en-US" altLang="en-US" dirty="0">
                <a:ea typeface="ＭＳ Ｐゴシック" pitchFamily="34" charset="-128"/>
              </a:endParaRPr>
            </a:p>
            <a:p>
              <a:pPr lvl="1" eaLnBrk="1" hangingPunct="1"/>
              <a:r>
                <a:rPr lang="en-US" altLang="en-US" dirty="0"/>
                <a:t>Can be </a:t>
              </a:r>
              <a:r>
                <a:rPr lang="en-US" altLang="en-US" b="1" dirty="0"/>
                <a:t>very tricky </a:t>
              </a:r>
              <a:r>
                <a:rPr lang="en-US" altLang="en-US" dirty="0"/>
                <a:t>to do properly</a:t>
              </a:r>
            </a:p>
            <a:p>
              <a:pPr lvl="1" eaLnBrk="1" hangingPunct="1"/>
              <a:r>
                <a:rPr lang="en-US" altLang="en-US" dirty="0"/>
                <a:t>Ideally, we would like to </a:t>
              </a:r>
              <a:r>
                <a:rPr lang="en-US" altLang="en-US" b="1" dirty="0"/>
                <a:t>trace out </a:t>
              </a:r>
              <a:r>
                <a:rPr lang="en-US" altLang="en-US" dirty="0"/>
                <a:t>a demand curve, but have to control for </a:t>
              </a:r>
              <a:r>
                <a:rPr lang="en-US" altLang="en-US" b="1" dirty="0"/>
                <a:t>other reasons </a:t>
              </a:r>
              <a:r>
                <a:rPr lang="en-US" altLang="en-US" dirty="0"/>
                <a:t>why P and Q vary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97774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What’</a:t>
            </a:r>
            <a:r>
              <a:rPr lang="en-US" altLang="ja-JP" dirty="0">
                <a:ea typeface="ＭＳ Ｐゴシック" pitchFamily="34" charset="-128"/>
              </a:rPr>
              <a:t>s the value of learning demand?</a:t>
            </a:r>
            <a:endParaRPr lang="en-US" altLang="en-US" dirty="0">
              <a:ea typeface="ＭＳ Ｐゴシック" pitchFamily="34" charset="-128"/>
            </a:endParaRPr>
          </a:p>
        </p:txBody>
      </p:sp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F7ADA53-64C1-48EA-9B90-97561BA85F5E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3C95419-215D-0755-68B1-39C4BB64D7FA}"/>
              </a:ext>
            </a:extLst>
          </p:cNvPr>
          <p:cNvSpPr/>
          <p:nvPr/>
        </p:nvSpPr>
        <p:spPr>
          <a:xfrm>
            <a:off x="847946" y="1613381"/>
            <a:ext cx="2895600" cy="1752600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en-US" sz="2800" b="1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Incumbent </a:t>
            </a:r>
            <a:r>
              <a:rPr lang="en-US" altLang="en-US" sz="2800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firm (in the market)</a:t>
            </a:r>
            <a:endParaRPr lang="en-U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401BC0-9F98-81D0-2883-CB2A499814D4}"/>
              </a:ext>
            </a:extLst>
          </p:cNvPr>
          <p:cNvSpPr/>
          <p:nvPr/>
        </p:nvSpPr>
        <p:spPr>
          <a:xfrm>
            <a:off x="847946" y="4074111"/>
            <a:ext cx="2895600" cy="1752600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altLang="en-US" sz="2800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Potential </a:t>
            </a:r>
            <a:r>
              <a:rPr lang="en-US" altLang="en-US" sz="2800" b="1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entrant </a:t>
            </a:r>
            <a:r>
              <a:rPr lang="en-US" altLang="en-US" sz="2800" kern="0" dirty="0">
                <a:solidFill>
                  <a:schemeClr val="bg1"/>
                </a:solidFill>
                <a:latin typeface="Source Sans Pro" panose="020B0503030403020204" pitchFamily="34" charset="0"/>
                <a:ea typeface="ＭＳ Ｐゴシック" pitchFamily="34" charset="-128"/>
              </a:rPr>
              <a:t>(e.g., entrepreneur)</a:t>
            </a:r>
            <a:endParaRPr lang="en-US" dirty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23D533D-9E9E-5A26-D3AC-2AC66F3D8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546" y="4074111"/>
            <a:ext cx="7229254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What markets are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underserved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or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not yet served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by current firms?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Will revenue be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strong enough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to cover costs?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6245D9-C073-7F07-4D8F-26D7D4E5E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546" y="1613382"/>
            <a:ext cx="7229254" cy="1461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What is the </a:t>
            </a:r>
            <a:r>
              <a:rPr lang="en-US" altLang="en-US" sz="2800" b="1" kern="0">
                <a:ea typeface="ＭＳ Ｐゴシック" pitchFamily="34" charset="-128"/>
              </a:rPr>
              <a:t>best price </a:t>
            </a:r>
            <a:r>
              <a:rPr lang="en-US" altLang="en-US" sz="2800" kern="0">
                <a:ea typeface="ＭＳ Ｐゴシック" pitchFamily="34" charset="-128"/>
              </a:rPr>
              <a:t>(or quantity) to select?</a:t>
            </a:r>
          </a:p>
          <a:p>
            <a:pPr eaLnBrk="1" hangingPunct="1"/>
            <a:r>
              <a:rPr lang="en-US" altLang="en-US" sz="2800" kern="0">
                <a:ea typeface="ＭＳ Ｐゴシック" pitchFamily="34" charset="-128"/>
              </a:rPr>
              <a:t>What changes customers’</a:t>
            </a:r>
            <a:r>
              <a:rPr lang="en-US" altLang="ja-JP" sz="2800" kern="0">
                <a:ea typeface="ＭＳ Ｐゴシック" pitchFamily="34" charset="-128"/>
              </a:rPr>
              <a:t> demand when my </a:t>
            </a:r>
            <a:r>
              <a:rPr lang="en-US" altLang="ja-JP" sz="2800" b="1" kern="0">
                <a:ea typeface="ＭＳ Ｐゴシック" pitchFamily="34" charset="-128"/>
              </a:rPr>
              <a:t>competitor </a:t>
            </a:r>
            <a:r>
              <a:rPr lang="en-US" altLang="ja-JP" sz="2800" kern="0">
                <a:ea typeface="ＭＳ Ｐゴシック" pitchFamily="34" charset="-128"/>
              </a:rPr>
              <a:t>changes prices?</a:t>
            </a:r>
            <a:endParaRPr lang="en-US" altLang="ja-JP" sz="28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477031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algn="l"/>
            <a:r>
              <a:rPr lang="en-US" dirty="0"/>
              <a:t>Agenda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98</a:t>
            </a:fld>
            <a:endParaRPr lang="en-US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35630" y="1840230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5630" y="2521458"/>
            <a:ext cx="4819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Consumer surplus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D0D98-8D1B-F52E-1CCC-BEA2FB0440AE}"/>
              </a:ext>
            </a:extLst>
          </p:cNvPr>
          <p:cNvSpPr txBox="1"/>
          <p:nvPr/>
        </p:nvSpPr>
        <p:spPr>
          <a:xfrm>
            <a:off x="3135630" y="3212145"/>
            <a:ext cx="4819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</a:rPr>
              <a:t>Changes in demand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ACC78-BD83-A142-78DA-FD87665C8DFB}"/>
              </a:ext>
            </a:extLst>
          </p:cNvPr>
          <p:cNvSpPr txBox="1"/>
          <p:nvPr/>
        </p:nvSpPr>
        <p:spPr>
          <a:xfrm>
            <a:off x="3135630" y="3893373"/>
            <a:ext cx="4819686" cy="523220"/>
          </a:xfrm>
          <a:prstGeom prst="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</a:rPr>
              <a:t>Elasticity</a:t>
            </a:r>
          </a:p>
        </p:txBody>
      </p:sp>
    </p:spTree>
    <p:extLst>
      <p:ext uri="{BB962C8B-B14F-4D97-AF65-F5344CB8AC3E}">
        <p14:creationId xmlns:p14="http://schemas.microsoft.com/office/powerpoint/2010/main" val="34129575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Demand elasticity</a:t>
            </a:r>
          </a:p>
        </p:txBody>
      </p:sp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A723E0A-6624-4300-8BDA-71638BA7E4ED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99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FA24E3-48D6-9555-C2D4-4577C1237388}"/>
              </a:ext>
            </a:extLst>
          </p:cNvPr>
          <p:cNvGrpSpPr/>
          <p:nvPr/>
        </p:nvGrpSpPr>
        <p:grpSpPr>
          <a:xfrm>
            <a:off x="1370214" y="1384268"/>
            <a:ext cx="9612976" cy="2009280"/>
            <a:chOff x="365760" y="2863798"/>
            <a:chExt cx="9612976" cy="1678632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2CE6877-9403-A207-6E24-4E6991147EE7}"/>
                </a:ext>
              </a:extLst>
            </p:cNvPr>
            <p:cNvSpPr/>
            <p:nvPr/>
          </p:nvSpPr>
          <p:spPr>
            <a:xfrm>
              <a:off x="1752599" y="2968712"/>
              <a:ext cx="8226137" cy="146880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BCFED42-9B8D-F620-08B1-689F110238FB}"/>
                </a:ext>
              </a:extLst>
            </p:cNvPr>
            <p:cNvSpPr/>
            <p:nvPr/>
          </p:nvSpPr>
          <p:spPr>
            <a:xfrm>
              <a:off x="365760" y="2863798"/>
              <a:ext cx="2093570" cy="16786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C3E18BE-F7E6-8BB6-BC76-15FF6E894569}"/>
                </a:ext>
              </a:extLst>
            </p:cNvPr>
            <p:cNvSpPr/>
            <p:nvPr/>
          </p:nvSpPr>
          <p:spPr>
            <a:xfrm>
              <a:off x="365760" y="2968712"/>
              <a:ext cx="1988892" cy="146880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Own-price elasticity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2A205C-F689-03FE-66D7-39C7296A760E}"/>
                </a:ext>
              </a:extLst>
            </p:cNvPr>
            <p:cNvSpPr/>
            <p:nvPr/>
          </p:nvSpPr>
          <p:spPr>
            <a:xfrm>
              <a:off x="419283" y="3226388"/>
              <a:ext cx="172175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sz="2800" b="1" dirty="0">
                <a:solidFill>
                  <a:srgbClr val="C8C8C8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5B64A4-1BF8-E293-B9E5-3D1557C5080D}"/>
                </a:ext>
              </a:extLst>
            </p:cNvPr>
            <p:cNvSpPr/>
            <p:nvPr/>
          </p:nvSpPr>
          <p:spPr>
            <a:xfrm>
              <a:off x="2512853" y="3304563"/>
              <a:ext cx="7378651" cy="7970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800" dirty="0">
                  <a:latin typeface="Source Sans Pro" panose="020B0503030403020204" pitchFamily="34" charset="0"/>
                </a:rPr>
                <a:t>What is percentage change in </a:t>
              </a:r>
              <a:r>
                <a:rPr lang="en-US" altLang="en-US" sz="2800" b="1" dirty="0">
                  <a:latin typeface="Source Sans Pro" panose="020B0503030403020204" pitchFamily="34" charset="0"/>
                </a:rPr>
                <a:t>quantity demanded </a:t>
              </a:r>
              <a:r>
                <a:rPr lang="en-US" altLang="en-US" sz="2800" dirty="0">
                  <a:latin typeface="Source Sans Pro" panose="020B0503030403020204" pitchFamily="34" charset="0"/>
                </a:rPr>
                <a:t>when price changes by x%?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F9DFBC-9DFC-DFA3-5C3F-8D94330152D4}"/>
              </a:ext>
            </a:extLst>
          </p:cNvPr>
          <p:cNvGrpSpPr/>
          <p:nvPr/>
        </p:nvGrpSpPr>
        <p:grpSpPr>
          <a:xfrm>
            <a:off x="1370214" y="3456338"/>
            <a:ext cx="9612976" cy="2009280"/>
            <a:chOff x="365760" y="4569768"/>
            <a:chExt cx="8397240" cy="1678632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74E414-9ED4-C69D-0361-3DCA65A90C9A}"/>
                </a:ext>
              </a:extLst>
            </p:cNvPr>
            <p:cNvSpPr/>
            <p:nvPr/>
          </p:nvSpPr>
          <p:spPr>
            <a:xfrm>
              <a:off x="1752600" y="4674683"/>
              <a:ext cx="7010400" cy="146880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ABAF4BD-04CD-ECA9-18B9-37C1D413D9D3}"/>
                </a:ext>
              </a:extLst>
            </p:cNvPr>
            <p:cNvSpPr/>
            <p:nvPr/>
          </p:nvSpPr>
          <p:spPr>
            <a:xfrm>
              <a:off x="365760" y="4569768"/>
              <a:ext cx="1828800" cy="167863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919036E-8886-EECD-53FB-E2692014164B}"/>
                </a:ext>
              </a:extLst>
            </p:cNvPr>
            <p:cNvSpPr/>
            <p:nvPr/>
          </p:nvSpPr>
          <p:spPr>
            <a:xfrm>
              <a:off x="365760" y="4674683"/>
              <a:ext cx="1737360" cy="146880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Formulas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EAFE8B8B-0DF8-A972-D160-B1494C601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314" y="4758548"/>
              <a:ext cx="6445487" cy="1301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%ΔQ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/%ΔP</a:t>
              </a: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(ΔQ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/ (Δ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P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/P) = (ΔQ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  <a:sym typeface="Symbol" pitchFamily="18" charset="2"/>
                </a:rPr>
                <a:t>P)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x (P/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)</a:t>
              </a:r>
              <a:endPara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dQ</a:t>
              </a:r>
              <a:r>
                <a:rPr lang="en-US" altLang="en-US" sz="2800" kern="0" baseline="-25000" dirty="0" err="1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dP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</a:t>
              </a:r>
              <a:r>
                <a:rPr lang="en-US" altLang="en-US" sz="28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x (P/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D</a:t>
              </a:r>
              <a:r>
                <a:rPr lang="en-US" altLang="en-US" sz="2800" kern="0" dirty="0">
                  <a:latin typeface="Source Sans Pro" panose="020B0503030403020204" pitchFamily="34" charset="0"/>
                  <a:ea typeface="Arial Unicode MS" pitchFamily="34" charset="-128"/>
                  <a:cs typeface="Arial Unicode MS" pitchFamily="34" charset="-128"/>
                  <a:sym typeface="Symbol" pitchFamily="18" charset="2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99930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Calculating elasticity</a:t>
            </a:r>
          </a:p>
        </p:txBody>
      </p:sp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5731B39-2D1F-44DF-80B1-2C98F8AF3A23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100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1B66634-7A12-74D6-24A8-98BAEAD46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902" y="1083553"/>
            <a:ext cx="10122195" cy="5093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Return to the demand curve</a:t>
            </a:r>
          </a:p>
          <a:p>
            <a:pPr marL="0" indent="0" algn="ctr"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Q</a:t>
            </a:r>
            <a:r>
              <a:rPr lang="en-US" altLang="en-US" sz="2800" kern="0" baseline="-25000" dirty="0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 = 580 – 2P</a:t>
            </a: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We saw earlier that </a:t>
            </a:r>
            <a:r>
              <a:rPr lang="en-US" altLang="en-US" sz="2800" kern="0" dirty="0" err="1">
                <a:ea typeface="ＭＳ Ｐゴシック" pitchFamily="34" charset="-128"/>
              </a:rPr>
              <a:t>dQ</a:t>
            </a:r>
            <a:r>
              <a:rPr lang="en-US" altLang="en-US" sz="2800" kern="0" baseline="-25000" dirty="0" err="1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/</a:t>
            </a:r>
            <a:r>
              <a:rPr lang="en-US" altLang="en-US" sz="2800" kern="0" dirty="0" err="1">
                <a:ea typeface="ＭＳ Ｐゴシック" pitchFamily="34" charset="-128"/>
              </a:rPr>
              <a:t>dP</a:t>
            </a:r>
            <a:r>
              <a:rPr lang="en-US" altLang="en-US" sz="2800" kern="0" dirty="0">
                <a:ea typeface="ＭＳ Ｐゴシック" pitchFamily="34" charset="-128"/>
              </a:rPr>
              <a:t> = –2</a:t>
            </a:r>
          </a:p>
          <a:p>
            <a:pPr lvl="1" eaLnBrk="1" hangingPunct="1"/>
            <a:r>
              <a:rPr lang="en-US" altLang="en-US" sz="2800" kern="0" dirty="0">
                <a:ea typeface="ＭＳ Ｐゴシック" pitchFamily="34" charset="-128"/>
              </a:rPr>
              <a:t>What does this tell us about </a:t>
            </a:r>
            <a:r>
              <a:rPr lang="en-US" altLang="en-US" sz="2800" b="1" kern="0" dirty="0">
                <a:ea typeface="ＭＳ Ｐゴシック" pitchFamily="34" charset="-128"/>
              </a:rPr>
              <a:t>consumers’</a:t>
            </a:r>
            <a:r>
              <a:rPr lang="en-US" altLang="ja-JP" sz="2800" b="1" kern="0" dirty="0">
                <a:ea typeface="ＭＳ Ｐゴシック" pitchFamily="34" charset="-128"/>
              </a:rPr>
              <a:t> price sensitivity</a:t>
            </a:r>
            <a:r>
              <a:rPr lang="en-US" altLang="ja-JP" sz="2800" kern="0" dirty="0">
                <a:ea typeface="ＭＳ Ｐゴシック" pitchFamily="34" charset="-128"/>
              </a:rPr>
              <a:t>?</a:t>
            </a:r>
            <a:endParaRPr lang="en-US" altLang="en-US" sz="2800" kern="0" dirty="0">
              <a:ea typeface="ＭＳ Ｐゴシック" pitchFamily="34" charset="-128"/>
            </a:endParaRP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If P = 200, what is Q</a:t>
            </a:r>
            <a:r>
              <a:rPr lang="en-US" altLang="en-US" sz="2800" kern="0" baseline="-25000" dirty="0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?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	180</a:t>
            </a: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If P increases by 1%, what is the new Q</a:t>
            </a:r>
            <a:r>
              <a:rPr lang="en-US" altLang="en-US" sz="2800" kern="0" baseline="-25000" dirty="0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?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	New P = 202, so new Q</a:t>
            </a:r>
            <a:r>
              <a:rPr lang="en-US" altLang="en-US" sz="2800" kern="0" baseline="-25000" dirty="0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 = 176</a:t>
            </a:r>
          </a:p>
          <a:p>
            <a:pPr eaLnBrk="1" hangingPunct="1"/>
            <a:r>
              <a:rPr lang="en-US" altLang="en-US" sz="2800" kern="0" dirty="0">
                <a:ea typeface="ＭＳ Ｐゴシック" pitchFamily="34" charset="-128"/>
              </a:rPr>
              <a:t>What is elasticity of demand?</a:t>
            </a:r>
          </a:p>
          <a:p>
            <a:pPr marL="0" indent="0"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	%</a:t>
            </a:r>
            <a:r>
              <a:rPr lang="en-US" altLang="en-US" sz="2800" kern="0" dirty="0" err="1">
                <a:ea typeface="ＭＳ Ｐゴシック" pitchFamily="34" charset="-128"/>
              </a:rPr>
              <a:t>Δ</a:t>
            </a:r>
            <a:r>
              <a:rPr lang="en-US" altLang="en-US" sz="2800" kern="0" dirty="0">
                <a:ea typeface="ＭＳ Ｐゴシック" pitchFamily="34" charset="-128"/>
              </a:rPr>
              <a:t> in P = 1%, and %</a:t>
            </a:r>
            <a:r>
              <a:rPr lang="en-US" altLang="en-US" sz="2800" kern="0" dirty="0" err="1">
                <a:ea typeface="ＭＳ Ｐゴシック" pitchFamily="34" charset="-128"/>
              </a:rPr>
              <a:t>Δ</a:t>
            </a:r>
            <a:r>
              <a:rPr lang="en-US" altLang="en-US" sz="2800" kern="0" dirty="0">
                <a:ea typeface="ＭＳ Ｐゴシック" pitchFamily="34" charset="-128"/>
              </a:rPr>
              <a:t> in Q</a:t>
            </a:r>
            <a:r>
              <a:rPr lang="en-US" altLang="en-US" sz="2800" kern="0" baseline="-25000" dirty="0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 = –2.2%, so </a:t>
            </a:r>
            <a:r>
              <a:rPr lang="en-US" altLang="en-US" sz="2800" kern="0" dirty="0" err="1">
                <a:ea typeface="ＭＳ Ｐゴシック" pitchFamily="34" charset="-128"/>
              </a:rPr>
              <a:t>ε</a:t>
            </a:r>
            <a:r>
              <a:rPr lang="en-US" altLang="en-US" sz="2800" kern="0" baseline="-25000" dirty="0" err="1">
                <a:ea typeface="ＭＳ Ｐゴシック" pitchFamily="34" charset="-128"/>
              </a:rPr>
              <a:t>D</a:t>
            </a:r>
            <a:r>
              <a:rPr lang="en-US" altLang="en-US" sz="2800" kern="0" dirty="0">
                <a:ea typeface="ＭＳ Ｐゴシック" pitchFamily="34" charset="-128"/>
              </a:rPr>
              <a:t> = –2.2</a:t>
            </a:r>
          </a:p>
        </p:txBody>
      </p:sp>
    </p:spTree>
    <p:extLst>
      <p:ext uri="{BB962C8B-B14F-4D97-AF65-F5344CB8AC3E}">
        <p14:creationId xmlns:p14="http://schemas.microsoft.com/office/powerpoint/2010/main" val="204902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Evaluating elasticity</a:t>
            </a:r>
          </a:p>
        </p:txBody>
      </p:sp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3C38BFA2-46B9-4E32-B789-8B4DC5A9D10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101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4115" y="1467536"/>
            <a:ext cx="559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Source Sans Pro" panose="020B0503030403020204" pitchFamily="34" charset="0"/>
              </a:rPr>
              <a:t>-1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7C2551-3A05-2AE8-37DA-EC07C3F94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884" y="2545326"/>
            <a:ext cx="3364430" cy="3280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Inelastic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/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Insensitivity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to price changes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If P↑, </a:t>
            </a:r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relatively few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customers will stop purchasing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65D9DF70-349E-515D-5491-BF30B3F80860}"/>
              </a:ext>
            </a:extLst>
          </p:cNvPr>
          <p:cNvSpPr/>
          <p:nvPr/>
        </p:nvSpPr>
        <p:spPr>
          <a:xfrm>
            <a:off x="2277973" y="1219200"/>
            <a:ext cx="7620000" cy="1143000"/>
          </a:xfrm>
          <a:prstGeom prst="leftRightArrow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6545A-CC29-EF7E-0823-4637FF347294}"/>
              </a:ext>
            </a:extLst>
          </p:cNvPr>
          <p:cNvSpPr txBox="1"/>
          <p:nvPr/>
        </p:nvSpPr>
        <p:spPr>
          <a:xfrm>
            <a:off x="9982200" y="1467536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Source Sans Pro" panose="020B0503030403020204" pitchFamily="34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BD85A-C320-22E1-6399-8EEF0887DFF3}"/>
              </a:ext>
            </a:extLst>
          </p:cNvPr>
          <p:cNvSpPr txBox="1"/>
          <p:nvPr/>
        </p:nvSpPr>
        <p:spPr>
          <a:xfrm>
            <a:off x="1557904" y="1467536"/>
            <a:ext cx="68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Source Sans Pro" panose="020B0503030403020204" pitchFamily="34" charset="0"/>
              </a:rPr>
              <a:t>-∞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A236A-3C59-572C-77DF-E4792E8AD7FF}"/>
              </a:ext>
            </a:extLst>
          </p:cNvPr>
          <p:cNvSpPr txBox="1"/>
          <p:nvPr/>
        </p:nvSpPr>
        <p:spPr>
          <a:xfrm>
            <a:off x="6534115" y="1467536"/>
            <a:ext cx="5597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Source Sans Pro" panose="020B0503030403020204" pitchFamily="34" charset="0"/>
              </a:rPr>
              <a:t>-1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9A2A69-731A-B8C4-A679-0DB915F26F12}"/>
              </a:ext>
            </a:extLst>
          </p:cNvPr>
          <p:cNvCxnSpPr/>
          <p:nvPr/>
        </p:nvCxnSpPr>
        <p:spPr>
          <a:xfrm>
            <a:off x="6831631" y="2286000"/>
            <a:ext cx="0" cy="388620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90A1D620-62B3-C27E-8F2A-FCCCDF7AE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590800"/>
            <a:ext cx="3725773" cy="285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Elastic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lvl="1" eaLnBrk="1" hangingPunct="1"/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High sensitivity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to price changes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If P↑, </a:t>
            </a:r>
            <a:r>
              <a:rPr lang="en-US" altLang="en-US" b="1" kern="0" dirty="0">
                <a:latin typeface="Source Sans Pro" panose="020B0503030403020204" pitchFamily="34" charset="0"/>
                <a:ea typeface="ＭＳ Ｐゴシック" pitchFamily="34" charset="-128"/>
              </a:rPr>
              <a:t>many </a:t>
            </a:r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customers will stop purchasing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15968C-A754-E5B6-B058-4E9F7FFDCBF4}"/>
              </a:ext>
            </a:extLst>
          </p:cNvPr>
          <p:cNvGrpSpPr/>
          <p:nvPr/>
        </p:nvGrpSpPr>
        <p:grpSpPr>
          <a:xfrm rot="18051159">
            <a:off x="3879628" y="1369506"/>
            <a:ext cx="2151530" cy="988359"/>
            <a:chOff x="1949210" y="4632512"/>
            <a:chExt cx="2151530" cy="98835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FA86D29-ACF1-7CA6-98F3-CE29DABCDC8A}"/>
                </a:ext>
              </a:extLst>
            </p:cNvPr>
            <p:cNvSpPr/>
            <p:nvPr/>
          </p:nvSpPr>
          <p:spPr>
            <a:xfrm>
              <a:off x="2242861" y="4904815"/>
              <a:ext cx="1564228" cy="443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Equal 21">
              <a:extLst>
                <a:ext uri="{FF2B5EF4-FFF2-40B4-BE49-F238E27FC236}">
                  <a16:creationId xmlns:a16="http://schemas.microsoft.com/office/drawing/2014/main" id="{34949F29-CFF5-C448-4F49-48AA2083BD2B}"/>
                </a:ext>
              </a:extLst>
            </p:cNvPr>
            <p:cNvSpPr/>
            <p:nvPr/>
          </p:nvSpPr>
          <p:spPr>
            <a:xfrm>
              <a:off x="1949210" y="4632512"/>
              <a:ext cx="2151530" cy="988359"/>
            </a:xfrm>
            <a:prstGeom prst="mathEqual">
              <a:avLst>
                <a:gd name="adj1" fmla="val 10884"/>
                <a:gd name="adj2" fmla="val 24005"/>
              </a:avLst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Source Sans Pro" panose="020B0503030403020204" pitchFamily="34" charset="0"/>
              </a:endParaRPr>
            </a:p>
          </p:txBody>
        </p:sp>
      </p:grpSp>
      <p:sp>
        <p:nvSpPr>
          <p:cNvPr id="23" name="Rectangle 3">
            <a:extLst>
              <a:ext uri="{FF2B5EF4-FFF2-40B4-BE49-F238E27FC236}">
                <a16:creationId xmlns:a16="http://schemas.microsoft.com/office/drawing/2014/main" id="{809F4E06-D54F-8BDA-8166-8C21E3417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0800" y="6172200"/>
            <a:ext cx="19816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Unit elastic</a:t>
            </a:r>
            <a:endParaRPr lang="en-US" altLang="en-US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231200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Elasticity changes along (linear) demand curve</a:t>
            </a:r>
          </a:p>
        </p:txBody>
      </p:sp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BB467CC5-38B7-4F95-8750-3BB8F7928F7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4E2566C9-83D4-C928-38DD-C4C2336DC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1828801"/>
            <a:ext cx="3657600" cy="3062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>
                <a:latin typeface="Source Sans Pro" panose="020B0503030403020204" pitchFamily="34" charset="0"/>
              </a:rPr>
              <a:t>Demand</a:t>
            </a:r>
            <a:r>
              <a:rPr lang="en-US" altLang="en-US" sz="2800" dirty="0">
                <a:latin typeface="Source Sans Pro" panose="020B0503030403020204" pitchFamily="34" charset="0"/>
              </a:rPr>
              <a:t>:  Q</a:t>
            </a:r>
            <a:r>
              <a:rPr lang="en-US" altLang="en-US" sz="2800" baseline="-25000" dirty="0">
                <a:latin typeface="Source Sans Pro" panose="020B0503030403020204" pitchFamily="34" charset="0"/>
              </a:rPr>
              <a:t>D</a:t>
            </a:r>
            <a:r>
              <a:rPr lang="en-US" altLang="en-US" sz="2800" dirty="0">
                <a:latin typeface="Source Sans Pro" panose="020B0503030403020204" pitchFamily="34" charset="0"/>
              </a:rPr>
              <a:t> = 580 – 2P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endParaRPr lang="en-US" altLang="en-US" sz="2800" b="1" dirty="0">
              <a:latin typeface="Source Sans Pro" panose="020B050303040302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1" dirty="0">
                <a:latin typeface="Source Sans Pro" panose="020B0503030403020204" pitchFamily="34" charset="0"/>
              </a:rPr>
              <a:t>Elasticity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 dirty="0">
                <a:latin typeface="Source Sans Pro" panose="020B0503030403020204" pitchFamily="34" charset="0"/>
              </a:rPr>
              <a:t>  At P = 100, </a:t>
            </a:r>
            <a:r>
              <a:rPr lang="en-US" altLang="en-US" sz="2800" dirty="0" err="1">
                <a:latin typeface="Source Sans Pro" panose="020B0503030403020204" pitchFamily="34" charset="0"/>
              </a:rPr>
              <a:t>ε</a:t>
            </a:r>
            <a:r>
              <a:rPr lang="en-US" altLang="en-US" sz="2800" baseline="-25000" dirty="0" err="1">
                <a:latin typeface="Source Sans Pro" panose="020B0503030403020204" pitchFamily="34" charset="0"/>
              </a:rPr>
              <a:t>D</a:t>
            </a:r>
            <a:r>
              <a:rPr lang="en-US" altLang="en-US" sz="2800" dirty="0">
                <a:latin typeface="Source Sans Pro" panose="020B0503030403020204" pitchFamily="34" charset="0"/>
              </a:rPr>
              <a:t> = -0.53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 dirty="0">
                <a:latin typeface="Source Sans Pro" panose="020B0503030403020204" pitchFamily="34" charset="0"/>
              </a:rPr>
              <a:t>  At P = 145, </a:t>
            </a:r>
            <a:r>
              <a:rPr lang="en-US" altLang="en-US" sz="2800" dirty="0" err="1">
                <a:latin typeface="Source Sans Pro" panose="020B0503030403020204" pitchFamily="34" charset="0"/>
              </a:rPr>
              <a:t>ε</a:t>
            </a:r>
            <a:r>
              <a:rPr lang="en-US" altLang="en-US" sz="2800" baseline="-25000" dirty="0" err="1">
                <a:latin typeface="Source Sans Pro" panose="020B0503030403020204" pitchFamily="34" charset="0"/>
              </a:rPr>
              <a:t>D</a:t>
            </a:r>
            <a:r>
              <a:rPr lang="en-US" altLang="en-US" sz="2800" dirty="0">
                <a:latin typeface="Source Sans Pro" panose="020B0503030403020204" pitchFamily="34" charset="0"/>
              </a:rPr>
              <a:t> = -1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800" dirty="0">
                <a:latin typeface="Source Sans Pro" panose="020B0503030403020204" pitchFamily="34" charset="0"/>
              </a:rPr>
              <a:t>  At P = 200, </a:t>
            </a:r>
            <a:r>
              <a:rPr lang="en-US" altLang="en-US" sz="2800" dirty="0" err="1">
                <a:latin typeface="Source Sans Pro" panose="020B0503030403020204" pitchFamily="34" charset="0"/>
              </a:rPr>
              <a:t>ε</a:t>
            </a:r>
            <a:r>
              <a:rPr lang="en-US" altLang="en-US" sz="2800" baseline="-25000" dirty="0" err="1">
                <a:latin typeface="Source Sans Pro" panose="020B0503030403020204" pitchFamily="34" charset="0"/>
              </a:rPr>
              <a:t>D</a:t>
            </a:r>
            <a:r>
              <a:rPr lang="en-US" altLang="en-US" sz="2800" dirty="0">
                <a:latin typeface="Source Sans Pro" panose="020B0503030403020204" pitchFamily="34" charset="0"/>
              </a:rPr>
              <a:t> = -2.2</a:t>
            </a:r>
          </a:p>
        </p:txBody>
      </p:sp>
      <p:sp>
        <p:nvSpPr>
          <p:cNvPr id="3" name="Line 5">
            <a:extLst>
              <a:ext uri="{FF2B5EF4-FFF2-40B4-BE49-F238E27FC236}">
                <a16:creationId xmlns:a16="http://schemas.microsoft.com/office/drawing/2014/main" id="{F3CF8658-E5C3-7287-E610-D6D725AF3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7463" y="1824038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BB0DECF2-A811-4E10-A48B-2323AB439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7463" y="5100638"/>
            <a:ext cx="3587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A93419D1-9655-F65C-363B-0401402D7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2175" y="1676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P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EEFF9CD6-C4A2-3F55-1E4A-E9342044A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7551" y="5038725"/>
            <a:ext cx="468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Q</a:t>
            </a: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3BB44804-4CA5-BD93-5701-AF1B00EBD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7463" y="2586038"/>
            <a:ext cx="2743200" cy="2514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808F8CF-6212-465C-F2E2-466175285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900" y="2330162"/>
            <a:ext cx="78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290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3EF84B7D-AA1D-5236-526E-6245EEFEE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9513" y="5067301"/>
            <a:ext cx="7350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580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93FC0C9D-ECE6-4213-67AB-4A0DD0B84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046124"/>
            <a:ext cx="78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200</a:t>
            </a: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071633DB-4D69-5987-0A43-5E551742D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388" y="3633499"/>
            <a:ext cx="78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145</a:t>
            </a: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FC74E933-48DE-FFA7-04A5-3E31898CD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4276437"/>
            <a:ext cx="78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>
                <a:latin typeface="Source Sans Pro" panose="020B0503030403020204" pitchFamily="34" charset="0"/>
              </a:rPr>
              <a:t>100</a:t>
            </a: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1A5136DE-34FE-1BB7-39D0-64CA07DD2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1113" y="3289300"/>
            <a:ext cx="755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4" name="Line 20">
            <a:extLst>
              <a:ext uri="{FF2B5EF4-FFF2-40B4-BE49-F238E27FC236}">
                <a16:creationId xmlns:a16="http://schemas.microsoft.com/office/drawing/2014/main" id="{2776E18A-398A-4DD0-5DF8-A2EAA212E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6513" y="38735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5" name="Line 21">
            <a:extLst>
              <a:ext uri="{FF2B5EF4-FFF2-40B4-BE49-F238E27FC236}">
                <a16:creationId xmlns:a16="http://schemas.microsoft.com/office/drawing/2014/main" id="{C4CB7B5D-2CA4-661F-AB13-FC1FFE2A2D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8575" y="4519613"/>
            <a:ext cx="20637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F3D34884-A813-7056-B02D-3C0880C04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7051" y="3338224"/>
            <a:ext cx="10779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 err="1">
                <a:latin typeface="Source Sans Pro" panose="020B0503030403020204" pitchFamily="34" charset="0"/>
              </a:rPr>
              <a:t>ε</a:t>
            </a:r>
            <a:r>
              <a:rPr lang="en-US" altLang="en-US" baseline="-25000" dirty="0" err="1">
                <a:latin typeface="Source Sans Pro" panose="020B0503030403020204" pitchFamily="34" charset="0"/>
              </a:rPr>
              <a:t>D</a:t>
            </a:r>
            <a:r>
              <a:rPr lang="en-US" altLang="en-US" dirty="0">
                <a:latin typeface="Source Sans Pro" panose="020B0503030403020204" pitchFamily="34" charset="0"/>
              </a:rPr>
              <a:t> = -1</a:t>
            </a:r>
          </a:p>
        </p:txBody>
      </p:sp>
      <p:sp>
        <p:nvSpPr>
          <p:cNvPr id="17" name="Line 23">
            <a:extLst>
              <a:ext uri="{FF2B5EF4-FFF2-40B4-BE49-F238E27FC236}">
                <a16:creationId xmlns:a16="http://schemas.microsoft.com/office/drawing/2014/main" id="{0C9CD312-357F-EAB8-AF5F-B1887FDB6D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67650" y="3648075"/>
            <a:ext cx="32385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18" name="Text Box 24">
            <a:extLst>
              <a:ext uri="{FF2B5EF4-FFF2-40B4-BE49-F238E27FC236}">
                <a16:creationId xmlns:a16="http://schemas.microsoft.com/office/drawing/2014/main" id="{CD70A327-69AE-339D-C142-E2F7E7B0B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5701" y="2754024"/>
            <a:ext cx="12049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 err="1">
                <a:latin typeface="Source Sans Pro" panose="020B0503030403020204" pitchFamily="34" charset="0"/>
              </a:rPr>
              <a:t>ε</a:t>
            </a:r>
            <a:r>
              <a:rPr lang="en-US" altLang="en-US" baseline="-25000" dirty="0" err="1">
                <a:latin typeface="Source Sans Pro" panose="020B0503030403020204" pitchFamily="34" charset="0"/>
              </a:rPr>
              <a:t>D</a:t>
            </a:r>
            <a:r>
              <a:rPr lang="en-US" altLang="en-US" dirty="0">
                <a:latin typeface="Source Sans Pro" panose="020B0503030403020204" pitchFamily="34" charset="0"/>
              </a:rPr>
              <a:t> = -2.2</a:t>
            </a:r>
          </a:p>
        </p:txBody>
      </p:sp>
      <p:sp>
        <p:nvSpPr>
          <p:cNvPr id="19" name="Line 25">
            <a:extLst>
              <a:ext uri="{FF2B5EF4-FFF2-40B4-BE49-F238E27FC236}">
                <a16:creationId xmlns:a16="http://schemas.microsoft.com/office/drawing/2014/main" id="{0980A029-A8ED-76C3-FD13-D9994B80A4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6300" y="3063875"/>
            <a:ext cx="32385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20" name="Text Box 26">
            <a:extLst>
              <a:ext uri="{FF2B5EF4-FFF2-40B4-BE49-F238E27FC236}">
                <a16:creationId xmlns:a16="http://schemas.microsoft.com/office/drawing/2014/main" id="{B3CF4742-7269-C832-5F23-D18A630AF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51" y="4054476"/>
            <a:ext cx="13700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 err="1">
                <a:latin typeface="Source Sans Pro" panose="020B0503030403020204" pitchFamily="34" charset="0"/>
              </a:rPr>
              <a:t>ε</a:t>
            </a:r>
            <a:r>
              <a:rPr lang="en-US" altLang="en-US" baseline="-25000" dirty="0" err="1">
                <a:latin typeface="Source Sans Pro" panose="020B0503030403020204" pitchFamily="34" charset="0"/>
              </a:rPr>
              <a:t>D</a:t>
            </a:r>
            <a:r>
              <a:rPr lang="en-US" altLang="en-US" dirty="0">
                <a:latin typeface="Source Sans Pro" panose="020B0503030403020204" pitchFamily="34" charset="0"/>
              </a:rPr>
              <a:t> = -0.53</a:t>
            </a:r>
          </a:p>
        </p:txBody>
      </p:sp>
      <p:sp>
        <p:nvSpPr>
          <p:cNvPr id="21" name="Line 27">
            <a:extLst>
              <a:ext uri="{FF2B5EF4-FFF2-40B4-BE49-F238E27FC236}">
                <a16:creationId xmlns:a16="http://schemas.microsoft.com/office/drawing/2014/main" id="{D6322092-44C8-EE36-D1B7-43D51289F1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3450" y="4314825"/>
            <a:ext cx="32385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62301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What determines elasticity?</a:t>
            </a:r>
          </a:p>
        </p:txBody>
      </p:sp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9B1B12E5-8B4B-49D1-B129-63C573A9177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103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435395" y="2133601"/>
            <a:ext cx="9370827" cy="904863"/>
            <a:chOff x="304800" y="2133600"/>
            <a:chExt cx="9370827" cy="904863"/>
          </a:xfrm>
        </p:grpSpPr>
        <p:sp>
          <p:nvSpPr>
            <p:cNvPr id="7" name="Rounded Rectangle 6"/>
            <p:cNvSpPr/>
            <p:nvPr/>
          </p:nvSpPr>
          <p:spPr>
            <a:xfrm>
              <a:off x="304800" y="2133600"/>
              <a:ext cx="2590800" cy="876389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Market definition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1" name="Rectangle 3"/>
            <p:cNvSpPr txBox="1">
              <a:spLocks noChangeArrowheads="1"/>
            </p:cNvSpPr>
            <p:nvPr/>
          </p:nvSpPr>
          <p:spPr bwMode="auto">
            <a:xfrm>
              <a:off x="2971799" y="2133600"/>
              <a:ext cx="6703828" cy="90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Coke v. all soda v. all drinks</a:t>
              </a:r>
            </a:p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Italian restaurants in Clayton v. in St Louis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435395" y="3219406"/>
            <a:ext cx="9370827" cy="876389"/>
            <a:chOff x="304800" y="3657600"/>
            <a:chExt cx="9370827" cy="876389"/>
          </a:xfrm>
        </p:grpSpPr>
        <p:sp>
          <p:nvSpPr>
            <p:cNvPr id="8" name="Rounded Rectangle 7"/>
            <p:cNvSpPr/>
            <p:nvPr/>
          </p:nvSpPr>
          <p:spPr>
            <a:xfrm>
              <a:off x="304800" y="3657600"/>
              <a:ext cx="2590800" cy="876389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Timeframe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2" name="Rectangle 3"/>
            <p:cNvSpPr txBox="1">
              <a:spLocks noChangeArrowheads="1"/>
            </p:cNvSpPr>
            <p:nvPr/>
          </p:nvSpPr>
          <p:spPr bwMode="auto">
            <a:xfrm>
              <a:off x="2971799" y="3657600"/>
              <a:ext cx="670382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Short-run v. long-run effects of increase in gas prices on gasoline quantity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435395" y="4438606"/>
            <a:ext cx="9370827" cy="876389"/>
            <a:chOff x="304800" y="4876800"/>
            <a:chExt cx="9370827" cy="876389"/>
          </a:xfrm>
        </p:grpSpPr>
        <p:sp>
          <p:nvSpPr>
            <p:cNvPr id="9" name="Rounded Rectangle 8"/>
            <p:cNvSpPr/>
            <p:nvPr/>
          </p:nvSpPr>
          <p:spPr>
            <a:xfrm>
              <a:off x="304800" y="4876800"/>
              <a:ext cx="2590800" cy="876389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Importance/ frequency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3" name="Rectangle 3"/>
            <p:cNvSpPr txBox="1">
              <a:spLocks noChangeArrowheads="1"/>
            </p:cNvSpPr>
            <p:nvPr/>
          </p:nvSpPr>
          <p:spPr bwMode="auto">
            <a:xfrm>
              <a:off x="2971799" y="4876800"/>
              <a:ext cx="67038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5% increase in car price v. Starbucks venti latte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96267F1-F28D-4585-495D-0276005D8C9A}"/>
              </a:ext>
            </a:extLst>
          </p:cNvPr>
          <p:cNvGrpSpPr/>
          <p:nvPr/>
        </p:nvGrpSpPr>
        <p:grpSpPr>
          <a:xfrm>
            <a:off x="1435395" y="5553914"/>
            <a:ext cx="9370828" cy="904863"/>
            <a:chOff x="1435395" y="5553914"/>
            <a:chExt cx="9370828" cy="904863"/>
          </a:xfrm>
        </p:grpSpPr>
        <p:sp>
          <p:nvSpPr>
            <p:cNvPr id="10" name="Rounded Rectangle 9"/>
            <p:cNvSpPr/>
            <p:nvPr/>
          </p:nvSpPr>
          <p:spPr>
            <a:xfrm>
              <a:off x="1435395" y="5553914"/>
              <a:ext cx="2590800" cy="876389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Tastes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4" name="Rectangle 3"/>
            <p:cNvSpPr txBox="1">
              <a:spLocks noChangeArrowheads="1"/>
            </p:cNvSpPr>
            <p:nvPr/>
          </p:nvSpPr>
          <p:spPr bwMode="auto">
            <a:xfrm>
              <a:off x="4102395" y="5553914"/>
              <a:ext cx="6703828" cy="904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Under </a:t>
              </a:r>
              <a:r>
                <a:rPr lang="en-US" altLang="en-US" sz="2400" kern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Armour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v. Nike</a:t>
              </a:r>
            </a:p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  <a:hlinkClick r:id="rId3"/>
                </a:rPr>
                <a:t>https://www.dailymotion.com/video/x3id8ro</a:t>
              </a:r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435395" y="1028612"/>
            <a:ext cx="9370827" cy="876389"/>
            <a:chOff x="304800" y="1028611"/>
            <a:chExt cx="9370827" cy="876389"/>
          </a:xfrm>
        </p:grpSpPr>
        <p:sp>
          <p:nvSpPr>
            <p:cNvPr id="16" name="Rectangle 3"/>
            <p:cNvSpPr txBox="1">
              <a:spLocks noChangeArrowheads="1"/>
            </p:cNvSpPr>
            <p:nvPr/>
          </p:nvSpPr>
          <p:spPr bwMode="auto">
            <a:xfrm>
              <a:off x="2971799" y="1028611"/>
              <a:ext cx="67038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sz="2400" kern="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iPhone v. digital camera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04800" y="1028611"/>
              <a:ext cx="2590800" cy="876389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ＭＳ Ｐゴシック" pitchFamily="34" charset="-128"/>
                </a:rPr>
                <a:t>Similarity of substitutes</a:t>
              </a:r>
              <a:endParaRPr lang="en-US" sz="24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176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Elasticity examples</a:t>
            </a:r>
          </a:p>
        </p:txBody>
      </p:sp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09DB7B85-BD7A-46F2-A133-70A3115E19E1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104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FD92D9D-4118-9DCE-DBB0-3291EB04B782}"/>
              </a:ext>
            </a:extLst>
          </p:cNvPr>
          <p:cNvGrpSpPr/>
          <p:nvPr/>
        </p:nvGrpSpPr>
        <p:grpSpPr>
          <a:xfrm>
            <a:off x="4244269" y="1066801"/>
            <a:ext cx="3387020" cy="4966070"/>
            <a:chOff x="4109988" y="1066801"/>
            <a:chExt cx="3387020" cy="496607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F398A2-E101-DB1B-3D23-85A0FE7E1111}"/>
                </a:ext>
              </a:extLst>
            </p:cNvPr>
            <p:cNvSpPr txBox="1"/>
            <p:nvPr/>
          </p:nvSpPr>
          <p:spPr>
            <a:xfrm>
              <a:off x="5157870" y="1066801"/>
              <a:ext cx="12820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Source Sans Pro" panose="020B0503030403020204" pitchFamily="34" charset="0"/>
                </a:rPr>
                <a:t>Tobacco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699C24-B246-001A-9D36-6C6F75D5116E}"/>
                </a:ext>
              </a:extLst>
            </p:cNvPr>
            <p:cNvSpPr txBox="1"/>
            <p:nvPr/>
          </p:nvSpPr>
          <p:spPr>
            <a:xfrm>
              <a:off x="4715890" y="1664460"/>
              <a:ext cx="21659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Source Sans Pro" panose="020B0503030403020204" pitchFamily="34" charset="0"/>
                </a:rPr>
                <a:t>Short run: -0.46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C57ED5-F7D4-1A6F-865C-3A7DEA63D6F0}"/>
                </a:ext>
              </a:extLst>
            </p:cNvPr>
            <p:cNvSpPr txBox="1"/>
            <p:nvPr/>
          </p:nvSpPr>
          <p:spPr>
            <a:xfrm>
              <a:off x="4753016" y="5571206"/>
              <a:ext cx="20917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Source Sans Pro" panose="020B0503030403020204" pitchFamily="34" charset="0"/>
                </a:rPr>
                <a:t>Long run: -1.89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6870250-1AD9-E27A-500B-DC7C9DC39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9988" y="2661260"/>
              <a:ext cx="3387020" cy="2258013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46EF228-904D-9EEE-3742-BC58249167FA}"/>
              </a:ext>
            </a:extLst>
          </p:cNvPr>
          <p:cNvGrpSpPr/>
          <p:nvPr/>
        </p:nvGrpSpPr>
        <p:grpSpPr>
          <a:xfrm>
            <a:off x="8229247" y="1066800"/>
            <a:ext cx="3387020" cy="4966070"/>
            <a:chOff x="8229247" y="1066800"/>
            <a:chExt cx="3387020" cy="496607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D92DB7A-867A-3AB3-33F5-5F1441974A80}"/>
                </a:ext>
              </a:extLst>
            </p:cNvPr>
            <p:cNvSpPr txBox="1"/>
            <p:nvPr/>
          </p:nvSpPr>
          <p:spPr>
            <a:xfrm>
              <a:off x="9243725" y="1066800"/>
              <a:ext cx="1358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Source Sans Pro" panose="020B0503030403020204" pitchFamily="34" charset="0"/>
                </a:rPr>
                <a:t>Gasoline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59EFBD-C4EE-E033-D3D5-B1777982C5F2}"/>
                </a:ext>
              </a:extLst>
            </p:cNvPr>
            <p:cNvSpPr txBox="1"/>
            <p:nvPr/>
          </p:nvSpPr>
          <p:spPr>
            <a:xfrm>
              <a:off x="8839768" y="1664459"/>
              <a:ext cx="21659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Source Sans Pro" panose="020B0503030403020204" pitchFamily="34" charset="0"/>
                </a:rPr>
                <a:t>Short run: -0.20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D62462-2484-793A-E48D-E193E9C14C22}"/>
                </a:ext>
              </a:extLst>
            </p:cNvPr>
            <p:cNvSpPr txBox="1"/>
            <p:nvPr/>
          </p:nvSpPr>
          <p:spPr>
            <a:xfrm>
              <a:off x="8876894" y="5571205"/>
              <a:ext cx="20917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Source Sans Pro" panose="020B0503030403020204" pitchFamily="34" charset="0"/>
                </a:rPr>
                <a:t>Long run: -0.60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4925218-0A5B-6773-AEE6-F536B3DB4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9247" y="2661260"/>
              <a:ext cx="3387020" cy="2258013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8B86C6B-DDCC-1B32-7DD6-20321A7E28DA}"/>
              </a:ext>
            </a:extLst>
          </p:cNvPr>
          <p:cNvGrpSpPr/>
          <p:nvPr/>
        </p:nvGrpSpPr>
        <p:grpSpPr>
          <a:xfrm>
            <a:off x="733604" y="1066800"/>
            <a:ext cx="2912707" cy="4966070"/>
            <a:chOff x="733604" y="1066800"/>
            <a:chExt cx="2912707" cy="496607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AA0EAC0-1B9E-74B3-4BD2-1ECEA7B79FDF}"/>
                </a:ext>
              </a:extLst>
            </p:cNvPr>
            <p:cNvSpPr txBox="1"/>
            <p:nvPr/>
          </p:nvSpPr>
          <p:spPr>
            <a:xfrm>
              <a:off x="1476364" y="1066800"/>
              <a:ext cx="14271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Source Sans Pro" panose="020B0503030403020204" pitchFamily="34" charset="0"/>
                </a:rPr>
                <a:t>Air travel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BA1814-D360-F6FA-0930-CA732E6FA8EF}"/>
                </a:ext>
              </a:extLst>
            </p:cNvPr>
            <p:cNvSpPr txBox="1"/>
            <p:nvPr/>
          </p:nvSpPr>
          <p:spPr>
            <a:xfrm>
              <a:off x="1149448" y="1664459"/>
              <a:ext cx="20810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Source Sans Pro" panose="020B0503030403020204" pitchFamily="34" charset="0"/>
                </a:rPr>
                <a:t>Business: -1.15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C35AC44-1D57-91E6-F854-48BED4F7C501}"/>
                </a:ext>
              </a:extLst>
            </p:cNvPr>
            <p:cNvSpPr txBox="1"/>
            <p:nvPr/>
          </p:nvSpPr>
          <p:spPr>
            <a:xfrm>
              <a:off x="1251431" y="5571205"/>
              <a:ext cx="18770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Source Sans Pro" panose="020B0503030403020204" pitchFamily="34" charset="0"/>
                </a:rPr>
                <a:t>Leisure: -1.52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4AAFEF58-4EDF-75D6-CB5A-E563F0D4DD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576" b="9465"/>
            <a:stretch/>
          </p:blipFill>
          <p:spPr>
            <a:xfrm>
              <a:off x="733604" y="2262118"/>
              <a:ext cx="2912707" cy="30562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143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Cross-price elasticity</a:t>
            </a:r>
          </a:p>
        </p:txBody>
      </p:sp>
      <p:sp>
        <p:nvSpPr>
          <p:cNvPr id="808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E1B813FC-FF69-4682-A1E6-83ACF678CC42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105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3255FA0-E5AB-F25F-C6F1-FAE0FB5D1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065" y="4107116"/>
            <a:ext cx="9331842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Important tool in evaluating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whether two products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are in the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same market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Identifying competitors</a:t>
            </a:r>
          </a:p>
          <a:p>
            <a:pPr lvl="1" eaLnBrk="1" hangingPunct="1"/>
            <a:r>
              <a:rPr lang="en-US" altLang="en-US" kern="0" dirty="0">
                <a:latin typeface="Source Sans Pro" panose="020B0503030403020204" pitchFamily="34" charset="0"/>
                <a:ea typeface="ＭＳ Ｐゴシック" pitchFamily="34" charset="-128"/>
              </a:rPr>
              <a:t>Antitrust cases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B52FE9-7E40-4170-C449-B5CB442092E6}"/>
              </a:ext>
            </a:extLst>
          </p:cNvPr>
          <p:cNvGrpSpPr/>
          <p:nvPr/>
        </p:nvGrpSpPr>
        <p:grpSpPr>
          <a:xfrm>
            <a:off x="996625" y="1962380"/>
            <a:ext cx="9423282" cy="1924776"/>
            <a:chOff x="365760" y="2283768"/>
            <a:chExt cx="9423282" cy="192477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41AAF08-3A54-8E7C-8707-8DEEFF597042}"/>
                </a:ext>
              </a:extLst>
            </p:cNvPr>
            <p:cNvSpPr/>
            <p:nvPr/>
          </p:nvSpPr>
          <p:spPr>
            <a:xfrm>
              <a:off x="1752600" y="2404067"/>
              <a:ext cx="8036442" cy="1684179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C06B2E0-B9DB-A905-5C18-C16F92361F2C}"/>
                </a:ext>
              </a:extLst>
            </p:cNvPr>
            <p:cNvSpPr/>
            <p:nvPr/>
          </p:nvSpPr>
          <p:spPr>
            <a:xfrm>
              <a:off x="365760" y="2283768"/>
              <a:ext cx="1828800" cy="192477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74DB570-80E8-E1FC-9F22-F32C1686A546}"/>
                </a:ext>
              </a:extLst>
            </p:cNvPr>
            <p:cNvSpPr/>
            <p:nvPr/>
          </p:nvSpPr>
          <p:spPr>
            <a:xfrm>
              <a:off x="365760" y="2404067"/>
              <a:ext cx="1737360" cy="1684179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Formulas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5555C848-718B-3305-7242-77E2D3119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3641" y="2472801"/>
              <a:ext cx="6363159" cy="1546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%Δ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/%</a:t>
              </a: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P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/ (</a:t>
              </a: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P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/P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</a:t>
              </a: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dQ</a:t>
              </a:r>
              <a:r>
                <a:rPr lang="en-US" altLang="en-US" sz="2800" kern="0" baseline="-25000" dirty="0" err="1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dP</a:t>
              </a:r>
              <a:r>
                <a:rPr lang="en-US" altLang="en-US" sz="2800" kern="0" baseline="-25000" dirty="0" err="1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x (P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Y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</a:t>
              </a: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F05A71E6-5319-C6D4-83FF-87D3F0CCA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065" y="1219201"/>
            <a:ext cx="9331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sz="2800" kern="0">
                <a:ea typeface="ＭＳ Ｐゴシック" pitchFamily="34" charset="-128"/>
              </a:rPr>
              <a:t>How does </a:t>
            </a:r>
            <a:r>
              <a:rPr lang="en-US" altLang="en-US" sz="2800" b="1" kern="0">
                <a:ea typeface="ＭＳ Ｐゴシック" pitchFamily="34" charset="-128"/>
              </a:rPr>
              <a:t>quantity of good </a:t>
            </a:r>
            <a:r>
              <a:rPr lang="en-US" altLang="en-US" sz="2800" b="1" i="1" kern="0">
                <a:ea typeface="ＭＳ Ｐゴシック" pitchFamily="34" charset="-128"/>
              </a:rPr>
              <a:t>X</a:t>
            </a:r>
            <a:r>
              <a:rPr lang="en-US" altLang="en-US" sz="2800" kern="0">
                <a:ea typeface="ＭＳ Ｐゴシック" pitchFamily="34" charset="-128"/>
              </a:rPr>
              <a:t> change with </a:t>
            </a:r>
            <a:r>
              <a:rPr lang="en-US" altLang="en-US" sz="2800" b="1" kern="0">
                <a:ea typeface="ＭＳ Ｐゴシック" pitchFamily="34" charset="-128"/>
              </a:rPr>
              <a:t>price of good </a:t>
            </a:r>
            <a:r>
              <a:rPr lang="en-US" altLang="en-US" sz="2800" b="1" i="1" kern="0">
                <a:ea typeface="ＭＳ Ｐゴシック" pitchFamily="34" charset="-128"/>
              </a:rPr>
              <a:t>Y</a:t>
            </a:r>
            <a:r>
              <a:rPr lang="en-US" altLang="en-US" sz="2800" i="1" kern="0">
                <a:ea typeface="ＭＳ Ｐゴシック" pitchFamily="34" charset="-128"/>
              </a:rPr>
              <a:t>?</a:t>
            </a:r>
            <a:endParaRPr lang="en-US" altLang="en-US" sz="2800" i="1" kern="0" dirty="0">
              <a:ea typeface="ＭＳ Ｐゴシック" pitchFamily="34" charset="-128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1D9F3B-0038-03D8-241D-A68A5BEBED88}"/>
                  </a:ext>
                </a:extLst>
              </p14:cNvPr>
              <p14:cNvContentPartPr/>
              <p14:nvPr/>
            </p14:nvContentPartPr>
            <p14:xfrm>
              <a:off x="8713080" y="4010400"/>
              <a:ext cx="3479040" cy="279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1D9F3B-0038-03D8-241D-A68A5BEBED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96880" y="3994200"/>
                <a:ext cx="3511440" cy="282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198727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Cross-price elasticity: Examples</a:t>
            </a:r>
          </a:p>
        </p:txBody>
      </p:sp>
      <p:sp>
        <p:nvSpPr>
          <p:cNvPr id="819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A4EBDF39-E2DA-470E-AF2C-67E597899DA5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106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5DDB1-5D35-DA5B-1142-BB54063BC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406" y="5113137"/>
            <a:ext cx="1067195" cy="913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2329CE7-6C1B-E890-89A5-7F5642B50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142" y="5259886"/>
            <a:ext cx="1623660" cy="61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22105229-2A11-65A6-618B-8F9C6493A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343" y="5111846"/>
            <a:ext cx="916053" cy="91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Group 110">
            <a:extLst>
              <a:ext uri="{FF2B5EF4-FFF2-40B4-BE49-F238E27FC236}">
                <a16:creationId xmlns:a16="http://schemas.microsoft.com/office/drawing/2014/main" id="{6B89F46B-7E0A-E44C-0FBB-C8CFEE4CD3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957902"/>
              </p:ext>
            </p:extLst>
          </p:nvPr>
        </p:nvGraphicFramePr>
        <p:xfrm>
          <a:off x="1321274" y="1302340"/>
          <a:ext cx="8229600" cy="3573465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6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ource Sans Pro" panose="020B0503030403020204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Auto with price change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ource Sans Pro" panose="020B0503030403020204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Sentra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Escort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BMW 735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Sentra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  <a:sym typeface="Symbol" pitchFamily="18" charset="2"/>
                        </a:rPr>
                        <a:t>-6.53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0.08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0.00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Escort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0.45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  <a:sym typeface="Symbol" pitchFamily="18" charset="2"/>
                        </a:rPr>
                        <a:t>-6.03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0.00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BMW 735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</a:rPr>
                        <a:t>0.00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cs typeface="Arial" charset="0"/>
                          <a:sym typeface="Symbol" pitchFamily="18" charset="2"/>
                        </a:rPr>
                        <a:t>-3.51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EB4494-EEA2-D0FC-F564-2D0BB92C175C}"/>
                  </a:ext>
                </a:extLst>
              </p14:cNvPr>
              <p14:cNvContentPartPr/>
              <p14:nvPr/>
            </p14:nvContentPartPr>
            <p14:xfrm>
              <a:off x="325800" y="2369520"/>
              <a:ext cx="9134640" cy="3020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EB4494-EEA2-D0FC-F564-2D0BB92C17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9600" y="2353320"/>
                <a:ext cx="9167040" cy="30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480626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Income elasticity</a:t>
            </a:r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C272EAA0-439C-49AC-9498-61D280B80FFF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107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5A1B95D-F329-5738-32CF-E3B62DBBC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55" y="3962400"/>
            <a:ext cx="10005237" cy="19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Normal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goods: </a:t>
            </a:r>
            <a:r>
              <a:rPr lang="en-US" altLang="en-US" sz="2800" kern="0" dirty="0" err="1">
                <a:latin typeface="Source Sans Pro" panose="020B0503030403020204" pitchFamily="34" charset="0"/>
                <a:ea typeface="ＭＳ Ｐゴシック" pitchFamily="34" charset="-128"/>
              </a:rPr>
              <a:t>ε</a:t>
            </a:r>
            <a:r>
              <a:rPr lang="en-US" altLang="en-US" sz="2800" kern="0" baseline="-25000" dirty="0" err="1">
                <a:latin typeface="Source Sans Pro" panose="020B0503030403020204" pitchFamily="34" charset="0"/>
                <a:ea typeface="ＭＳ Ｐゴシック" pitchFamily="34" charset="-128"/>
              </a:rPr>
              <a:t>I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 &gt; 0</a:t>
            </a:r>
          </a:p>
          <a:p>
            <a:pPr eaLnBrk="1" hangingPunct="1"/>
            <a:r>
              <a:rPr lang="en-US" altLang="en-US" sz="2800" b="1" i="1" kern="0" dirty="0">
                <a:latin typeface="Source Sans Pro" panose="020B0503030403020204" pitchFamily="34" charset="0"/>
                <a:ea typeface="ＭＳ Ｐゴシック" pitchFamily="34" charset="-128"/>
              </a:rPr>
              <a:t>Inferior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goods: </a:t>
            </a:r>
            <a:r>
              <a:rPr lang="en-US" altLang="en-US" sz="2800" kern="0" dirty="0" err="1">
                <a:latin typeface="Source Sans Pro" panose="020B0503030403020204" pitchFamily="34" charset="0"/>
                <a:ea typeface="ＭＳ Ｐゴシック" pitchFamily="34" charset="-128"/>
              </a:rPr>
              <a:t>ε</a:t>
            </a:r>
            <a:r>
              <a:rPr lang="en-US" altLang="en-US" sz="2800" kern="0" baseline="-25000" dirty="0" err="1">
                <a:latin typeface="Source Sans Pro" panose="020B0503030403020204" pitchFamily="34" charset="0"/>
                <a:ea typeface="ＭＳ Ｐゴシック" pitchFamily="34" charset="-128"/>
              </a:rPr>
              <a:t>I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 &lt; 0</a:t>
            </a:r>
            <a:endParaRPr lang="en-US" altLang="en-US" sz="2800" i="1" kern="0" dirty="0">
              <a:latin typeface="Source Sans Pro" panose="020B0503030403020204" pitchFamily="34" charset="0"/>
              <a:ea typeface="ＭＳ Ｐゴシック" pitchFamily="34" charset="-128"/>
            </a:endParaRPr>
          </a:p>
          <a:p>
            <a:pPr eaLnBrk="1" hangingPunct="1"/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Which products will grow most as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markets grow 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and people become </a:t>
            </a:r>
            <a:r>
              <a:rPr lang="en-US" altLang="en-US" sz="2800" b="1" kern="0" dirty="0">
                <a:latin typeface="Source Sans Pro" panose="020B0503030403020204" pitchFamily="34" charset="0"/>
                <a:ea typeface="ＭＳ Ｐゴシック" pitchFamily="34" charset="-128"/>
              </a:rPr>
              <a:t>wealthier</a:t>
            </a:r>
            <a:r>
              <a:rPr lang="en-US" altLang="en-US" sz="2800" kern="0" dirty="0">
                <a:latin typeface="Source Sans Pro" panose="020B0503030403020204" pitchFamily="34" charset="0"/>
                <a:ea typeface="ＭＳ Ｐゴシック" pitchFamily="34" charset="-128"/>
              </a:rPr>
              <a:t>?</a:t>
            </a:r>
            <a:endParaRPr lang="en-US" altLang="en-US" sz="2800" b="1" kern="0" dirty="0">
              <a:latin typeface="Source Sans Pro" panose="020B0503030403020204" pitchFamily="34" charset="0"/>
              <a:ea typeface="ＭＳ Ｐゴシック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C0EF68-0954-2C94-5288-484C565AB373}"/>
              </a:ext>
            </a:extLst>
          </p:cNvPr>
          <p:cNvGrpSpPr/>
          <p:nvPr/>
        </p:nvGrpSpPr>
        <p:grpSpPr>
          <a:xfrm>
            <a:off x="1124216" y="1897531"/>
            <a:ext cx="8397240" cy="1868289"/>
            <a:chOff x="365760" y="2283767"/>
            <a:chExt cx="8397240" cy="1868289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494D996-264A-1320-6692-71878AA886CF}"/>
                </a:ext>
              </a:extLst>
            </p:cNvPr>
            <p:cNvSpPr/>
            <p:nvPr/>
          </p:nvSpPr>
          <p:spPr>
            <a:xfrm>
              <a:off x="1752600" y="2400535"/>
              <a:ext cx="7010400" cy="163475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EB58989-D065-516F-08B2-7A5AD79F55FD}"/>
                </a:ext>
              </a:extLst>
            </p:cNvPr>
            <p:cNvSpPr/>
            <p:nvPr/>
          </p:nvSpPr>
          <p:spPr>
            <a:xfrm>
              <a:off x="365760" y="2283767"/>
              <a:ext cx="1828800" cy="186828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latin typeface="Source Sans Pro" panose="020B0503030403020204" pitchFamily="34" charset="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64D54CA-1E3D-5AA3-9EEA-AEB09D9ABE54}"/>
                </a:ext>
              </a:extLst>
            </p:cNvPr>
            <p:cNvSpPr/>
            <p:nvPr/>
          </p:nvSpPr>
          <p:spPr>
            <a:xfrm>
              <a:off x="365760" y="2400535"/>
              <a:ext cx="1737360" cy="1634753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en-US" sz="28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Formulas</a:t>
              </a:r>
              <a:endParaRPr lang="en-US" sz="2800" b="1" dirty="0">
                <a:solidFill>
                  <a:schemeClr val="bg1"/>
                </a:solidFill>
                <a:latin typeface="Source Sans Pro" panose="020B0503030403020204" pitchFamily="34" charset="0"/>
              </a:endParaRP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3E497CC4-B648-C244-FF1E-7E2D90E88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3641" y="2444556"/>
              <a:ext cx="6363159" cy="1546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indent="0" eaLnBrk="1" hangingPunct="1">
                <a:buNone/>
              </a:pP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%Δ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/%</a:t>
              </a: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I</a:t>
              </a: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/ (</a:t>
              </a:r>
              <a:r>
                <a:rPr lang="el-GR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Δ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I /I)</a:t>
              </a:r>
            </a:p>
            <a:p>
              <a:pPr marL="0" indent="0" eaLnBrk="1" hangingPunct="1">
                <a:buNone/>
              </a:pP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(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dQ</a:t>
              </a:r>
              <a:r>
                <a:rPr lang="en-US" altLang="en-US" sz="2800" kern="0" baseline="-25000" dirty="0" err="1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/</a:t>
              </a:r>
              <a:r>
                <a:rPr lang="en-US" altLang="en-US" sz="2800" kern="0" dirty="0" err="1">
                  <a:latin typeface="Source Sans Pro" panose="020B0503030403020204" pitchFamily="34" charset="0"/>
                  <a:ea typeface="ＭＳ Ｐゴシック" pitchFamily="34" charset="-128"/>
                </a:rPr>
                <a:t>dI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 x (I /Q</a:t>
              </a:r>
              <a:r>
                <a:rPr lang="en-US" altLang="en-US" sz="2800" kern="0" baseline="-25000" dirty="0">
                  <a:latin typeface="Source Sans Pro" panose="020B0503030403020204" pitchFamily="34" charset="0"/>
                  <a:ea typeface="ＭＳ Ｐゴシック" pitchFamily="34" charset="-128"/>
                </a:rPr>
                <a:t>X</a:t>
              </a:r>
              <a:r>
                <a:rPr lang="en-US" altLang="en-US" sz="2800" kern="0" dirty="0">
                  <a:latin typeface="Source Sans Pro" panose="020B0503030403020204" pitchFamily="34" charset="0"/>
                  <a:ea typeface="ＭＳ Ｐゴシック" pitchFamily="34" charset="-128"/>
                </a:rPr>
                <a:t>)</a:t>
              </a: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E8AC2524-918B-6C35-DF6D-4FBA56627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55" y="1177732"/>
            <a:ext cx="100052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11430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6002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–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2057400" indent="-228600" algn="l" rtl="0" eaLnBrk="0" fontAlgn="base" hangingPunct="0">
              <a:spcBef>
                <a:spcPts val="0"/>
              </a:spcBef>
              <a:spcAft>
                <a:spcPts val="600"/>
              </a:spcAft>
              <a:buChar char="»"/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FontTx/>
              <a:buNone/>
            </a:pPr>
            <a:r>
              <a:rPr lang="en-US" altLang="en-US" sz="2800" kern="0" dirty="0">
                <a:ea typeface="ＭＳ Ｐゴシック" pitchFamily="34" charset="-128"/>
              </a:rPr>
              <a:t>How does the </a:t>
            </a:r>
            <a:r>
              <a:rPr lang="en-US" altLang="en-US" sz="2800" b="1" kern="0" dirty="0">
                <a:ea typeface="ＭＳ Ｐゴシック" pitchFamily="34" charset="-128"/>
              </a:rPr>
              <a:t>quantity of good </a:t>
            </a:r>
            <a:r>
              <a:rPr lang="en-US" altLang="en-US" sz="2800" b="1" i="1" kern="0" dirty="0">
                <a:ea typeface="ＭＳ Ｐゴシック" pitchFamily="34" charset="-128"/>
              </a:rPr>
              <a:t>X</a:t>
            </a:r>
            <a:r>
              <a:rPr lang="en-US" altLang="en-US" sz="2800" b="1" kern="0" dirty="0">
                <a:ea typeface="ＭＳ Ｐゴシック" pitchFamily="34" charset="-128"/>
              </a:rPr>
              <a:t> </a:t>
            </a:r>
            <a:r>
              <a:rPr lang="en-US" altLang="en-US" sz="2800" kern="0" dirty="0">
                <a:ea typeface="ＭＳ Ｐゴシック" pitchFamily="34" charset="-128"/>
              </a:rPr>
              <a:t>change with </a:t>
            </a:r>
            <a:r>
              <a:rPr lang="en-US" altLang="en-US" sz="2800" b="1" kern="0" dirty="0">
                <a:ea typeface="ＭＳ Ｐゴシック" pitchFamily="34" charset="-128"/>
              </a:rPr>
              <a:t>income (</a:t>
            </a:r>
            <a:r>
              <a:rPr lang="en-US" altLang="en-US" sz="2800" b="1" i="1" kern="0" dirty="0">
                <a:ea typeface="ＭＳ Ｐゴシック" pitchFamily="34" charset="-128"/>
              </a:rPr>
              <a:t>I)</a:t>
            </a:r>
            <a:r>
              <a:rPr lang="en-US" altLang="en-US" sz="2800" i="1" kern="0" dirty="0">
                <a:ea typeface="ＭＳ Ｐゴシック" pitchFamily="34" charset="-128"/>
              </a:rPr>
              <a:t>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9C0BE6-7D0F-E4C3-D456-2D740934B14F}"/>
                  </a:ext>
                </a:extLst>
              </p14:cNvPr>
              <p14:cNvContentPartPr/>
              <p14:nvPr/>
            </p14:nvContentPartPr>
            <p14:xfrm>
              <a:off x="3977280" y="4511520"/>
              <a:ext cx="771480" cy="539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9C0BE6-7D0F-E4C3-D456-2D740934B1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61080" y="4495320"/>
                <a:ext cx="803880" cy="57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45646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Income elasticity: Examples</a:t>
            </a:r>
          </a:p>
        </p:txBody>
      </p:sp>
      <p:sp>
        <p:nvSpPr>
          <p:cNvPr id="839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80318371-4CD5-489A-8C7A-273C8C730B20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108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6C3E0-320A-F5B0-38FB-A64FEDEBC8E3}"/>
              </a:ext>
            </a:extLst>
          </p:cNvPr>
          <p:cNvGrpSpPr/>
          <p:nvPr/>
        </p:nvGrpSpPr>
        <p:grpSpPr>
          <a:xfrm>
            <a:off x="1282838" y="1264354"/>
            <a:ext cx="2690341" cy="2449465"/>
            <a:chOff x="1632793" y="1264354"/>
            <a:chExt cx="2690341" cy="24494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65CDA-7C4F-F416-D0E4-0A2361B4A170}"/>
                </a:ext>
              </a:extLst>
            </p:cNvPr>
            <p:cNvSpPr txBox="1"/>
            <p:nvPr/>
          </p:nvSpPr>
          <p:spPr>
            <a:xfrm>
              <a:off x="2618730" y="3252154"/>
              <a:ext cx="718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2.59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9E34EF-5A8A-D847-737F-F32BC43527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031" t="15449"/>
            <a:stretch/>
          </p:blipFill>
          <p:spPr>
            <a:xfrm>
              <a:off x="1632793" y="1264354"/>
              <a:ext cx="2690341" cy="191937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6552820-32A0-69DA-F9AF-6261842EBE08}"/>
              </a:ext>
            </a:extLst>
          </p:cNvPr>
          <p:cNvGrpSpPr/>
          <p:nvPr/>
        </p:nvGrpSpPr>
        <p:grpSpPr>
          <a:xfrm>
            <a:off x="5002017" y="1264354"/>
            <a:ext cx="2867216" cy="2449465"/>
            <a:chOff x="4923560" y="1264354"/>
            <a:chExt cx="2867216" cy="24494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881FEA-7475-CA8F-DB81-9F1564F694F2}"/>
                </a:ext>
              </a:extLst>
            </p:cNvPr>
            <p:cNvSpPr txBox="1"/>
            <p:nvPr/>
          </p:nvSpPr>
          <p:spPr>
            <a:xfrm>
              <a:off x="5997935" y="3252154"/>
              <a:ext cx="718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1.43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7C3EFDC-261A-35BB-2EF6-512C610D9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3560" y="1264354"/>
              <a:ext cx="2867216" cy="1919376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5C5473-6E75-ED40-1B22-08D007615246}"/>
              </a:ext>
            </a:extLst>
          </p:cNvPr>
          <p:cNvGrpSpPr/>
          <p:nvPr/>
        </p:nvGrpSpPr>
        <p:grpSpPr>
          <a:xfrm>
            <a:off x="8898071" y="1264355"/>
            <a:ext cx="2094879" cy="2449464"/>
            <a:chOff x="8152876" y="1264355"/>
            <a:chExt cx="2094879" cy="244946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042880-707D-01F4-C8AE-2F0DDC670A46}"/>
                </a:ext>
              </a:extLst>
            </p:cNvPr>
            <p:cNvSpPr txBox="1"/>
            <p:nvPr/>
          </p:nvSpPr>
          <p:spPr>
            <a:xfrm>
              <a:off x="8841082" y="3252154"/>
              <a:ext cx="718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0.50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7E0ED74-628A-724E-33FD-1B56B2A6C9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235" b="13251"/>
            <a:stretch/>
          </p:blipFill>
          <p:spPr>
            <a:xfrm>
              <a:off x="8152876" y="1264355"/>
              <a:ext cx="2094879" cy="191937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0AEB0C7-4EF1-2842-53D9-202369447618}"/>
              </a:ext>
            </a:extLst>
          </p:cNvPr>
          <p:cNvGrpSpPr/>
          <p:nvPr/>
        </p:nvGrpSpPr>
        <p:grpSpPr>
          <a:xfrm>
            <a:off x="2916116" y="3782243"/>
            <a:ext cx="2874159" cy="2454439"/>
            <a:chOff x="3038640" y="3782243"/>
            <a:chExt cx="2874159" cy="245443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0CB95C-5045-53EC-FDD2-7FA6AB80B5B0}"/>
                </a:ext>
              </a:extLst>
            </p:cNvPr>
            <p:cNvSpPr txBox="1"/>
            <p:nvPr/>
          </p:nvSpPr>
          <p:spPr>
            <a:xfrm>
              <a:off x="4068396" y="5775017"/>
              <a:ext cx="8146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-0.36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474A9D0-7511-490A-F9E7-D1B996F4D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8640" y="3782243"/>
              <a:ext cx="2874159" cy="1916106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E60DBF-F97F-C4BF-BE3C-468187E36C42}"/>
              </a:ext>
            </a:extLst>
          </p:cNvPr>
          <p:cNvGrpSpPr/>
          <p:nvPr/>
        </p:nvGrpSpPr>
        <p:grpSpPr>
          <a:xfrm>
            <a:off x="6543366" y="3782244"/>
            <a:ext cx="3411767" cy="2454438"/>
            <a:chOff x="6533744" y="3782244"/>
            <a:chExt cx="3411767" cy="245443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DB31D8-5D10-25FB-CABB-CE4620C1BDFE}"/>
                </a:ext>
              </a:extLst>
            </p:cNvPr>
            <p:cNvSpPr txBox="1"/>
            <p:nvPr/>
          </p:nvSpPr>
          <p:spPr>
            <a:xfrm>
              <a:off x="7880394" y="5775017"/>
              <a:ext cx="718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</a:rPr>
                <a:t>1.32</a:t>
              </a:r>
            </a:p>
          </p:txBody>
        </p:sp>
        <p:pic>
          <p:nvPicPr>
            <p:cNvPr id="28" name="Picture 2" descr="https://upload.wikimedia.org/wikipedia/commons/thumb/5/56/Ivf.png/512px-Ivf.png">
              <a:extLst>
                <a:ext uri="{FF2B5EF4-FFF2-40B4-BE49-F238E27FC236}">
                  <a16:creationId xmlns:a16="http://schemas.microsoft.com/office/drawing/2014/main" id="{60873566-B5AD-3BBB-2AF9-EBD3F0C2CF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744" y="3782244"/>
              <a:ext cx="3411767" cy="1919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3264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Tesla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1C24C-BEAF-46D8-9F99-A44561AEB0B9}" type="slidenum">
              <a:rPr lang="en-US" altLang="en-US" smtClean="0"/>
              <a:pPr/>
              <a:t>109</a:t>
            </a:fld>
            <a:endParaRPr lang="en-US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F14E64-9E2D-C6EF-ED30-EE64DCF55F02}"/>
              </a:ext>
            </a:extLst>
          </p:cNvPr>
          <p:cNvSpPr txBox="1"/>
          <p:nvPr/>
        </p:nvSpPr>
        <p:spPr>
          <a:xfrm>
            <a:off x="1435395" y="1600201"/>
            <a:ext cx="927159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cs typeface="Calibri" panose="020F0502020204030204" pitchFamily="34" charset="0"/>
              </a:rPr>
              <a:t>What is the argument the author makes to explain the increase in revenue?</a:t>
            </a:r>
          </a:p>
          <a:p>
            <a:pPr marL="742950" lvl="1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cs typeface="Calibri" panose="020F0502020204030204" pitchFamily="34" charset="0"/>
              </a:rPr>
              <a:t>Revenue = P*Q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Source Sans Pro" panose="020B0503030403020204" pitchFamily="34" charset="0"/>
                <a:cs typeface="Calibri" panose="020F0502020204030204" pitchFamily="34" charset="0"/>
              </a:rPr>
              <a:t>Is there another explanation for the growth in revenue that does NOT rely on elastic demand?</a:t>
            </a: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E934641B-E837-70E9-356A-4067B654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697" y="6491235"/>
            <a:ext cx="7315200" cy="276999"/>
          </a:xfrm>
        </p:spPr>
        <p:txBody>
          <a:bodyPr/>
          <a:lstStyle/>
          <a:p>
            <a:pPr>
              <a:defRPr/>
            </a:pPr>
            <a:r>
              <a:rPr lang="en-US" sz="1200"/>
              <a:t>Source: “The ‘Ludicrous’ Demand Growth of Tesla,” Seeking Alpha, July 25, 2017</a:t>
            </a:r>
            <a:endParaRPr lang="en-US" sz="1200" dirty="0"/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C44DBFDF-6611-23BA-9336-385CADF0C09F}"/>
              </a:ext>
            </a:extLst>
          </p:cNvPr>
          <p:cNvSpPr/>
          <p:nvPr/>
        </p:nvSpPr>
        <p:spPr>
          <a:xfrm>
            <a:off x="12665412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D34B3DA-E2E8-7BEE-4D08-61D945460ABF}"/>
                  </a:ext>
                </a:extLst>
              </p14:cNvPr>
              <p14:cNvContentPartPr/>
              <p14:nvPr/>
            </p14:nvContentPartPr>
            <p14:xfrm>
              <a:off x="532800" y="3213360"/>
              <a:ext cx="10709280" cy="3533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D34B3DA-E2E8-7BEE-4D08-61D945460A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600" y="3197160"/>
                <a:ext cx="10741680" cy="356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5021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elasticities matter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DD02-EF00-47E2-B6EB-B4DAE4D672DA}" type="slidenum">
              <a:rPr lang="en-US" altLang="en-US" smtClean="0"/>
              <a:pPr/>
              <a:t>110</a:t>
            </a:fld>
            <a:endParaRPr lang="en-US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DB6C42-FE34-CBEB-78FC-22EDBC3ADDF2}"/>
              </a:ext>
            </a:extLst>
          </p:cNvPr>
          <p:cNvCxnSpPr/>
          <p:nvPr/>
        </p:nvCxnSpPr>
        <p:spPr>
          <a:xfrm>
            <a:off x="3069771" y="1443498"/>
            <a:ext cx="0" cy="472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F593F2-5974-DBD6-646E-047B91B19A8E}"/>
              </a:ext>
            </a:extLst>
          </p:cNvPr>
          <p:cNvCxnSpPr/>
          <p:nvPr/>
        </p:nvCxnSpPr>
        <p:spPr>
          <a:xfrm>
            <a:off x="3069772" y="6167898"/>
            <a:ext cx="60851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36169B-1C86-A78C-E209-14C5E3A3B269}"/>
              </a:ext>
            </a:extLst>
          </p:cNvPr>
          <p:cNvCxnSpPr/>
          <p:nvPr/>
        </p:nvCxnSpPr>
        <p:spPr>
          <a:xfrm>
            <a:off x="5323115" y="1095156"/>
            <a:ext cx="729343" cy="4920343"/>
          </a:xfrm>
          <a:prstGeom prst="line">
            <a:avLst/>
          </a:prstGeom>
          <a:ln w="19050">
            <a:solidFill>
              <a:srgbClr val="67C8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EDA58D-A178-677A-1DD8-D6959554A743}"/>
              </a:ext>
            </a:extLst>
          </p:cNvPr>
          <p:cNvCxnSpPr/>
          <p:nvPr/>
        </p:nvCxnSpPr>
        <p:spPr>
          <a:xfrm>
            <a:off x="3287486" y="3577113"/>
            <a:ext cx="5867400" cy="957943"/>
          </a:xfrm>
          <a:prstGeom prst="line">
            <a:avLst/>
          </a:prstGeom>
          <a:ln w="19050">
            <a:solidFill>
              <a:srgbClr val="78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7F3333-A656-A2A0-EE8C-B5D4C6525944}"/>
              </a:ext>
            </a:extLst>
          </p:cNvPr>
          <p:cNvSpPr txBox="1"/>
          <p:nvPr/>
        </p:nvSpPr>
        <p:spPr>
          <a:xfrm>
            <a:off x="5362055" y="981834"/>
            <a:ext cx="4683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cs typeface="Andalus" panose="02020603050405020304" pitchFamily="18" charset="-78"/>
              </a:rPr>
              <a:t>D</a:t>
            </a:r>
            <a:r>
              <a:rPr lang="en-US" sz="2800" baseline="-25000" dirty="0">
                <a:latin typeface="Source Sans Pro" panose="020B0503030403020204" pitchFamily="34" charset="0"/>
                <a:cs typeface="Andalus" panose="02020603050405020304" pitchFamily="18" charset="-78"/>
              </a:rPr>
              <a:t>I</a:t>
            </a:r>
            <a:endParaRPr lang="en-US" sz="2800" dirty="0">
              <a:latin typeface="Source Sans Pro" panose="020B0503030403020204" pitchFamily="34" charset="0"/>
              <a:cs typeface="Andalus" panose="02020603050405020304" pitchFamily="18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3B223-D2C8-47F6-BB42-184D680E27AB}"/>
              </a:ext>
            </a:extLst>
          </p:cNvPr>
          <p:cNvSpPr txBox="1"/>
          <p:nvPr/>
        </p:nvSpPr>
        <p:spPr>
          <a:xfrm>
            <a:off x="9138557" y="4500166"/>
            <a:ext cx="532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cs typeface="Andalus" panose="02020603050405020304" pitchFamily="18" charset="-78"/>
              </a:rPr>
              <a:t>D</a:t>
            </a:r>
            <a:r>
              <a:rPr lang="en-US" sz="2800" baseline="-25000" dirty="0">
                <a:latin typeface="Source Sans Pro" panose="020B0503030403020204" pitchFamily="34" charset="0"/>
                <a:cs typeface="Andalus" panose="02020603050405020304" pitchFamily="18" charset="-78"/>
              </a:rPr>
              <a:t>E</a:t>
            </a:r>
            <a:endParaRPr lang="en-US" sz="2800" dirty="0">
              <a:latin typeface="Source Sans Pro" panose="020B0503030403020204" pitchFamily="34" charset="0"/>
              <a:cs typeface="Andalus" panose="02020603050405020304" pitchFamily="18" charset="-78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8CA0D3-BB69-2800-0B0B-D9D2B3B7D5C7}"/>
              </a:ext>
            </a:extLst>
          </p:cNvPr>
          <p:cNvSpPr/>
          <p:nvPr/>
        </p:nvSpPr>
        <p:spPr>
          <a:xfrm>
            <a:off x="5675047" y="3915505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538846-9F00-E2B8-54FE-A5F2ECCAA40B}"/>
              </a:ext>
            </a:extLst>
          </p:cNvPr>
          <p:cNvGrpSpPr/>
          <p:nvPr/>
        </p:nvGrpSpPr>
        <p:grpSpPr>
          <a:xfrm>
            <a:off x="10250967" y="304800"/>
            <a:ext cx="1350012" cy="369332"/>
            <a:chOff x="7155506" y="545068"/>
            <a:chExt cx="1350012" cy="3693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D3D4817-7638-EAAC-31BC-08C2FA821B80}"/>
                </a:ext>
              </a:extLst>
            </p:cNvPr>
            <p:cNvSpPr/>
            <p:nvPr/>
          </p:nvSpPr>
          <p:spPr>
            <a:xfrm>
              <a:off x="7155506" y="661154"/>
              <a:ext cx="137160" cy="137160"/>
            </a:xfrm>
            <a:prstGeom prst="ellipse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AEACF34-C589-93F8-FD93-D47928D6191B}"/>
                </a:ext>
              </a:extLst>
            </p:cNvPr>
            <p:cNvSpPr txBox="1"/>
            <p:nvPr/>
          </p:nvSpPr>
          <p:spPr>
            <a:xfrm>
              <a:off x="7511143" y="545068"/>
              <a:ext cx="994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</a:rPr>
                <a:t>Inelastic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114522-D16B-FBDF-D31E-D07FCAFD43AF}"/>
              </a:ext>
            </a:extLst>
          </p:cNvPr>
          <p:cNvGrpSpPr/>
          <p:nvPr/>
        </p:nvGrpSpPr>
        <p:grpSpPr>
          <a:xfrm>
            <a:off x="10250968" y="658679"/>
            <a:ext cx="1170475" cy="369332"/>
            <a:chOff x="7155506" y="897423"/>
            <a:chExt cx="1170475" cy="3693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25CE85-1931-E123-AB62-34437B1E87AC}"/>
                </a:ext>
              </a:extLst>
            </p:cNvPr>
            <p:cNvSpPr/>
            <p:nvPr/>
          </p:nvSpPr>
          <p:spPr>
            <a:xfrm>
              <a:off x="7155506" y="1013509"/>
              <a:ext cx="137160" cy="137160"/>
            </a:xfrm>
            <a:prstGeom prst="ellipse">
              <a:avLst/>
            </a:prstGeom>
            <a:solidFill>
              <a:srgbClr val="789B4A"/>
            </a:solidFill>
            <a:ln>
              <a:solidFill>
                <a:srgbClr val="789B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A34A6CE-12FE-80C4-07FC-D2B60E596AF2}"/>
                </a:ext>
              </a:extLst>
            </p:cNvPr>
            <p:cNvSpPr txBox="1"/>
            <p:nvPr/>
          </p:nvSpPr>
          <p:spPr>
            <a:xfrm>
              <a:off x="7511143" y="897423"/>
              <a:ext cx="8148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Source Sans Pro" panose="020B0503030403020204" pitchFamily="34" charset="0"/>
                </a:rPr>
                <a:t>Elastic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08C69AD-5829-5444-7205-DE397B432A1A}"/>
              </a:ext>
            </a:extLst>
          </p:cNvPr>
          <p:cNvSpPr txBox="1"/>
          <p:nvPr/>
        </p:nvSpPr>
        <p:spPr>
          <a:xfrm>
            <a:off x="2542655" y="1331425"/>
            <a:ext cx="388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cs typeface="Andalus" panose="02020603050405020304" pitchFamily="18" charset="-78"/>
              </a:rPr>
              <a:t>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B6380A-3EAE-7FD2-3974-BFA15220D1EC}"/>
              </a:ext>
            </a:extLst>
          </p:cNvPr>
          <p:cNvSpPr txBox="1"/>
          <p:nvPr/>
        </p:nvSpPr>
        <p:spPr>
          <a:xfrm>
            <a:off x="9060709" y="615824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Source Sans Pro" panose="020B0503030403020204" pitchFamily="34" charset="0"/>
                <a:cs typeface="Andalus" panose="02020603050405020304" pitchFamily="18" charset="-78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47712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Examples of behavioral biases: Demand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4CCD4-1BBD-410D-B2DF-A7552E316D63}" type="slidenum">
              <a:rPr lang="en-US" altLang="en-US" smtClean="0"/>
              <a:pPr/>
              <a:t>111</a:t>
            </a:fld>
            <a:endParaRPr lang="en-US" alt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E02456-D4B8-C093-8A4A-D2B6D603C547}"/>
              </a:ext>
            </a:extLst>
          </p:cNvPr>
          <p:cNvSpPr/>
          <p:nvPr/>
        </p:nvSpPr>
        <p:spPr>
          <a:xfrm>
            <a:off x="509155" y="1034807"/>
            <a:ext cx="2002397" cy="731520"/>
          </a:xfrm>
          <a:prstGeom prst="roundRect">
            <a:avLst/>
          </a:prstGeom>
          <a:solidFill>
            <a:srgbClr val="67C8C7"/>
          </a:solidFill>
          <a:ln>
            <a:solidFill>
              <a:srgbClr val="67C8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Decoy effect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1F6F0-E5C3-3138-1FC3-E823017CC4B7}"/>
              </a:ext>
            </a:extLst>
          </p:cNvPr>
          <p:cNvSpPr txBox="1"/>
          <p:nvPr/>
        </p:nvSpPr>
        <p:spPr>
          <a:xfrm>
            <a:off x="2511552" y="1034807"/>
            <a:ext cx="90708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Consumers switch choices when a third (worse) option is added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Related to the “independence of irrelevant alternatives”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Ex: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Ariely’s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Economist.com experiment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Web ($59) 68%, print &amp; web ($125) 32%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Web ($59) 16%, print &amp; web ($125) 84%, print ($125) 0%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2C32EF-79BD-C0BD-CE3F-4242161550F5}"/>
              </a:ext>
            </a:extLst>
          </p:cNvPr>
          <p:cNvGrpSpPr/>
          <p:nvPr/>
        </p:nvGrpSpPr>
        <p:grpSpPr>
          <a:xfrm>
            <a:off x="509155" y="3068701"/>
            <a:ext cx="11073245" cy="1200329"/>
            <a:chOff x="509155" y="3099479"/>
            <a:chExt cx="11073245" cy="1200329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54E5BBE-64DB-61D1-DCFA-E3F07FD1739F}"/>
                </a:ext>
              </a:extLst>
            </p:cNvPr>
            <p:cNvSpPr/>
            <p:nvPr/>
          </p:nvSpPr>
          <p:spPr>
            <a:xfrm>
              <a:off x="509155" y="3099479"/>
              <a:ext cx="2002397" cy="731520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Endowment effect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9CD822-11FC-EC22-00A5-EA24E2F63942}"/>
                </a:ext>
              </a:extLst>
            </p:cNvPr>
            <p:cNvSpPr txBox="1"/>
            <p:nvPr/>
          </p:nvSpPr>
          <p:spPr>
            <a:xfrm>
              <a:off x="2511552" y="3099479"/>
              <a:ext cx="90708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Willingness to pay (acquire) less than willingness to accept (give up)</a:t>
              </a:r>
            </a:p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Related to loss aversion</a:t>
              </a:r>
            </a:p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Ex: </a:t>
              </a:r>
              <a:r>
                <a:rPr lang="en-US" sz="24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Kahneman</a:t>
              </a: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, </a:t>
              </a:r>
              <a:r>
                <a:rPr lang="en-US" sz="24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Knetch</a:t>
              </a: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&amp; </a:t>
              </a:r>
              <a:r>
                <a:rPr lang="en-US" sz="240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Thaler’s</a:t>
              </a: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 mug experiment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A61A29-E23B-FDE9-10CB-42B3C82ED007}"/>
              </a:ext>
            </a:extLst>
          </p:cNvPr>
          <p:cNvGrpSpPr/>
          <p:nvPr/>
        </p:nvGrpSpPr>
        <p:grpSpPr>
          <a:xfrm>
            <a:off x="509155" y="4425487"/>
            <a:ext cx="11073245" cy="830997"/>
            <a:chOff x="509155" y="4548597"/>
            <a:chExt cx="11073245" cy="830997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15D55DCD-D8B8-86AC-A707-A8597740CF3F}"/>
                </a:ext>
              </a:extLst>
            </p:cNvPr>
            <p:cNvSpPr/>
            <p:nvPr/>
          </p:nvSpPr>
          <p:spPr>
            <a:xfrm>
              <a:off x="509155" y="4548597"/>
              <a:ext cx="2002397" cy="731520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Hyperbolic discounting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8E7CCE-6851-06F1-B06F-11439EB48670}"/>
                </a:ext>
              </a:extLst>
            </p:cNvPr>
            <p:cNvSpPr txBox="1"/>
            <p:nvPr/>
          </p:nvSpPr>
          <p:spPr>
            <a:xfrm>
              <a:off x="2511552" y="4548597"/>
              <a:ext cx="90708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People prefer rewards sooner rather than later</a:t>
              </a:r>
            </a:p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Ex: I’ll buy fruit for this week, but buy a candy bar to eat today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1D621B-593D-E247-751E-A3A0DADA921F}"/>
              </a:ext>
            </a:extLst>
          </p:cNvPr>
          <p:cNvGrpSpPr/>
          <p:nvPr/>
        </p:nvGrpSpPr>
        <p:grpSpPr>
          <a:xfrm>
            <a:off x="509155" y="5443717"/>
            <a:ext cx="11073245" cy="1200329"/>
            <a:chOff x="509155" y="5689938"/>
            <a:chExt cx="11073245" cy="1200329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773BC40D-D7BF-D966-5EA1-5314732BD2CC}"/>
                </a:ext>
              </a:extLst>
            </p:cNvPr>
            <p:cNvSpPr/>
            <p:nvPr/>
          </p:nvSpPr>
          <p:spPr>
            <a:xfrm>
              <a:off x="509155" y="5689938"/>
              <a:ext cx="2002397" cy="731520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Choice-supportive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A25BB86-0E40-C908-4B23-26EBF868F6F6}"/>
                </a:ext>
              </a:extLst>
            </p:cNvPr>
            <p:cNvSpPr txBox="1"/>
            <p:nvPr/>
          </p:nvSpPr>
          <p:spPr>
            <a:xfrm>
              <a:off x="2511552" y="5689938"/>
              <a:ext cx="90708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Remember choices as better than they were (emphasize positive benefits of chosen option)</a:t>
              </a:r>
            </a:p>
            <a:p>
              <a:pPr marL="228600" indent="-22860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Social influencers?</a:t>
              </a:r>
            </a:p>
          </p:txBody>
        </p:sp>
      </p:grpSp>
      <p:sp>
        <p:nvSpPr>
          <p:cNvPr id="6" name="5-Point Star 5">
            <a:extLst>
              <a:ext uri="{FF2B5EF4-FFF2-40B4-BE49-F238E27FC236}">
                <a16:creationId xmlns:a16="http://schemas.microsoft.com/office/drawing/2014/main" id="{52FDCF27-1A73-2F31-BDFC-0A626B599283}"/>
              </a:ext>
            </a:extLst>
          </p:cNvPr>
          <p:cNvSpPr/>
          <p:nvPr/>
        </p:nvSpPr>
        <p:spPr>
          <a:xfrm>
            <a:off x="12655685" y="340468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Demand, consumer surplus and elasticity: Summary</a:t>
            </a:r>
          </a:p>
        </p:txBody>
      </p:sp>
      <p:sp>
        <p:nvSpPr>
          <p:cNvPr id="880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7F26B09-210A-4F58-88A3-5401E2CB1476}" type="slidenum">
              <a:rPr lang="en-US" altLang="en-US" sz="1400">
                <a:latin typeface="Source Sans Pro" panose="020B0503030403020204" pitchFamily="34" charset="0"/>
              </a:rPr>
              <a:pPr eaLnBrk="1" hangingPunct="1"/>
              <a:t>112</a:t>
            </a:fld>
            <a:endParaRPr lang="en-US" altLang="en-US" sz="1400" dirty="0">
              <a:latin typeface="Source Sans Pro" panose="020B05030304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3F0215-40DB-AE94-EC9E-E412879D7CB0}"/>
              </a:ext>
            </a:extLst>
          </p:cNvPr>
          <p:cNvGrpSpPr/>
          <p:nvPr/>
        </p:nvGrpSpPr>
        <p:grpSpPr>
          <a:xfrm>
            <a:off x="869035" y="1013866"/>
            <a:ext cx="10220724" cy="1722321"/>
            <a:chOff x="365760" y="1506343"/>
            <a:chExt cx="10220724" cy="172232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81E8FB0-2290-9C30-DC49-664CF78725E9}"/>
                </a:ext>
              </a:extLst>
            </p:cNvPr>
            <p:cNvSpPr/>
            <p:nvPr/>
          </p:nvSpPr>
          <p:spPr>
            <a:xfrm>
              <a:off x="1752600" y="1605013"/>
              <a:ext cx="8833884" cy="153013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F048E55-D1AB-9F9E-3641-101FAE3C9DC1}"/>
                </a:ext>
              </a:extLst>
            </p:cNvPr>
            <p:cNvSpPr/>
            <p:nvPr/>
          </p:nvSpPr>
          <p:spPr>
            <a:xfrm>
              <a:off x="365760" y="1506343"/>
              <a:ext cx="1828800" cy="17223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1053080-B945-21F7-F3FF-04C75E3ED660}"/>
                </a:ext>
              </a:extLst>
            </p:cNvPr>
            <p:cNvSpPr/>
            <p:nvPr/>
          </p:nvSpPr>
          <p:spPr>
            <a:xfrm>
              <a:off x="457200" y="1605013"/>
              <a:ext cx="1645920" cy="1530133"/>
            </a:xfrm>
            <a:prstGeom prst="roundRect">
              <a:avLst>
                <a:gd name="adj" fmla="val 13399"/>
              </a:avLst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Demand</a:t>
              </a:r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C981A7B0-3336-B0F7-7553-72BB4649A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4176" y="1670086"/>
              <a:ext cx="8412308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Market demand aggregates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optimal choices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of individuals</a:t>
              </a: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Predicts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purchasing choices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Includes responses to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all relevant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changes in the market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C9868C-183E-D248-242E-3ECC0812E842}"/>
              </a:ext>
            </a:extLst>
          </p:cNvPr>
          <p:cNvGrpSpPr/>
          <p:nvPr/>
        </p:nvGrpSpPr>
        <p:grpSpPr>
          <a:xfrm>
            <a:off x="869035" y="2784878"/>
            <a:ext cx="10220724" cy="1832088"/>
            <a:chOff x="365760" y="4224256"/>
            <a:chExt cx="10220724" cy="183208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BB64FD0-1AF4-6AD5-D2A7-1ECD1216C2C6}"/>
                </a:ext>
              </a:extLst>
            </p:cNvPr>
            <p:cNvSpPr/>
            <p:nvPr/>
          </p:nvSpPr>
          <p:spPr>
            <a:xfrm>
              <a:off x="1752600" y="4290154"/>
              <a:ext cx="8833884" cy="1700292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92C876F-5FFB-1710-1DB3-5B6B44D718FA}"/>
                </a:ext>
              </a:extLst>
            </p:cNvPr>
            <p:cNvSpPr/>
            <p:nvPr/>
          </p:nvSpPr>
          <p:spPr>
            <a:xfrm>
              <a:off x="365760" y="4224256"/>
              <a:ext cx="1828800" cy="183208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053362D-9ACA-C4B6-628D-C960FB40832A}"/>
                </a:ext>
              </a:extLst>
            </p:cNvPr>
            <p:cNvSpPr/>
            <p:nvPr/>
          </p:nvSpPr>
          <p:spPr>
            <a:xfrm>
              <a:off x="457200" y="4290154"/>
              <a:ext cx="1645920" cy="1700292"/>
            </a:xfrm>
            <a:prstGeom prst="roundRect">
              <a:avLst/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Consumer surplus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D644CEC7-211F-37D6-1008-FF876E7FB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4176" y="4463191"/>
              <a:ext cx="8412308" cy="1354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Quantifies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happiness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Difference between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willingness to pay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 and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actual price</a:t>
              </a:r>
              <a:endParaRPr lang="en-US" altLang="en-US" kern="0" dirty="0">
                <a:latin typeface="Source Sans Pro" panose="020B0503030403020204" pitchFamily="34" charset="0"/>
                <a:ea typeface="ＭＳ Ｐゴシック" pitchFamily="34" charset="-128"/>
              </a:endParaRPr>
            </a:p>
            <a:p>
              <a:pPr eaLnBrk="1" hangingPunct="1"/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Firms use pricing strategies to </a:t>
              </a:r>
              <a:r>
                <a:rPr lang="en-US" altLang="en-US" b="1" kern="0" dirty="0">
                  <a:latin typeface="Source Sans Pro" panose="020B0503030403020204" pitchFamily="34" charset="0"/>
                  <a:ea typeface="ＭＳ Ｐゴシック" pitchFamily="34" charset="-128"/>
                </a:rPr>
                <a:t>capture </a:t>
              </a:r>
              <a:r>
                <a:rPr lang="en-US" altLang="en-US" kern="0" dirty="0">
                  <a:latin typeface="Source Sans Pro" panose="020B0503030403020204" pitchFamily="34" charset="0"/>
                  <a:ea typeface="ＭＳ Ｐゴシック" pitchFamily="34" charset="-128"/>
                </a:rPr>
                <a:t>some of this surplus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2C5E5D-2561-DC89-C35B-1D798CBC98A7}"/>
              </a:ext>
            </a:extLst>
          </p:cNvPr>
          <p:cNvGrpSpPr/>
          <p:nvPr/>
        </p:nvGrpSpPr>
        <p:grpSpPr>
          <a:xfrm>
            <a:off x="869035" y="4665658"/>
            <a:ext cx="10220724" cy="1722321"/>
            <a:chOff x="365760" y="1506343"/>
            <a:chExt cx="10220724" cy="1722321"/>
          </a:xfrm>
        </p:grpSpPr>
        <p:sp>
          <p:nvSpPr>
            <p:cNvPr id="23" name="Rounded Rectangle 8">
              <a:extLst>
                <a:ext uri="{FF2B5EF4-FFF2-40B4-BE49-F238E27FC236}">
                  <a16:creationId xmlns:a16="http://schemas.microsoft.com/office/drawing/2014/main" id="{CB8344B8-8F4B-E53B-E929-80A881A22EA9}"/>
                </a:ext>
              </a:extLst>
            </p:cNvPr>
            <p:cNvSpPr/>
            <p:nvPr/>
          </p:nvSpPr>
          <p:spPr>
            <a:xfrm>
              <a:off x="1752600" y="1605013"/>
              <a:ext cx="8833884" cy="1530133"/>
            </a:xfrm>
            <a:prstGeom prst="roundRect">
              <a:avLst/>
            </a:prstGeom>
            <a:solidFill>
              <a:srgbClr val="C8C8C8"/>
            </a:solidFill>
            <a:ln>
              <a:solidFill>
                <a:srgbClr val="C8C8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4" name="Rounded Rectangle 9">
              <a:extLst>
                <a:ext uri="{FF2B5EF4-FFF2-40B4-BE49-F238E27FC236}">
                  <a16:creationId xmlns:a16="http://schemas.microsoft.com/office/drawing/2014/main" id="{0D394F5D-8BC1-FF16-D361-5235087D4B04}"/>
                </a:ext>
              </a:extLst>
            </p:cNvPr>
            <p:cNvSpPr/>
            <p:nvPr/>
          </p:nvSpPr>
          <p:spPr>
            <a:xfrm>
              <a:off x="365760" y="1506343"/>
              <a:ext cx="1828800" cy="17223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ource Sans Pro" panose="020B0503030403020204" pitchFamily="34" charset="0"/>
              </a:endParaRPr>
            </a:p>
          </p:txBody>
        </p:sp>
        <p:sp>
          <p:nvSpPr>
            <p:cNvPr id="25" name="Rounded Rectangle 14">
              <a:extLst>
                <a:ext uri="{FF2B5EF4-FFF2-40B4-BE49-F238E27FC236}">
                  <a16:creationId xmlns:a16="http://schemas.microsoft.com/office/drawing/2014/main" id="{B8BC9641-0315-B436-B29A-138181E7BB64}"/>
                </a:ext>
              </a:extLst>
            </p:cNvPr>
            <p:cNvSpPr/>
            <p:nvPr/>
          </p:nvSpPr>
          <p:spPr>
            <a:xfrm>
              <a:off x="457200" y="1605013"/>
              <a:ext cx="1645920" cy="1530133"/>
            </a:xfrm>
            <a:prstGeom prst="roundRect">
              <a:avLst>
                <a:gd name="adj" fmla="val 13399"/>
              </a:avLst>
            </a:prstGeom>
            <a:solidFill>
              <a:srgbClr val="67C8C7"/>
            </a:solidFill>
            <a:ln>
              <a:solidFill>
                <a:srgbClr val="67C8C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Source Sans Pro" panose="020B0503030403020204" pitchFamily="34" charset="0"/>
                </a:rPr>
                <a:t>Elasticity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C847D9F4-EA49-342D-A4F1-017ED6369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4176" y="1767338"/>
              <a:ext cx="8412308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>
              <a:lvl1pPr marL="342900" indent="-3429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charset="0"/>
                  <a:cs typeface="+mn-cs"/>
                </a:defRPr>
              </a:lvl1pPr>
              <a:lvl2pPr marL="742950" indent="-28575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2pPr>
              <a:lvl3pPr marL="11430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3pPr>
              <a:lvl4pPr marL="16002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–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4pPr>
              <a:lvl5pPr marL="2057400" indent="-228600" algn="l" rtl="0" eaLnBrk="0" fontAlgn="base" hangingPunct="0">
                <a:spcBef>
                  <a:spcPts val="0"/>
                </a:spcBef>
                <a:spcAft>
                  <a:spcPts val="600"/>
                </a:spcAft>
                <a:buChar char="»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Arial" charset="0"/>
                  <a:cs typeface="+mn-cs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eaLnBrk="1" hangingPunct="1">
                <a:spcAft>
                  <a:spcPts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Sensitivity </a:t>
              </a:r>
              <a:r>
                <a:rPr lang="en-US" sz="2400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of consumers’ choices to changes in </a:t>
              </a:r>
              <a:r>
                <a:rPr lang="en-US" sz="2400" b="1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prices </a:t>
              </a:r>
              <a:r>
                <a:rPr lang="en-US" sz="2400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and </a:t>
              </a:r>
              <a:r>
                <a:rPr lang="en-US" sz="2400" b="1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income</a:t>
              </a:r>
              <a:endParaRPr lang="en-US" sz="2400" dirty="0">
                <a:latin typeface="Source Sans Pro" panose="020B0503030403020204" pitchFamily="34" charset="0"/>
              </a:endParaRPr>
            </a:p>
            <a:p>
              <a:pPr eaLnBrk="1" hangingPunct="1">
                <a:spcAft>
                  <a:spcPts val="0"/>
                </a:spcAft>
              </a:pPr>
              <a:r>
                <a:rPr lang="en-US" sz="2400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Helps understand </a:t>
              </a:r>
              <a:r>
                <a:rPr lang="en-US" sz="2400" b="1" dirty="0">
                  <a:solidFill>
                    <a:srgbClr val="000000"/>
                  </a:solidFill>
                  <a:latin typeface="Source Sans Pro" panose="020B0503030403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optimal pricing</a:t>
              </a:r>
              <a:endParaRPr lang="en-US" sz="2400" dirty="0">
                <a:latin typeface="Source Sans Pro" panose="020B0503030403020204" pitchFamily="34" charset="0"/>
              </a:endParaRPr>
            </a:p>
          </p:txBody>
        </p:sp>
      </p:grpSp>
      <p:sp>
        <p:nvSpPr>
          <p:cNvPr id="2" name="5-Point Star 1">
            <a:extLst>
              <a:ext uri="{FF2B5EF4-FFF2-40B4-BE49-F238E27FC236}">
                <a16:creationId xmlns:a16="http://schemas.microsoft.com/office/drawing/2014/main" id="{E70E48EE-CE43-BA61-C08B-3D2D35156F31}"/>
              </a:ext>
            </a:extLst>
          </p:cNvPr>
          <p:cNvSpPr/>
          <p:nvPr/>
        </p:nvSpPr>
        <p:spPr>
          <a:xfrm>
            <a:off x="12577863" y="321012"/>
            <a:ext cx="2052537" cy="2023353"/>
          </a:xfrm>
          <a:prstGeom prst="star5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2744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WashU 2024">
      <a:dk1>
        <a:srgbClr val="000000"/>
      </a:dk1>
      <a:lt1>
        <a:srgbClr val="FFFFFF"/>
      </a:lt1>
      <a:dk2>
        <a:srgbClr val="D9D9D9"/>
      </a:dk2>
      <a:lt2>
        <a:srgbClr val="D7D2CB"/>
      </a:lt2>
      <a:accent1>
        <a:srgbClr val="BA0C2F"/>
      </a:accent1>
      <a:accent2>
        <a:srgbClr val="205732"/>
      </a:accent2>
      <a:accent3>
        <a:srgbClr val="007D8A"/>
      </a:accent3>
      <a:accent4>
        <a:srgbClr val="B5E3D8"/>
      </a:accent4>
      <a:accent5>
        <a:srgbClr val="FF6D69"/>
      </a:accent5>
      <a:accent6>
        <a:srgbClr val="612466"/>
      </a:accent6>
      <a:hlink>
        <a:srgbClr val="F1B334"/>
      </a:hlink>
      <a:folHlink>
        <a:srgbClr val="163E34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FE32CF37-4649-B54F-9516-6A56E2FA79C0}">
  <we:reference id="wa104218073" version="2.0.0.0" store="en-US" storeType="OMEX"/>
  <we:alternateReferences/>
  <we:properties>
    <we:property name="appSlideData" value="{&quot;slideId&quot;:563,&quot;confidenceLevel&quot;:2}"/>
    <we:property name="url" value="&quot;multiple_choice_poll/z4UtJZ0DOwtYhBHU8VEjV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2108</TotalTime>
  <Words>6718</Words>
  <Application>Microsoft Office PowerPoint</Application>
  <PresentationFormat>Widescreen</PresentationFormat>
  <Paragraphs>1210</Paragraphs>
  <Slides>112</Slides>
  <Notes>7</Notes>
  <HiddenSlides>27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3" baseType="lpstr">
      <vt:lpstr>Default Design</vt:lpstr>
      <vt:lpstr>Introduction</vt:lpstr>
      <vt:lpstr>Overview of course</vt:lpstr>
      <vt:lpstr>Comfort with microeconomics</vt:lpstr>
      <vt:lpstr>Agenda</vt:lpstr>
      <vt:lpstr>How to approach our course</vt:lpstr>
      <vt:lpstr>We will use math!!!</vt:lpstr>
      <vt:lpstr>What is microeconomics?</vt:lpstr>
      <vt:lpstr>Scarcity</vt:lpstr>
      <vt:lpstr>Optimization</vt:lpstr>
      <vt:lpstr>Value: A framework for optimal decision-making</vt:lpstr>
      <vt:lpstr>Value: The objective</vt:lpstr>
      <vt:lpstr>Value: The optimization</vt:lpstr>
      <vt:lpstr>Example: Choosing to pursue your MBA</vt:lpstr>
      <vt:lpstr>Implications of the model of MBA choice</vt:lpstr>
      <vt:lpstr>Example: MBA education</vt:lpstr>
      <vt:lpstr>Equilibrium</vt:lpstr>
      <vt:lpstr>Markets</vt:lpstr>
      <vt:lpstr>Our approach</vt:lpstr>
      <vt:lpstr>Examples of behavioral biases: General decision-making</vt:lpstr>
      <vt:lpstr>Agenda</vt:lpstr>
      <vt:lpstr>Competitive markets</vt:lpstr>
      <vt:lpstr>Demand</vt:lpstr>
      <vt:lpstr>Determinants of demand</vt:lpstr>
      <vt:lpstr>Individual demand</vt:lpstr>
      <vt:lpstr>Individual demand: graphic</vt:lpstr>
      <vt:lpstr>What drives individual demand?</vt:lpstr>
      <vt:lpstr>Individual demand: graphic</vt:lpstr>
      <vt:lpstr>Elasticity</vt:lpstr>
      <vt:lpstr>Demand elasticity</vt:lpstr>
      <vt:lpstr>Demand elasticity: Example</vt:lpstr>
      <vt:lpstr>Evaluating demand elasticity</vt:lpstr>
      <vt:lpstr>Demand elasticity: Illustrations</vt:lpstr>
      <vt:lpstr>Agenda</vt:lpstr>
      <vt:lpstr>Supply decisions</vt:lpstr>
      <vt:lpstr>Supply decisions</vt:lpstr>
      <vt:lpstr>Slope of supply curve</vt:lpstr>
      <vt:lpstr>What affects supply?</vt:lpstr>
      <vt:lpstr>What affects supply?</vt:lpstr>
      <vt:lpstr>Supply curve examples</vt:lpstr>
      <vt:lpstr>Illustrating supply</vt:lpstr>
      <vt:lpstr>Changes to supply</vt:lpstr>
      <vt:lpstr>Supply elasticity</vt:lpstr>
      <vt:lpstr>Supply elasticity: Example</vt:lpstr>
      <vt:lpstr>Evaluating supply elasticity</vt:lpstr>
      <vt:lpstr>Impact of time on supply elasticity</vt:lpstr>
      <vt:lpstr>Supply elasticity: Illustrations</vt:lpstr>
      <vt:lpstr>Agenda</vt:lpstr>
      <vt:lpstr>Competitive markets: Assumptions </vt:lpstr>
      <vt:lpstr>Competitive markets: Evaluating the assumptions</vt:lpstr>
      <vt:lpstr>Competitive markets: Evaluating the assumptions</vt:lpstr>
      <vt:lpstr>Market equilibrium</vt:lpstr>
      <vt:lpstr>Market equilibrium: Example </vt:lpstr>
      <vt:lpstr>Market equilibrium: Illustration</vt:lpstr>
      <vt:lpstr>Finding competitive equilibrium </vt:lpstr>
      <vt:lpstr>Finding competitive equilibrium</vt:lpstr>
      <vt:lpstr>Finding competitive equilibrium</vt:lpstr>
      <vt:lpstr>Finding equilibrium: Exercise</vt:lpstr>
      <vt:lpstr>Predictions via equilibrium</vt:lpstr>
      <vt:lpstr>Changes to equilibrium</vt:lpstr>
      <vt:lpstr>Changes to equilibrium</vt:lpstr>
      <vt:lpstr>Changes to equilibrium</vt:lpstr>
      <vt:lpstr>Predicting changes to equilibrium</vt:lpstr>
      <vt:lpstr>Example: Exosun</vt:lpstr>
      <vt:lpstr>Market dynamics</vt:lpstr>
      <vt:lpstr>Relative elasticities matter </vt:lpstr>
      <vt:lpstr>Practical application</vt:lpstr>
      <vt:lpstr>Agenda</vt:lpstr>
      <vt:lpstr>Why start with demand?</vt:lpstr>
      <vt:lpstr>Follow the numbers!</vt:lpstr>
      <vt:lpstr>Example: Demand for Coca-Cola</vt:lpstr>
      <vt:lpstr>Components of demand</vt:lpstr>
      <vt:lpstr>Determinants of demand</vt:lpstr>
      <vt:lpstr>Income and substitution effects</vt:lpstr>
      <vt:lpstr>Income and substitution effects: graphic</vt:lpstr>
      <vt:lpstr>Relationship of price and quantity</vt:lpstr>
      <vt:lpstr>Example: Disney</vt:lpstr>
      <vt:lpstr>Market demand </vt:lpstr>
      <vt:lpstr>Market demand: graphic</vt:lpstr>
      <vt:lpstr>Market demand: example</vt:lpstr>
      <vt:lpstr>Market demand: example</vt:lpstr>
      <vt:lpstr>Agenda</vt:lpstr>
      <vt:lpstr>Consumer surplus</vt:lpstr>
      <vt:lpstr>Consumer surplus: graphic</vt:lpstr>
      <vt:lpstr>Managerial implication of consumer surplus</vt:lpstr>
      <vt:lpstr>Agenda</vt:lpstr>
      <vt:lpstr>Changes in demand: price </vt:lpstr>
      <vt:lpstr>Changes in demand: other factors</vt:lpstr>
      <vt:lpstr>Changes in demand</vt:lpstr>
      <vt:lpstr>Changes in demand</vt:lpstr>
      <vt:lpstr>Changes in demand</vt:lpstr>
      <vt:lpstr>Illustrating changes in demand</vt:lpstr>
      <vt:lpstr>Illustrating changes in demand</vt:lpstr>
      <vt:lpstr>Summary of changes</vt:lpstr>
      <vt:lpstr>Examples</vt:lpstr>
      <vt:lpstr>Example: Under Armour</vt:lpstr>
      <vt:lpstr>How do we learn the details of demand?</vt:lpstr>
      <vt:lpstr>What’s the value of learning demand?</vt:lpstr>
      <vt:lpstr>Agenda</vt:lpstr>
      <vt:lpstr>Demand elasticity</vt:lpstr>
      <vt:lpstr>Calculating elasticity</vt:lpstr>
      <vt:lpstr>Evaluating elasticity</vt:lpstr>
      <vt:lpstr>Elasticity changes along (linear) demand curve</vt:lpstr>
      <vt:lpstr>What determines elasticity?</vt:lpstr>
      <vt:lpstr>Elasticity examples</vt:lpstr>
      <vt:lpstr>Cross-price elasticity</vt:lpstr>
      <vt:lpstr>Cross-price elasticity: Examples</vt:lpstr>
      <vt:lpstr>Income elasticity</vt:lpstr>
      <vt:lpstr>Income elasticity: Examples</vt:lpstr>
      <vt:lpstr>Example: Tesla</vt:lpstr>
      <vt:lpstr>Relative elasticities matter </vt:lpstr>
      <vt:lpstr>Examples of behavioral biases: Demand</vt:lpstr>
      <vt:lpstr>Demand, consumer surplus and elasticity: Summary</vt:lpstr>
    </vt:vector>
  </TitlesOfParts>
  <Company>Washington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 5404: Managerial Economics I</dc:title>
  <dc:creator>mcmanus</dc:creator>
  <cp:lastModifiedBy>Mobile User</cp:lastModifiedBy>
  <cp:revision>372</cp:revision>
  <dcterms:created xsi:type="dcterms:W3CDTF">2005-05-16T01:18:25Z</dcterms:created>
  <dcterms:modified xsi:type="dcterms:W3CDTF">2025-02-14T21:54:38Z</dcterms:modified>
</cp:coreProperties>
</file>