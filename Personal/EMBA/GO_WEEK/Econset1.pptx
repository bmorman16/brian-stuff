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09AF-A558-64E9-9D07-0A4F597DF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745A1-6F8B-3ED5-7496-2571FB4B0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84088-3146-A279-DC23-F5A650DE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55F7A-6B5B-2166-D35A-3214AA29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8DFE6-9F18-77E4-B023-ACA763BE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5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3910-F094-446D-A84F-6B8BA87C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9D07-A82B-EBE4-7D92-CF414A2C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7EEDD-1F06-0179-88C7-048D2D5B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E39E3-9F05-EF12-9615-15B85ED8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52F01-C980-92BB-04BD-B35AAC44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2FCB-6FDD-0122-011A-C88C4552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B312-74B9-499D-BD87-D1E4BA9B8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91984-5DBD-C873-F9AE-52FCDB7E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6E3BF-A3D6-ABFB-E616-EE692F59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4425D-026E-5E32-346E-06EB7D0D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5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CC09-6AA6-4E43-BEA8-A9853358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9F0E9-BCD4-EC27-5937-3CEC05696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CD66D-4528-BF3A-C2CE-3F85E676C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EF0C-62AE-504B-B806-EB1DC357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074BC-3362-87EC-3427-F1E58823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6A7AF-62B2-DDB6-E217-394B3DA5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2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4409-7F91-6009-4E4B-8E1C64D2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219B0-86C9-10DE-9AA3-1ACEC58C6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6D1C5-F956-B07A-0F5C-29E2DE6B8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1F5CC-73F2-9ADE-BEDC-927D1CA05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51685-4C44-9A3D-1DD9-5DD835F6F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138A88-E089-3D14-4B43-A416EA64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ED86E-0E75-BDE1-FFBF-CBF799C9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3A116-3372-2ABD-569E-AB953230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3191-5E4F-DD34-2D46-97B68BD0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A4B18-1C49-133D-0755-1F3AFDC1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FE93B-EBBA-9269-7F11-8A018B8B8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D1C8B-1143-C339-8B8C-3FAE0F89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5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CF135-8225-53AB-3656-D04D2977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8D282-EBAC-85B3-D2CF-9EF2329B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74BCC-C50C-033E-D6E3-4654BCA2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8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916D-A45A-E55D-1ED4-B4BE7A537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9D0FD-BB14-6A5E-F3C4-862DC217E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89E3D-1EB0-4C6E-B5CB-2F32EB139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2473-6D6C-DA64-6B3C-6F4FC21D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1D968-1406-C8C2-3413-BCB3D9FE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62F07-0EB9-01B4-AEDB-F854C67E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0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940B-2CD1-0043-028C-1C58E9B3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AFDC1-DDE1-2248-38C0-C33E4D774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4AE60-D68D-126B-3D8F-0FDF48C96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32F39-2236-3CED-7909-FEF5E652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0D3A1-2DA6-FA85-0FF1-1C0C96786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C904-85A6-9B8A-3CFD-092A34EA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2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7206-4BF9-6787-EBF1-26919186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001E3-8388-C269-2317-488AB50FF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77CA0-2C07-3316-D48B-82F71FAB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2327-B862-00C4-2E55-F28BD719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6C1FC-7B74-21DD-734C-8AC75868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5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42130-A475-94D3-9B0B-FD612C283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93574-7893-7BD2-209C-30FE70F1D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0C0D4-3BD0-D5C2-E23F-8020FA6E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D2267-83C2-9CF8-C515-CBB616BF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6B588-DC2F-C2B3-D03E-21F9A471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0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E2816-594B-2010-0341-1E49E8D9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32133-50E6-6F58-C29B-A1B24086C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95184-66E3-B644-E22F-23ABD0F9F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435EF-BAD6-4C14-BB42-20853924FF9B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AC9D-A8FF-7A33-21C6-134E83615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3D5A8-BB59-2DFA-7AB7-8A889DE41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F6071-2227-4049-B007-087ECA946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4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DB22-9B0E-41E8-CB1F-C94E44C74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29A56-A4D4-CB68-DBE9-601F4FA36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8FC55-0684-35E2-3487-DB19CF1D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585912"/>
            <a:ext cx="11163300" cy="368617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4C8F5E86-98CD-0A77-F4CE-6F742F618F56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9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281D-D7FB-9230-08ED-B2BF6C25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.5 two of four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7315E-8C67-2DA8-D212-52E5483C8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BEEE5-AD79-C37F-0055-4F9A5E4CB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385887"/>
            <a:ext cx="111633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E42E-E940-CA39-57EC-216DD59A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right one missing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6FD7-F797-5DD9-D40B-82EC6C31F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B4290-19CE-CB39-DC55-0624E859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90687"/>
            <a:ext cx="1123950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46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5B1B-D2EC-3B23-B875-1F8D4242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DFDB-39EF-06C3-7F3F-3F90399AC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F5A11-36D7-8D13-E530-DA6C86FC2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2038350"/>
            <a:ext cx="11172825" cy="2781300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6C6A38C2-E926-B44D-E662-1FEE969CA03F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1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8053-429B-7516-AE1E-4B66814AA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76AA2-40BD-6B7E-1201-26D66EA8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6D2D4-F46C-A00E-841E-46F1971A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109662"/>
            <a:ext cx="11296650" cy="463867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861B9859-9963-79B3-E68B-FF732C6B151A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2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FC4C-FEAD-640E-6E45-E93656A2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4CF76-D677-CE2C-98CB-D2EA511C2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0FCA4-DAEC-CC4A-B113-EAC135EE3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719262"/>
            <a:ext cx="11153775" cy="341947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D9ECDA1B-4B5B-ABC3-BE9C-A958D363A4E9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3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05B8-525A-DEEC-D071-3D0544B1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B16A5-0378-4D24-4217-60D105D73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3AEE2-2FDE-0FFE-D6E5-AA10F1877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195387"/>
            <a:ext cx="11258550" cy="446722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4B2068D3-148D-A328-C5BF-293B98AE0F51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3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6459-6797-A3F3-A739-B54CCD57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09556-8883-FF17-5401-6A71A7936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26562-074A-E8AB-3D65-EE884A2CA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814512"/>
            <a:ext cx="11191875" cy="322897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2248BC10-4289-58EA-8478-CEBCF9BD6915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2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7429-2B56-8667-6731-0B0E1C61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3CD17-93A0-5575-6E1A-7FC1AC13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70985-6106-DBF3-AE11-DADB79D2F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52650"/>
            <a:ext cx="118872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8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C4F8-502E-3ADD-A41A-89900F62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05E9-01E9-13E4-A34E-16B3CA89E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A30E3-B100-1BDA-C72D-088F02CD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771650"/>
            <a:ext cx="111537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27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F57B-91BF-9E0C-D8D2-8DCB4E43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22796-F8C3-4416-6C06-6675D4C0B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2ACEF-838D-17EB-F0F9-DA89B26DD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2033587"/>
            <a:ext cx="111728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84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F0A9-D96C-B270-4198-1DC9EDB6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630C-6152-E20D-1C30-477F14064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878AF-C8C1-E7E1-7363-428F32924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2138362"/>
            <a:ext cx="11420475" cy="258127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8E45F42E-5A5E-E60C-4421-25C1B3970D7E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79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EE84-AB29-D237-A3DE-574A95B1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CC54-3F13-0F29-7278-6300329CA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A4CBC-16B5-9DA8-9073-8E8705A4E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843087"/>
            <a:ext cx="11077575" cy="317182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8B2ACD4A-AA95-8B63-534C-39FB513A0CDE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19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EC52-341F-EF85-0E5E-0D6C60CB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6D6E0-533D-61CE-DE6D-B3BE2266F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4BBEC-FB68-0033-9212-BD0B109F4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576387"/>
            <a:ext cx="11153775" cy="370522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B17773DF-9C39-0A15-3A9E-E7821E61D378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80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0ED6-3F5F-C914-E757-92E97250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AC51F-E29B-24D1-7E0A-3923A3AC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C6C15-EB10-69EC-11DC-910CB1CF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924" y="63374"/>
            <a:ext cx="9478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88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4279-BBA0-B2F8-A00D-30ACDDB9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.13 of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6644-9997-02BC-F4C2-58F26B7A9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78C47-08E4-0768-9E61-5FA4F265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712" y="225956"/>
            <a:ext cx="6838838" cy="577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28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ADBF3-E5EA-0787-6BD5-06DD8B75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F2995-3AF5-0CC6-FADF-3DBFE6307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C1062-C3A2-00E9-2FA9-FA48FFCC0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942975"/>
            <a:ext cx="11106150" cy="4972050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F06A149B-F84D-5DFF-7CBB-5F4F15537365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95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14EC-2F75-0BAA-5BF1-474A282A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83AA7-F5BB-78A5-434B-9CF292326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BD9A7-CA15-C244-19D8-E582F489F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0"/>
            <a:ext cx="111823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81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0A3C-CA06-60ED-20A9-07F2ABA6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675E6-B812-9ECF-46DB-5CAD61E4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6B0C0-F325-E548-7ECB-E8C0BF1B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695325"/>
            <a:ext cx="11115675" cy="5467350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CEA5C8D6-C4D1-F2E5-6080-48EDEF3F45C4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21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8699-CA9B-E9F8-9CAF-09E58988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24EFA-2A98-24C4-99AD-A20E4DA44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8C79D-9AA8-268B-4228-70B8ECDC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1495425"/>
            <a:ext cx="11172825" cy="3867150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23692C4B-C789-18A9-DF52-53FF233C5DA9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6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8849-0CCC-2F01-53E2-9DD81764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B7B4-4FC0-573B-4E93-B543993E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6CA3-99DB-FF35-5160-E365956A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7A617-B4C9-D11A-15A6-33D3AEE5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90688"/>
            <a:ext cx="107251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2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5C0D-F602-8167-0915-388611B2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C2AB-6708-4078-38CC-7C3B3046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6A34-6558-A00A-4F5D-934CDBBB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B58A7-A8B8-037C-5E4C-D7C995A4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38200"/>
            <a:ext cx="11144250" cy="5181600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AE820D3D-FC58-C201-3038-157F5E02CEC8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60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A857-74E8-E61D-695A-17B0AEF7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AD36-331F-2678-B2F7-DD1F61BC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479FC-233F-324B-4C62-6BF654F6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EC0F3-B7C4-0D82-7317-4B93C7F7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904875"/>
            <a:ext cx="11144250" cy="5048250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982CA62C-6143-A054-89D4-56BE849303FB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90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1D65-8910-2404-DF3C-B52E5D54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3D4B-DEB2-0ACE-1EB5-7B9358A4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EBC5D-CC64-A16D-B44D-18030AF97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59B43-C115-84DB-46C6-7D81EAD46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1223962"/>
            <a:ext cx="11172825" cy="4410075"/>
          </a:xfrm>
          <a:prstGeom prst="rect">
            <a:avLst/>
          </a:prstGeom>
        </p:spPr>
      </p:pic>
      <p:sp>
        <p:nvSpPr>
          <p:cNvPr id="4" name="Smiley Face 3">
            <a:extLst>
              <a:ext uri="{FF2B5EF4-FFF2-40B4-BE49-F238E27FC236}">
                <a16:creationId xmlns:a16="http://schemas.microsoft.com/office/drawing/2014/main" id="{24EB4F5F-946B-696D-D075-FFC4DD81DBF7}"/>
              </a:ext>
            </a:extLst>
          </p:cNvPr>
          <p:cNvSpPr/>
          <p:nvPr/>
        </p:nvSpPr>
        <p:spPr>
          <a:xfrm>
            <a:off x="8664166" y="552261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14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AAFC-BB7A-42EF-C888-95A8D57E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29C6-CC84-3B96-1D65-37DF785A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A6173F-E8C4-9F7F-76CD-6A4A6EC8E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59905"/>
            <a:ext cx="10515600" cy="3082778"/>
          </a:xfrm>
        </p:spPr>
      </p:pic>
    </p:spTree>
    <p:extLst>
      <p:ext uri="{BB962C8B-B14F-4D97-AF65-F5344CB8AC3E}">
        <p14:creationId xmlns:p14="http://schemas.microsoft.com/office/powerpoint/2010/main" val="393082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21</Words>
  <Application>Microsoft Office PowerPoint</Application>
  <PresentationFormat>Widescreen</PresentationFormat>
  <Paragraphs>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.5 two of four</vt:lpstr>
      <vt:lpstr>One right one missing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wrong</vt:lpstr>
      <vt:lpstr>wrong</vt:lpstr>
      <vt:lpstr>wrong</vt:lpstr>
      <vt:lpstr>PowerPoint Presentation</vt:lpstr>
      <vt:lpstr>PowerPoint Presentation</vt:lpstr>
      <vt:lpstr>PowerPoint Presentation</vt:lpstr>
      <vt:lpstr>1/2</vt:lpstr>
      <vt:lpstr>.13 of 1</vt:lpstr>
      <vt:lpstr>PowerPoint Presentation</vt:lpstr>
      <vt:lpstr>2/3</vt:lpstr>
      <vt:lpstr>PowerPoint Presentation</vt:lpstr>
      <vt:lpstr>PowerPoint Presentation</vt:lpstr>
      <vt:lpstr>.5</vt:lpstr>
      <vt:lpstr>PowerPoint Presentation</vt:lpstr>
      <vt:lpstr>PowerPoint Presentation</vt:lpstr>
      <vt:lpstr>PowerPoint Presentation</vt:lpstr>
      <vt:lpstr>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Morman (US), Brian J</dc:creator>
  <cp:lastModifiedBy>Morman (US), Brian J</cp:lastModifiedBy>
  <cp:revision>3</cp:revision>
  <dcterms:created xsi:type="dcterms:W3CDTF">2025-02-27T00:17:21Z</dcterms:created>
  <dcterms:modified xsi:type="dcterms:W3CDTF">2025-02-28T01:56:49Z</dcterms:modified>
</cp:coreProperties>
</file>