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7" r:id="rId2"/>
    <p:sldMasterId id="2147483705" r:id="rId3"/>
  </p:sldMasterIdLst>
  <p:notesMasterIdLst>
    <p:notesMasterId r:id="rId21"/>
  </p:notesMasterIdLst>
  <p:sldIdLst>
    <p:sldId id="2144552630" r:id="rId4"/>
    <p:sldId id="2147472399" r:id="rId5"/>
    <p:sldId id="2147472430" r:id="rId6"/>
    <p:sldId id="2147472431" r:id="rId7"/>
    <p:sldId id="2147472433" r:id="rId8"/>
    <p:sldId id="2147472434" r:id="rId9"/>
    <p:sldId id="2147472429" r:id="rId10"/>
    <p:sldId id="2147472405" r:id="rId11"/>
    <p:sldId id="2147472435" r:id="rId12"/>
    <p:sldId id="2147472428" r:id="rId13"/>
    <p:sldId id="2147472427" r:id="rId14"/>
    <p:sldId id="2147472420" r:id="rId15"/>
    <p:sldId id="2147472421" r:id="rId16"/>
    <p:sldId id="2147472422" r:id="rId17"/>
    <p:sldId id="2147472423" r:id="rId18"/>
    <p:sldId id="2147472390" r:id="rId19"/>
    <p:sldId id="214747243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9A6"/>
    <a:srgbClr val="0D3688"/>
    <a:srgbClr val="536B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4660"/>
  </p:normalViewPr>
  <p:slideViewPr>
    <p:cSldViewPr snapToGrid="0">
      <p:cViewPr>
        <p:scale>
          <a:sx n="66" d="100"/>
          <a:sy n="66" d="100"/>
        </p:scale>
        <p:origin x="797" y="437"/>
      </p:cViewPr>
      <p:guideLst/>
    </p:cSldViewPr>
  </p:slideViewPr>
  <p:notesTextViewPr>
    <p:cViewPr>
      <p:scale>
        <a:sx n="3" d="2"/>
        <a:sy n="3" d="2"/>
      </p:scale>
      <p:origin x="0" y="0"/>
    </p:cViewPr>
  </p:notesTextViewPr>
  <p:sorterViewPr>
    <p:cViewPr>
      <p:scale>
        <a:sx n="200" d="100"/>
        <a:sy n="200" d="100"/>
      </p:scale>
      <p:origin x="0" y="-73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AF7E66-B2C3-43E9-A231-F57843D2801E}" type="datetimeFigureOut">
              <a:rPr lang="en-US" smtClean="0"/>
              <a:t>11/20/2024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34DB9-D962-44D2-84B8-57EE695878AF}" type="slidenum">
              <a:rPr lang="en-US" smtClean="0"/>
              <a:t>‹#›</a:t>
            </a:fld>
            <a:endParaRPr lang="en-US"/>
          </a:p>
        </p:txBody>
      </p:sp>
    </p:spTree>
    <p:extLst>
      <p:ext uri="{BB962C8B-B14F-4D97-AF65-F5344CB8AC3E}">
        <p14:creationId xmlns:p14="http://schemas.microsoft.com/office/powerpoint/2010/main" val="2247970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9F009B-AA83-4291-81BE-194F11CE19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1623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_without grid">
    <p:spTree>
      <p:nvGrpSpPr>
        <p:cNvPr id="1" name=""/>
        <p:cNvGrpSpPr/>
        <p:nvPr/>
      </p:nvGrpSpPr>
      <p:grpSpPr>
        <a:xfrm>
          <a:off x="0" y="0"/>
          <a:ext cx="0" cy="0"/>
          <a:chOff x="0" y="0"/>
          <a:chExt cx="0" cy="0"/>
        </a:xfrm>
      </p:grpSpPr>
      <p:sp>
        <p:nvSpPr>
          <p:cNvPr id="4105" name="Rectangle 9"/>
          <p:cNvSpPr>
            <a:spLocks noGrp="1" noChangeArrowheads="1"/>
          </p:cNvSpPr>
          <p:nvPr>
            <p:ph type="ctrTitle"/>
          </p:nvPr>
        </p:nvSpPr>
        <p:spPr>
          <a:xfrm>
            <a:off x="457319" y="2552442"/>
            <a:ext cx="11286635" cy="609398"/>
          </a:xfrm>
        </p:spPr>
        <p:txBody>
          <a:bodyPr anchor="t"/>
          <a:lstStyle>
            <a:lvl1pPr>
              <a:defRPr sz="4400" b="1">
                <a:solidFill>
                  <a:schemeClr val="tx2"/>
                </a:solidFill>
              </a:defRPr>
            </a:lvl1pPr>
          </a:lstStyle>
          <a:p>
            <a:r>
              <a:rPr lang="en-US"/>
              <a:t>Click to edit Master title style</a:t>
            </a:r>
            <a:endParaRPr lang="en-US" dirty="0"/>
          </a:p>
        </p:txBody>
      </p:sp>
      <p:pic>
        <p:nvPicPr>
          <p:cNvPr id="11" name="Picture 2" descr="Boeing_RGBblue_standard"/>
          <p:cNvPicPr preferRelativeResize="0">
            <a:picLocks noChangeAspect="1" noChangeArrowheads="1"/>
          </p:cNvPicPr>
          <p:nvPr userDrawn="1"/>
        </p:nvPicPr>
        <p:blipFill>
          <a:blip r:embed="rId2" cstate="print"/>
          <a:srcRect/>
          <a:stretch>
            <a:fillRect/>
          </a:stretch>
        </p:blipFill>
        <p:spPr bwMode="auto">
          <a:xfrm>
            <a:off x="401743" y="361951"/>
            <a:ext cx="1838804" cy="442913"/>
          </a:xfrm>
          <a:prstGeom prst="rect">
            <a:avLst/>
          </a:prstGeom>
          <a:noFill/>
        </p:spPr>
      </p:pic>
      <p:sp>
        <p:nvSpPr>
          <p:cNvPr id="6" name="Text Placeholder 4"/>
          <p:cNvSpPr>
            <a:spLocks noGrp="1"/>
          </p:cNvSpPr>
          <p:nvPr>
            <p:ph type="body" sz="quarter" idx="10" hasCustomPrompt="1"/>
          </p:nvPr>
        </p:nvSpPr>
        <p:spPr>
          <a:xfrm>
            <a:off x="457319" y="4419602"/>
            <a:ext cx="5553910" cy="276999"/>
          </a:xfrm>
        </p:spPr>
        <p:txBody>
          <a:bodyPr/>
          <a:lstStyle>
            <a:lvl1pPr marL="0" indent="0">
              <a:buNone/>
              <a:defRPr sz="2000" b="1" baseline="0"/>
            </a:lvl1pPr>
          </a:lstStyle>
          <a:p>
            <a:pPr lvl="0"/>
            <a:r>
              <a:rPr lang="en-US" dirty="0"/>
              <a:t>Click to edit Presenter</a:t>
            </a:r>
          </a:p>
        </p:txBody>
      </p:sp>
      <p:sp>
        <p:nvSpPr>
          <p:cNvPr id="7" name="Content Placeholder 8"/>
          <p:cNvSpPr>
            <a:spLocks noGrp="1"/>
          </p:cNvSpPr>
          <p:nvPr>
            <p:ph sz="quarter" idx="11" hasCustomPrompt="1"/>
          </p:nvPr>
        </p:nvSpPr>
        <p:spPr>
          <a:xfrm>
            <a:off x="6168706" y="4419602"/>
            <a:ext cx="5575248" cy="307777"/>
          </a:xfrm>
        </p:spPr>
        <p:txBody>
          <a:bodyPr/>
          <a:lstStyle>
            <a:lvl1pPr marL="225425" marR="0" indent="-225425"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sz="2000" b="1" baseline="0"/>
            </a:lvl1pPr>
          </a:lstStyle>
          <a:p>
            <a:pPr marL="225425" marR="0" lvl="0" indent="-225425"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a:pPr>
            <a:r>
              <a:rPr lang="en-US" dirty="0"/>
              <a:t>Click to edit Presenter</a:t>
            </a:r>
          </a:p>
        </p:txBody>
      </p:sp>
      <p:sp>
        <p:nvSpPr>
          <p:cNvPr id="8" name="Text Placeholder 12"/>
          <p:cNvSpPr>
            <a:spLocks noGrp="1"/>
          </p:cNvSpPr>
          <p:nvPr>
            <p:ph type="body" sz="quarter" idx="12" hasCustomPrompt="1"/>
          </p:nvPr>
        </p:nvSpPr>
        <p:spPr>
          <a:xfrm>
            <a:off x="457319" y="4876801"/>
            <a:ext cx="5553911" cy="276999"/>
          </a:xfrm>
        </p:spPr>
        <p:txBody>
          <a:bodyPr/>
          <a:lstStyle>
            <a:lvl1pPr marL="0" indent="0">
              <a:buNone/>
              <a:defRPr sz="2000" b="0"/>
            </a:lvl1pPr>
          </a:lstStyle>
          <a:p>
            <a:pPr lvl="0"/>
            <a:r>
              <a:rPr lang="en-US" dirty="0"/>
              <a:t>Click to </a:t>
            </a:r>
            <a:r>
              <a:rPr lang="en-US"/>
              <a:t>edit Title</a:t>
            </a:r>
            <a:endParaRPr lang="en-US" dirty="0"/>
          </a:p>
        </p:txBody>
      </p:sp>
      <p:sp>
        <p:nvSpPr>
          <p:cNvPr id="9" name="Text Placeholder 14"/>
          <p:cNvSpPr>
            <a:spLocks noGrp="1"/>
          </p:cNvSpPr>
          <p:nvPr>
            <p:ph type="body" sz="quarter" idx="13" hasCustomPrompt="1"/>
          </p:nvPr>
        </p:nvSpPr>
        <p:spPr>
          <a:xfrm>
            <a:off x="6168706" y="4876801"/>
            <a:ext cx="5575248" cy="307777"/>
          </a:xfrm>
        </p:spPr>
        <p:txBody>
          <a:bodyPr/>
          <a:lstStyle>
            <a:lvl1pPr marL="0" marR="0" indent="0"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sz="2000" b="0" baseline="0"/>
            </a:lvl1pPr>
          </a:lstStyle>
          <a:p>
            <a:pPr marL="225425" marR="0" lvl="0" indent="-225425"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a:pPr>
            <a:r>
              <a:rPr lang="en-US" dirty="0"/>
              <a:t>Click to edit Title</a:t>
            </a:r>
          </a:p>
        </p:txBody>
      </p:sp>
      <p:sp>
        <p:nvSpPr>
          <p:cNvPr id="10" name="Text Placeholder 16"/>
          <p:cNvSpPr>
            <a:spLocks noGrp="1"/>
          </p:cNvSpPr>
          <p:nvPr>
            <p:ph type="body" sz="quarter" idx="14" hasCustomPrompt="1"/>
          </p:nvPr>
        </p:nvSpPr>
        <p:spPr>
          <a:xfrm>
            <a:off x="457319" y="5596598"/>
            <a:ext cx="5428778" cy="221599"/>
          </a:xfrm>
        </p:spPr>
        <p:txBody>
          <a:bodyPr/>
          <a:lstStyle>
            <a:lvl1pPr marL="0" indent="0">
              <a:buNone/>
              <a:defRPr sz="1600" b="0"/>
            </a:lvl1pPr>
          </a:lstStyle>
          <a:p>
            <a:pPr lvl="0"/>
            <a:r>
              <a:rPr lang="en-US" dirty="0"/>
              <a:t>Click to edit Date [Month, Day, Year]</a:t>
            </a:r>
          </a:p>
        </p:txBody>
      </p:sp>
    </p:spTree>
    <p:extLst>
      <p:ext uri="{BB962C8B-B14F-4D97-AF65-F5344CB8AC3E}">
        <p14:creationId xmlns:p14="http://schemas.microsoft.com/office/powerpoint/2010/main" val="326522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Banner_without grid">
    <p:spTree>
      <p:nvGrpSpPr>
        <p:cNvPr id="1" name=""/>
        <p:cNvGrpSpPr/>
        <p:nvPr/>
      </p:nvGrpSpPr>
      <p:grpSpPr>
        <a:xfrm>
          <a:off x="0" y="0"/>
          <a:ext cx="0" cy="0"/>
          <a:chOff x="0" y="0"/>
          <a:chExt cx="0" cy="0"/>
        </a:xfrm>
      </p:grpSpPr>
      <p:sp>
        <p:nvSpPr>
          <p:cNvPr id="2" name="Title 1"/>
          <p:cNvSpPr>
            <a:spLocks noGrp="1"/>
          </p:cNvSpPr>
          <p:nvPr>
            <p:ph type="title"/>
          </p:nvPr>
        </p:nvSpPr>
        <p:spPr>
          <a:xfrm>
            <a:off x="457319" y="236540"/>
            <a:ext cx="11286635" cy="820737"/>
          </a:xfrm>
        </p:spPr>
        <p:txBody>
          <a:bodyPr/>
          <a:lstStyle/>
          <a:p>
            <a:r>
              <a:rPr lang="en-US"/>
              <a:t>Click to edit Master title style</a:t>
            </a:r>
            <a:endParaRPr lang="en-US" dirty="0"/>
          </a:p>
        </p:txBody>
      </p:sp>
      <p:sp>
        <p:nvSpPr>
          <p:cNvPr id="3" name="Content Placeholder 2"/>
          <p:cNvSpPr>
            <a:spLocks noGrp="1"/>
          </p:cNvSpPr>
          <p:nvPr>
            <p:ph idx="1" hasCustomPrompt="1"/>
          </p:nvPr>
        </p:nvSpPr>
        <p:spPr>
          <a:xfrm>
            <a:off x="457320" y="1394723"/>
            <a:ext cx="11286635" cy="1938992"/>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dirty="0"/>
              <a:t>Click to edit Master text styles [Attempt to keep bullet points to one line when possible]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8"/>
          <p:cNvSpPr>
            <a:spLocks noGrp="1"/>
          </p:cNvSpPr>
          <p:nvPr>
            <p:ph type="body" sz="quarter" idx="12" hasCustomPrompt="1"/>
          </p:nvPr>
        </p:nvSpPr>
        <p:spPr>
          <a:xfrm>
            <a:off x="457320" y="6079968"/>
            <a:ext cx="11317935" cy="397032"/>
          </a:xfrm>
          <a:solidFill>
            <a:srgbClr val="0033A1"/>
          </a:solidFill>
        </p:spPr>
        <p:txBody>
          <a:bodyPr lIns="45720" tIns="45720" rIns="45720" bIns="45720" anchor="b" anchorCtr="1"/>
          <a:lstStyle>
            <a:lvl1pPr marL="0" indent="0" algn="ctr">
              <a:buNone/>
              <a:defRPr baseline="0">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edit banner text – Delete if not needed</a:t>
            </a:r>
          </a:p>
        </p:txBody>
      </p:sp>
      <p:sp>
        <p:nvSpPr>
          <p:cNvPr id="7"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1000">
                <a:solidFill>
                  <a:schemeClr val="bg1">
                    <a:lumMod val="50000"/>
                  </a:schemeClr>
                </a:solidFill>
              </a:defRPr>
            </a:lvl1pPr>
          </a:lstStyle>
          <a:p>
            <a:fld id="{689318A1-174D-4DEE-8106-03A37B9BCF15}" type="slidenum">
              <a:rPr lang="en-US" smtClean="0"/>
              <a:pPr/>
              <a:t>‹#›</a:t>
            </a:fld>
            <a:endParaRPr lang="en-US" dirty="0"/>
          </a:p>
        </p:txBody>
      </p:sp>
    </p:spTree>
    <p:extLst>
      <p:ext uri="{BB962C8B-B14F-4D97-AF65-F5344CB8AC3E}">
        <p14:creationId xmlns:p14="http://schemas.microsoft.com/office/powerpoint/2010/main" val="108060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_without grid">
    <p:spTree>
      <p:nvGrpSpPr>
        <p:cNvPr id="1" name=""/>
        <p:cNvGrpSpPr/>
        <p:nvPr/>
      </p:nvGrpSpPr>
      <p:grpSpPr>
        <a:xfrm>
          <a:off x="0" y="0"/>
          <a:ext cx="0" cy="0"/>
          <a:chOff x="0" y="0"/>
          <a:chExt cx="0" cy="0"/>
        </a:xfrm>
      </p:grpSpPr>
      <p:sp>
        <p:nvSpPr>
          <p:cNvPr id="2" name="Title 1"/>
          <p:cNvSpPr>
            <a:spLocks noGrp="1"/>
          </p:cNvSpPr>
          <p:nvPr>
            <p:ph type="title"/>
          </p:nvPr>
        </p:nvSpPr>
        <p:spPr>
          <a:xfrm>
            <a:off x="457319" y="236540"/>
            <a:ext cx="11286635" cy="820737"/>
          </a:xfrm>
        </p:spPr>
        <p:txBody>
          <a:bodyPr/>
          <a:lstStyle/>
          <a:p>
            <a:r>
              <a:rPr lang="en-US"/>
              <a:t>Click to edit Master title style</a:t>
            </a:r>
            <a:endParaRPr lang="en-US" dirty="0"/>
          </a:p>
        </p:txBody>
      </p:sp>
      <p:sp>
        <p:nvSpPr>
          <p:cNvPr id="7"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1000">
                <a:solidFill>
                  <a:schemeClr val="bg1">
                    <a:lumMod val="50000"/>
                  </a:schemeClr>
                </a:solidFill>
              </a:defRPr>
            </a:lvl1pPr>
          </a:lstStyle>
          <a:p>
            <a:fld id="{689318A1-174D-4DEE-8106-03A37B9BCF15}" type="slidenum">
              <a:rPr lang="en-US" smtClean="0"/>
              <a:pPr/>
              <a:t>‹#›</a:t>
            </a:fld>
            <a:endParaRPr lang="en-US" dirty="0"/>
          </a:p>
        </p:txBody>
      </p:sp>
      <p:sp>
        <p:nvSpPr>
          <p:cNvPr id="8" name="Text Placeholder 8"/>
          <p:cNvSpPr>
            <a:spLocks noGrp="1"/>
          </p:cNvSpPr>
          <p:nvPr>
            <p:ph type="body" sz="quarter" idx="12" hasCustomPrompt="1"/>
          </p:nvPr>
        </p:nvSpPr>
        <p:spPr>
          <a:xfrm>
            <a:off x="457320" y="6079968"/>
            <a:ext cx="11317935" cy="397032"/>
          </a:xfrm>
          <a:solidFill>
            <a:srgbClr val="0033A1"/>
          </a:solidFill>
        </p:spPr>
        <p:txBody>
          <a:bodyPr lIns="45720" tIns="45720" rIns="45720" bIns="45720" anchor="b" anchorCtr="1"/>
          <a:lstStyle>
            <a:lvl1pPr marL="0" indent="0" algn="ctr">
              <a:buNone/>
              <a:defRPr baseline="0">
                <a:solidFill>
                  <a:schemeClr val="bg1"/>
                </a:solidFill>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dirty="0"/>
              <a:t>Click to edit banner text – Delete if not needed</a:t>
            </a:r>
          </a:p>
        </p:txBody>
      </p:sp>
    </p:spTree>
    <p:extLst>
      <p:ext uri="{BB962C8B-B14F-4D97-AF65-F5344CB8AC3E}">
        <p14:creationId xmlns:p14="http://schemas.microsoft.com/office/powerpoint/2010/main" val="53379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without grid">
    <p:spTree>
      <p:nvGrpSpPr>
        <p:cNvPr id="1" name=""/>
        <p:cNvGrpSpPr/>
        <p:nvPr/>
      </p:nvGrpSpPr>
      <p:grpSpPr>
        <a:xfrm>
          <a:off x="0" y="0"/>
          <a:ext cx="0" cy="0"/>
          <a:chOff x="0" y="0"/>
          <a:chExt cx="0" cy="0"/>
        </a:xfrm>
      </p:grpSpPr>
      <p:sp>
        <p:nvSpPr>
          <p:cNvPr id="4"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1000">
                <a:solidFill>
                  <a:schemeClr val="bg1">
                    <a:lumMod val="50000"/>
                  </a:schemeClr>
                </a:solidFill>
              </a:defRPr>
            </a:lvl1pPr>
          </a:lstStyle>
          <a:p>
            <a:fld id="{689318A1-174D-4DEE-8106-03A37B9BCF15}" type="slidenum">
              <a:rPr lang="en-US" smtClean="0"/>
              <a:pPr/>
              <a:t>‹#›</a:t>
            </a:fld>
            <a:endParaRPr lang="en-US" dirty="0"/>
          </a:p>
        </p:txBody>
      </p:sp>
    </p:spTree>
    <p:extLst>
      <p:ext uri="{BB962C8B-B14F-4D97-AF65-F5344CB8AC3E}">
        <p14:creationId xmlns:p14="http://schemas.microsoft.com/office/powerpoint/2010/main" val="143438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_without gri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319" y="1513991"/>
            <a:ext cx="5431366" cy="1634294"/>
          </a:xfrm>
        </p:spPr>
        <p:txBody>
          <a:bodyPr/>
          <a:lstStyle>
            <a:lvl1pPr>
              <a:defRPr sz="2200">
                <a:solidFill>
                  <a:schemeClr val="tx1">
                    <a:lumMod val="75000"/>
                    <a:lumOff val="25000"/>
                  </a:schemeClr>
                </a:solidFill>
              </a:defRPr>
            </a:lvl1pPr>
            <a:lvl2pPr>
              <a:defRPr sz="2000">
                <a:solidFill>
                  <a:schemeClr val="tx1">
                    <a:lumMod val="75000"/>
                    <a:lumOff val="25000"/>
                  </a:schemeClr>
                </a:solidFill>
              </a:defRPr>
            </a:lvl2pPr>
            <a:lvl3pPr>
              <a:defRPr sz="1800">
                <a:solidFill>
                  <a:schemeClr val="tx1">
                    <a:lumMod val="75000"/>
                    <a:lumOff val="25000"/>
                  </a:schemeClr>
                </a:solidFill>
              </a:defRPr>
            </a:lvl3pPr>
            <a:lvl4pPr>
              <a:defRPr sz="1800">
                <a:solidFill>
                  <a:schemeClr val="tx1">
                    <a:lumMod val="75000"/>
                    <a:lumOff val="25000"/>
                  </a:schemeClr>
                </a:solidFill>
              </a:defRPr>
            </a:lvl4pPr>
            <a:lvl5pPr>
              <a:defRPr sz="1600">
                <a:solidFill>
                  <a:schemeClr val="tx1">
                    <a:lumMod val="75000"/>
                    <a:lumOff val="2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2310" y="1513991"/>
            <a:ext cx="5433483" cy="1634294"/>
          </a:xfrm>
        </p:spPr>
        <p:txBody>
          <a:bodyPr/>
          <a:lstStyle>
            <a:lvl1pPr>
              <a:defRPr sz="2200">
                <a:solidFill>
                  <a:schemeClr val="tx1">
                    <a:lumMod val="75000"/>
                    <a:lumOff val="25000"/>
                  </a:schemeClr>
                </a:solidFill>
              </a:defRPr>
            </a:lvl1pPr>
            <a:lvl2pPr>
              <a:defRPr sz="2000">
                <a:solidFill>
                  <a:schemeClr val="tx1">
                    <a:lumMod val="75000"/>
                    <a:lumOff val="25000"/>
                  </a:schemeClr>
                </a:solidFill>
              </a:defRPr>
            </a:lvl2pPr>
            <a:lvl3pPr>
              <a:defRPr sz="1800">
                <a:solidFill>
                  <a:schemeClr val="tx1">
                    <a:lumMod val="75000"/>
                    <a:lumOff val="25000"/>
                  </a:schemeClr>
                </a:solidFill>
              </a:defRPr>
            </a:lvl3pPr>
            <a:lvl4pPr>
              <a:defRPr sz="1800">
                <a:solidFill>
                  <a:schemeClr val="tx1">
                    <a:lumMod val="75000"/>
                    <a:lumOff val="25000"/>
                  </a:schemeClr>
                </a:solidFill>
              </a:defRPr>
            </a:lvl4pPr>
            <a:lvl5pPr>
              <a:defRPr sz="1600">
                <a:solidFill>
                  <a:schemeClr val="tx1">
                    <a:lumMod val="75000"/>
                    <a:lumOff val="25000"/>
                  </a:schemeClr>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p:cNvSpPr>
            <a:spLocks noGrp="1"/>
          </p:cNvSpPr>
          <p:nvPr>
            <p:ph type="title"/>
          </p:nvPr>
        </p:nvSpPr>
        <p:spPr>
          <a:xfrm>
            <a:off x="457319" y="236540"/>
            <a:ext cx="11286635" cy="820737"/>
          </a:xfrm>
        </p:spPr>
        <p:txBody>
          <a:bodyPr/>
          <a:lstStyle/>
          <a:p>
            <a:r>
              <a:rPr lang="en-US"/>
              <a:t>Click to edit Master title style</a:t>
            </a:r>
            <a:endParaRPr lang="en-US" dirty="0"/>
          </a:p>
        </p:txBody>
      </p:sp>
      <p:sp>
        <p:nvSpPr>
          <p:cNvPr id="9"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1000">
                <a:solidFill>
                  <a:schemeClr val="bg1">
                    <a:lumMod val="50000"/>
                  </a:schemeClr>
                </a:solidFill>
              </a:defRPr>
            </a:lvl1pPr>
          </a:lstStyle>
          <a:p>
            <a:fld id="{689318A1-174D-4DEE-8106-03A37B9BCF15}" type="slidenum">
              <a:rPr lang="en-US" smtClean="0"/>
              <a:pPr/>
              <a:t>‹#›</a:t>
            </a:fld>
            <a:endParaRPr lang="en-US" dirty="0"/>
          </a:p>
        </p:txBody>
      </p:sp>
    </p:spTree>
    <p:extLst>
      <p:ext uri="{BB962C8B-B14F-4D97-AF65-F5344CB8AC3E}">
        <p14:creationId xmlns:p14="http://schemas.microsoft.com/office/powerpoint/2010/main" val="1205383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_without grid">
    <p:spTree>
      <p:nvGrpSpPr>
        <p:cNvPr id="1" name=""/>
        <p:cNvGrpSpPr/>
        <p:nvPr/>
      </p:nvGrpSpPr>
      <p:grpSpPr>
        <a:xfrm>
          <a:off x="0" y="0"/>
          <a:ext cx="0" cy="0"/>
          <a:chOff x="0" y="0"/>
          <a:chExt cx="0" cy="0"/>
        </a:xfrm>
      </p:grpSpPr>
      <p:sp>
        <p:nvSpPr>
          <p:cNvPr id="10" name="Text Placeholder 2"/>
          <p:cNvSpPr>
            <a:spLocks noGrp="1"/>
          </p:cNvSpPr>
          <p:nvPr>
            <p:ph type="body" idx="1"/>
          </p:nvPr>
        </p:nvSpPr>
        <p:spPr>
          <a:xfrm>
            <a:off x="457319" y="1523931"/>
            <a:ext cx="5386917" cy="304699"/>
          </a:xfrm>
        </p:spPr>
        <p:txBody>
          <a:bodyPr anchor="b"/>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3"/>
          <p:cNvSpPr>
            <a:spLocks noGrp="1"/>
          </p:cNvSpPr>
          <p:nvPr>
            <p:ph sz="half" idx="2"/>
          </p:nvPr>
        </p:nvSpPr>
        <p:spPr>
          <a:xfrm>
            <a:off x="457319" y="1828629"/>
            <a:ext cx="5386917" cy="16250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3"/>
          </p:nvPr>
        </p:nvSpPr>
        <p:spPr>
          <a:xfrm>
            <a:off x="6360537" y="1523931"/>
            <a:ext cx="5389033" cy="304699"/>
          </a:xfrm>
        </p:spPr>
        <p:txBody>
          <a:bodyPr anchor="b"/>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4"/>
          </p:nvPr>
        </p:nvSpPr>
        <p:spPr>
          <a:xfrm>
            <a:off x="6360537" y="1828629"/>
            <a:ext cx="5389033" cy="16250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
          <p:cNvSpPr>
            <a:spLocks noGrp="1"/>
          </p:cNvSpPr>
          <p:nvPr>
            <p:ph type="title"/>
          </p:nvPr>
        </p:nvSpPr>
        <p:spPr>
          <a:xfrm>
            <a:off x="457319" y="236540"/>
            <a:ext cx="11286635" cy="820737"/>
          </a:xfrm>
        </p:spPr>
        <p:txBody>
          <a:bodyPr/>
          <a:lstStyle/>
          <a:p>
            <a:r>
              <a:rPr lang="en-US"/>
              <a:t>Click to edit Master title style</a:t>
            </a:r>
            <a:endParaRPr lang="en-US" dirty="0"/>
          </a:p>
        </p:txBody>
      </p:sp>
      <p:sp>
        <p:nvSpPr>
          <p:cNvPr id="15" name="Rectangle 7"/>
          <p:cNvSpPr>
            <a:spLocks noGrp="1" noChangeArrowheads="1"/>
          </p:cNvSpPr>
          <p:nvPr>
            <p:ph type="sldNum" sz="quarter" idx="12"/>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1000">
                <a:solidFill>
                  <a:schemeClr val="bg1">
                    <a:lumMod val="50000"/>
                  </a:schemeClr>
                </a:solidFill>
              </a:defRPr>
            </a:lvl1pPr>
          </a:lstStyle>
          <a:p>
            <a:fld id="{689318A1-174D-4DEE-8106-03A37B9BCF15}" type="slidenum">
              <a:rPr lang="en-US" smtClean="0"/>
              <a:pPr/>
              <a:t>‹#›</a:t>
            </a:fld>
            <a:endParaRPr lang="en-US" dirty="0"/>
          </a:p>
        </p:txBody>
      </p:sp>
    </p:spTree>
    <p:extLst>
      <p:ext uri="{BB962C8B-B14F-4D97-AF65-F5344CB8AC3E}">
        <p14:creationId xmlns:p14="http://schemas.microsoft.com/office/powerpoint/2010/main" val="4104475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2_Title Slide">
    <p:spTree>
      <p:nvGrpSpPr>
        <p:cNvPr id="1" name=""/>
        <p:cNvGrpSpPr/>
        <p:nvPr/>
      </p:nvGrpSpPr>
      <p:grpSpPr>
        <a:xfrm>
          <a:off x="0" y="0"/>
          <a:ext cx="0" cy="0"/>
          <a:chOff x="0" y="0"/>
          <a:chExt cx="0" cy="0"/>
        </a:xfrm>
      </p:grpSpPr>
      <p:sp>
        <p:nvSpPr>
          <p:cNvPr id="13" name="Rectangle 12"/>
          <p:cNvSpPr/>
          <p:nvPr userDrawn="1"/>
        </p:nvSpPr>
        <p:spPr>
          <a:xfrm>
            <a:off x="0" y="0"/>
            <a:ext cx="12192000" cy="4585153"/>
          </a:xfrm>
          <a:prstGeom prst="rect">
            <a:avLst/>
          </a:prstGeom>
          <a:solidFill>
            <a:srgbClr val="0039A6"/>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ndParaRPr>
          </a:p>
        </p:txBody>
      </p:sp>
      <p:pic>
        <p:nvPicPr>
          <p:cNvPr id="264239" name="Picture 47" descr="Boeing_white_standard"/>
          <p:cNvPicPr>
            <a:picLocks noChangeAspect="1" noChangeArrowheads="1"/>
          </p:cNvPicPr>
          <p:nvPr/>
        </p:nvPicPr>
        <p:blipFill>
          <a:blip r:embed="rId2" cstate="print"/>
          <a:srcRect/>
          <a:stretch>
            <a:fillRect/>
          </a:stretch>
        </p:blipFill>
        <p:spPr bwMode="auto">
          <a:xfrm>
            <a:off x="537633" y="363539"/>
            <a:ext cx="2474384" cy="602376"/>
          </a:xfrm>
          <a:prstGeom prst="rect">
            <a:avLst/>
          </a:prstGeom>
          <a:noFill/>
        </p:spPr>
      </p:pic>
      <p:sp>
        <p:nvSpPr>
          <p:cNvPr id="264253" name="Rectangle 61"/>
          <p:cNvSpPr>
            <a:spLocks noChangeArrowheads="1"/>
          </p:cNvSpPr>
          <p:nvPr/>
        </p:nvSpPr>
        <p:spPr bwMode="auto">
          <a:xfrm>
            <a:off x="586318" y="6658300"/>
            <a:ext cx="2753783" cy="110800"/>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2020 Boeing. All rights reserved.</a:t>
            </a:r>
          </a:p>
        </p:txBody>
      </p:sp>
      <p:sp>
        <p:nvSpPr>
          <p:cNvPr id="62" name="Title 1"/>
          <p:cNvSpPr>
            <a:spLocks noGrp="1"/>
          </p:cNvSpPr>
          <p:nvPr>
            <p:ph type="ctrTitle" sz="quarter"/>
          </p:nvPr>
        </p:nvSpPr>
        <p:spPr>
          <a:xfrm>
            <a:off x="609600" y="2529450"/>
            <a:ext cx="10363200" cy="710964"/>
          </a:xfrm>
        </p:spPr>
        <p:txBody>
          <a:bodyPr anchor="ctr" anchorCtr="0"/>
          <a:lstStyle>
            <a:lvl1pPr>
              <a:defRPr sz="4800" b="0">
                <a:solidFill>
                  <a:schemeClr val="bg1"/>
                </a:solidFill>
              </a:defRPr>
            </a:lvl1pPr>
          </a:lstStyle>
          <a:p>
            <a:r>
              <a:rPr lang="en-US"/>
              <a:t>Click to edit Master title style</a:t>
            </a:r>
            <a:endParaRPr lang="en-US" dirty="0"/>
          </a:p>
        </p:txBody>
      </p:sp>
      <p:sp>
        <p:nvSpPr>
          <p:cNvPr id="63" name="Subtitle 2"/>
          <p:cNvSpPr>
            <a:spLocks noGrp="1"/>
          </p:cNvSpPr>
          <p:nvPr>
            <p:ph type="subTitle" sz="quarter" idx="1"/>
          </p:nvPr>
        </p:nvSpPr>
        <p:spPr>
          <a:xfrm>
            <a:off x="609601" y="4637994"/>
            <a:ext cx="11002433" cy="387798"/>
          </a:xfrm>
        </p:spPr>
        <p:txBody>
          <a:bodyPr/>
          <a:lstStyle>
            <a:lvl1pPr marL="0" indent="0">
              <a:buFontTx/>
              <a:buNone/>
              <a:defRPr sz="2800" b="0">
                <a:solidFill>
                  <a:srgbClr val="788288"/>
                </a:solidFill>
              </a:defRPr>
            </a:lvl1pPr>
          </a:lstStyle>
          <a:p>
            <a:r>
              <a:rPr lang="en-US"/>
              <a:t>Click to edit Master subtitle style</a:t>
            </a:r>
            <a:endParaRPr lang="en-US" dirty="0"/>
          </a:p>
        </p:txBody>
      </p:sp>
      <p:sp>
        <p:nvSpPr>
          <p:cNvPr id="4" name="Slide Number Placeholder 3"/>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9" name="TextBox 18"/>
          <p:cNvSpPr txBox="1"/>
          <p:nvPr/>
        </p:nvSpPr>
        <p:spPr>
          <a:xfrm>
            <a:off x="8004548" y="539497"/>
            <a:ext cx="2889509"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a:solidFill>
                  <a:srgbClr val="FFFFFF"/>
                </a:solidFill>
              </a:rPr>
              <a:t>Engineering, Test &amp; Technology</a:t>
            </a:r>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76489" y="808638"/>
            <a:ext cx="2745626" cy="550113"/>
          </a:xfrm>
          <a:prstGeom prst="rect">
            <a:avLst/>
          </a:prstGeom>
        </p:spPr>
      </p:pic>
    </p:spTree>
    <p:extLst>
      <p:ext uri="{BB962C8B-B14F-4D97-AF65-F5344CB8AC3E}">
        <p14:creationId xmlns:p14="http://schemas.microsoft.com/office/powerpoint/2010/main" val="2826327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
        <p:nvSpPr>
          <p:cNvPr id="12" name="Rectangle 11"/>
          <p:cNvSpPr/>
          <p:nvPr userDrawn="1"/>
        </p:nvSpPr>
        <p:spPr>
          <a:xfrm>
            <a:off x="0" y="4585155"/>
            <a:ext cx="12192000" cy="2272845"/>
          </a:xfrm>
          <a:prstGeom prst="rect">
            <a:avLst/>
          </a:prstGeom>
          <a:solidFill>
            <a:srgbClr val="0039A6"/>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ndParaRPr>
          </a:p>
        </p:txBody>
      </p:sp>
      <p:pic>
        <p:nvPicPr>
          <p:cNvPr id="13" name="Picture 53" descr="Boeing_RGBblue_standard"/>
          <p:cNvPicPr preferRelativeResize="0">
            <a:picLocks noChangeAspect="1" noChangeArrowheads="1"/>
          </p:cNvPicPr>
          <p:nvPr/>
        </p:nvPicPr>
        <p:blipFill>
          <a:blip r:embed="rId2" cstate="print"/>
          <a:srcRect/>
          <a:stretch>
            <a:fillRect/>
          </a:stretch>
        </p:blipFill>
        <p:spPr bwMode="auto">
          <a:xfrm>
            <a:off x="535518" y="361951"/>
            <a:ext cx="2451100" cy="534991"/>
          </a:xfrm>
          <a:prstGeom prst="rect">
            <a:avLst/>
          </a:prstGeom>
          <a:noFill/>
        </p:spPr>
      </p:pic>
      <p:sp>
        <p:nvSpPr>
          <p:cNvPr id="264253" name="Rectangle 61"/>
          <p:cNvSpPr>
            <a:spLocks noChangeArrowheads="1"/>
          </p:cNvSpPr>
          <p:nvPr/>
        </p:nvSpPr>
        <p:spPr bwMode="auto">
          <a:xfrm>
            <a:off x="586318" y="6658300"/>
            <a:ext cx="2753783" cy="110800"/>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2020 Boeing. All rights reserved.</a:t>
            </a:r>
          </a:p>
        </p:txBody>
      </p:sp>
      <p:sp>
        <p:nvSpPr>
          <p:cNvPr id="62" name="Title 1"/>
          <p:cNvSpPr>
            <a:spLocks noGrp="1"/>
          </p:cNvSpPr>
          <p:nvPr>
            <p:ph type="ctrTitle" sz="quarter"/>
          </p:nvPr>
        </p:nvSpPr>
        <p:spPr>
          <a:xfrm>
            <a:off x="609600" y="2529450"/>
            <a:ext cx="10363200" cy="710964"/>
          </a:xfrm>
        </p:spPr>
        <p:txBody>
          <a:bodyPr anchor="ctr" anchorCtr="0"/>
          <a:lstStyle>
            <a:lvl1pPr>
              <a:defRPr sz="4800" b="0">
                <a:solidFill>
                  <a:schemeClr val="tx2"/>
                </a:solidFill>
              </a:defRPr>
            </a:lvl1pPr>
          </a:lstStyle>
          <a:p>
            <a:r>
              <a:rPr lang="en-US"/>
              <a:t>Click to edit Master title style</a:t>
            </a:r>
            <a:endParaRPr lang="en-US" dirty="0"/>
          </a:p>
        </p:txBody>
      </p:sp>
      <p:sp>
        <p:nvSpPr>
          <p:cNvPr id="63" name="Subtitle 2"/>
          <p:cNvSpPr>
            <a:spLocks noGrp="1"/>
          </p:cNvSpPr>
          <p:nvPr>
            <p:ph type="subTitle" sz="quarter" idx="1"/>
          </p:nvPr>
        </p:nvSpPr>
        <p:spPr>
          <a:xfrm>
            <a:off x="609601" y="4637994"/>
            <a:ext cx="11002433" cy="387798"/>
          </a:xfrm>
        </p:spPr>
        <p:txBody>
          <a:bodyPr/>
          <a:lstStyle>
            <a:lvl1pPr marL="0" indent="0">
              <a:buFontTx/>
              <a:buNone/>
              <a:defRPr sz="2800" b="0">
                <a:solidFill>
                  <a:schemeClr val="bg1"/>
                </a:solidFill>
              </a:defRPr>
            </a:lvl1pPr>
          </a:lstStyle>
          <a:p>
            <a:r>
              <a:rPr lang="en-US"/>
              <a:t>Click to edit Master subtitle style</a:t>
            </a:r>
            <a:endParaRPr lang="en-US" dirty="0"/>
          </a:p>
        </p:txBody>
      </p:sp>
      <p:sp>
        <p:nvSpPr>
          <p:cNvPr id="2" name="Slide Number Placeholder 1"/>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9" name="TextBox 18"/>
          <p:cNvSpPr txBox="1"/>
          <p:nvPr/>
        </p:nvSpPr>
        <p:spPr>
          <a:xfrm>
            <a:off x="8007641" y="539497"/>
            <a:ext cx="2889509"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a:solidFill>
                  <a:srgbClr val="0039A6"/>
                </a:solidFill>
              </a:rPr>
              <a:t>Engineering, Test &amp; Technology</a:t>
            </a:r>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80795" y="804864"/>
            <a:ext cx="2743200" cy="498763"/>
          </a:xfrm>
          <a:prstGeom prst="rect">
            <a:avLst/>
          </a:prstGeom>
        </p:spPr>
      </p:pic>
    </p:spTree>
    <p:extLst>
      <p:ext uri="{BB962C8B-B14F-4D97-AF65-F5344CB8AC3E}">
        <p14:creationId xmlns:p14="http://schemas.microsoft.com/office/powerpoint/2010/main" val="358917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6" name="Rectangle 4"/>
          <p:cNvSpPr>
            <a:spLocks noGrp="1" noChangeArrowheads="1"/>
          </p:cNvSpPr>
          <p:nvPr>
            <p:ph idx="1"/>
          </p:nvPr>
        </p:nvSpPr>
        <p:spPr bwMode="auto">
          <a:xfrm>
            <a:off x="633984" y="1572768"/>
            <a:ext cx="10972800" cy="1163395"/>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37703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fontAlgn="base">
              <a:spcBef>
                <a:spcPct val="0"/>
              </a:spcBef>
              <a:spcAft>
                <a:spcPct val="0"/>
              </a:spcAft>
            </a:pPr>
            <a:r>
              <a:rPr lang="en-US" sz="1000" dirty="0">
                <a:solidFill>
                  <a:srgbClr val="FFFFFF">
                    <a:lumMod val="50000"/>
                  </a:srgbClr>
                </a:solidFill>
              </a:rPr>
              <a:t> </a:t>
            </a: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spTree>
    <p:extLst>
      <p:ext uri="{BB962C8B-B14F-4D97-AF65-F5344CB8AC3E}">
        <p14:creationId xmlns:p14="http://schemas.microsoft.com/office/powerpoint/2010/main" val="138051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4" name="Slide Number Placeholder 3"/>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8" name="Text Placeholder 8"/>
          <p:cNvSpPr>
            <a:spLocks noGrp="1"/>
          </p:cNvSpPr>
          <p:nvPr>
            <p:ph type="body" sz="quarter" idx="13"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2892666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Placeholder 3"/>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227187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Slide Number Placeholder 2"/>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9267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4003900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461760" y="1600200"/>
            <a:ext cx="512064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6" name="Slide Number Placeholder 5"/>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4135108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Subtitl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461760" y="1600200"/>
            <a:ext cx="512064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6" name="Slide Number Placeholder 5"/>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13"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2272369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461760" y="1600200"/>
            <a:ext cx="512064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43363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ubtitle and Content + stopligh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274320" indent="-274320">
              <a:buFontTx/>
              <a:buBlip>
                <a:blip r:embed="rId2"/>
              </a:buBlip>
              <a:defRPr/>
            </a:lvl1pPr>
            <a:lvl2pPr marL="457200" indent="-182880">
              <a:defRPr/>
            </a:lvl2pPr>
            <a:lvl3pPr marL="640080" indent="-184150">
              <a:defRPr/>
            </a:lvl3pPr>
            <a:lvl4pPr marL="822960" indent="-18288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4" name="Rectangle 3"/>
          <p:cNvSpPr/>
          <p:nvPr/>
        </p:nvSpPr>
        <p:spPr>
          <a:xfrm>
            <a:off x="10119360" y="777240"/>
            <a:ext cx="426720" cy="292608"/>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a:solidFill>
                  <a:srgbClr val="FFFFFF"/>
                </a:solidFill>
              </a:rPr>
              <a:t>G</a:t>
            </a:r>
          </a:p>
        </p:txBody>
      </p:sp>
      <p:sp>
        <p:nvSpPr>
          <p:cNvPr id="8" name="Rectangle 7"/>
          <p:cNvSpPr/>
          <p:nvPr/>
        </p:nvSpPr>
        <p:spPr>
          <a:xfrm>
            <a:off x="10647680" y="777240"/>
            <a:ext cx="426720" cy="2926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a:solidFill>
                  <a:sysClr val="windowText" lastClr="000000"/>
                </a:solidFill>
              </a:rPr>
              <a:t>Y</a:t>
            </a:r>
          </a:p>
        </p:txBody>
      </p:sp>
      <p:sp>
        <p:nvSpPr>
          <p:cNvPr id="9" name="Rectangle 8"/>
          <p:cNvSpPr/>
          <p:nvPr/>
        </p:nvSpPr>
        <p:spPr>
          <a:xfrm>
            <a:off x="11176000" y="777240"/>
            <a:ext cx="426720" cy="29260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a:solidFill>
                  <a:srgbClr val="FFFFFF"/>
                </a:solidFill>
              </a:rPr>
              <a:t>R</a:t>
            </a:r>
          </a:p>
        </p:txBody>
      </p:sp>
      <p:sp>
        <p:nvSpPr>
          <p:cNvPr id="10" name="TextBox 9"/>
          <p:cNvSpPr txBox="1"/>
          <p:nvPr/>
        </p:nvSpPr>
        <p:spPr>
          <a:xfrm>
            <a:off x="10017760" y="556261"/>
            <a:ext cx="1717040" cy="246221"/>
          </a:xfrm>
          <a:prstGeom prst="rect">
            <a:avLst/>
          </a:prstGeom>
          <a:noFill/>
        </p:spPr>
        <p:txBody>
          <a:bodyPr wrap="square" rtlCol="0">
            <a:spAutoFit/>
          </a:bodyPr>
          <a:lstStyle/>
          <a:p>
            <a:pPr fontAlgn="base">
              <a:spcBef>
                <a:spcPct val="0"/>
              </a:spcBef>
              <a:spcAft>
                <a:spcPct val="0"/>
              </a:spcAft>
            </a:pPr>
            <a:r>
              <a:rPr lang="en-US" sz="1000" dirty="0" err="1">
                <a:solidFill>
                  <a:srgbClr val="000000"/>
                </a:solidFill>
              </a:rPr>
              <a:t>Prev</a:t>
            </a:r>
            <a:r>
              <a:rPr lang="en-US" sz="1000" dirty="0">
                <a:solidFill>
                  <a:srgbClr val="000000"/>
                </a:solidFill>
              </a:rPr>
              <a:t> | </a:t>
            </a:r>
            <a:r>
              <a:rPr lang="en-US" sz="1000" dirty="0" err="1">
                <a:solidFill>
                  <a:srgbClr val="000000"/>
                </a:solidFill>
              </a:rPr>
              <a:t>Curr</a:t>
            </a:r>
            <a:r>
              <a:rPr lang="en-US" sz="1000" dirty="0">
                <a:solidFill>
                  <a:srgbClr val="000000"/>
                </a:solidFill>
              </a:rPr>
              <a:t>       YE</a:t>
            </a: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79914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itle, Subtitle and Content + nav buttons">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274320" indent="-274320">
              <a:buFontTx/>
              <a:buBlip>
                <a:blip r:embed="rId2"/>
              </a:buBlip>
              <a:defRPr/>
            </a:lvl1pPr>
            <a:lvl2pPr marL="457200" indent="-182880">
              <a:defRPr/>
            </a:lvl2pPr>
            <a:lvl3pPr marL="640080" indent="-184150">
              <a:defRPr/>
            </a:lvl3pPr>
            <a:lvl4pPr marL="822960" indent="-18288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11" name="Action Button: Back or Previous 10">
            <a:hlinkClick r:id="" action="ppaction://hlinkshowjump?jump=previousslide" highlightClick="1"/>
          </p:cNvPr>
          <p:cNvSpPr/>
          <p:nvPr/>
        </p:nvSpPr>
        <p:spPr>
          <a:xfrm>
            <a:off x="10728960" y="320040"/>
            <a:ext cx="243840" cy="182880"/>
          </a:xfrm>
          <a:prstGeom prst="actionButtonBackPrevious">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a:solidFill>
                <a:srgbClr val="FFFFFF"/>
              </a:solidFill>
            </a:endParaRPr>
          </a:p>
        </p:txBody>
      </p:sp>
      <p:sp>
        <p:nvSpPr>
          <p:cNvPr id="12" name="Action Button: Forward or Next 11">
            <a:hlinkClick r:id="" action="ppaction://hlinkshowjump?jump=nextslide" highlightClick="1"/>
          </p:cNvPr>
          <p:cNvSpPr/>
          <p:nvPr/>
        </p:nvSpPr>
        <p:spPr>
          <a:xfrm>
            <a:off x="11326368" y="320040"/>
            <a:ext cx="243840" cy="182880"/>
          </a:xfrm>
          <a:prstGeom prst="actionButtonForwardNex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a:solidFill>
                <a:srgbClr val="FFFFFF"/>
              </a:solidFill>
            </a:endParaRPr>
          </a:p>
        </p:txBody>
      </p:sp>
      <p:sp>
        <p:nvSpPr>
          <p:cNvPr id="13" name="Action Button: Home 12">
            <a:hlinkClick r:id="" action="ppaction://hlinkshowjump?jump=firstslide" highlightClick="1"/>
          </p:cNvPr>
          <p:cNvSpPr/>
          <p:nvPr/>
        </p:nvSpPr>
        <p:spPr>
          <a:xfrm>
            <a:off x="11021568" y="320040"/>
            <a:ext cx="243840" cy="182880"/>
          </a:xfrm>
          <a:prstGeom prst="actionButtonHom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a:solidFill>
                <a:srgbClr val="FFFFFF"/>
              </a:solidFill>
            </a:endParaRP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304815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10" name="Picture Placeholder 9"/>
          <p:cNvSpPr>
            <a:spLocks noGrp="1"/>
          </p:cNvSpPr>
          <p:nvPr>
            <p:ph type="pic" sz="quarter" idx="13"/>
          </p:nvPr>
        </p:nvSpPr>
        <p:spPr>
          <a:xfrm>
            <a:off x="609600"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661843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Picture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10" name="Picture Placeholder 9"/>
          <p:cNvSpPr>
            <a:spLocks noGrp="1"/>
          </p:cNvSpPr>
          <p:nvPr>
            <p:ph type="pic" sz="quarter" idx="13"/>
          </p:nvPr>
        </p:nvSpPr>
        <p:spPr>
          <a:xfrm>
            <a:off x="609600"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990965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and content with two pictures">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0" y="1600200"/>
            <a:ext cx="5449824"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609600" y="416052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4195124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Content, two pictures,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0" y="1600200"/>
            <a:ext cx="5449824"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609600" y="3867912"/>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3" name="Text Placeholder 8"/>
          <p:cNvSpPr>
            <a:spLocks noGrp="1"/>
          </p:cNvSpPr>
          <p:nvPr>
            <p:ph type="body" sz="quarter" idx="18"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50208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and Rt content with one pic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0" y="1600200"/>
            <a:ext cx="5449824"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65956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and Lft content with one pictur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496583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ubtitle, Lft Content with one pic and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18"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287650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ubtitle and Lft content with 2 screen captur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67056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7388352" y="1600200"/>
            <a:ext cx="4230624"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7388352" y="4160520"/>
            <a:ext cx="4230624"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17"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288007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Lft Content, 2 screen captures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67056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7705344" y="1600200"/>
            <a:ext cx="3901440"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7705344" y="3867912"/>
            <a:ext cx="390144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3" name="Text Placeholder 8"/>
          <p:cNvSpPr>
            <a:spLocks noGrp="1"/>
          </p:cNvSpPr>
          <p:nvPr>
            <p:ph type="body" sz="quarter" idx="18"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215850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and Content with header imag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931920"/>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1"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268937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and Content with header image,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931920"/>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0"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1" name="Text Placeholder 8"/>
          <p:cNvSpPr>
            <a:spLocks noGrp="1"/>
          </p:cNvSpPr>
          <p:nvPr>
            <p:ph type="body" sz="quarter" idx="17"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1894763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2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585216"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585216"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9" name="Content Placeholder 2"/>
          <p:cNvSpPr>
            <a:spLocks noGrp="1"/>
          </p:cNvSpPr>
          <p:nvPr>
            <p:ph idx="14"/>
          </p:nvPr>
        </p:nvSpPr>
        <p:spPr>
          <a:xfrm>
            <a:off x="585216"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0" name="Picture Placeholder 7"/>
          <p:cNvSpPr>
            <a:spLocks noGrp="1"/>
          </p:cNvSpPr>
          <p:nvPr>
            <p:ph type="pic" sz="quarter" idx="15"/>
          </p:nvPr>
        </p:nvSpPr>
        <p:spPr>
          <a:xfrm>
            <a:off x="585216"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1" name="Content Placeholder 2"/>
          <p:cNvSpPr>
            <a:spLocks noGrp="1"/>
          </p:cNvSpPr>
          <p:nvPr>
            <p:ph idx="16"/>
          </p:nvPr>
        </p:nvSpPr>
        <p:spPr>
          <a:xfrm>
            <a:off x="59740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2" name="Picture Placeholder 7"/>
          <p:cNvSpPr>
            <a:spLocks noGrp="1"/>
          </p:cNvSpPr>
          <p:nvPr>
            <p:ph type="pic" sz="quarter" idx="17"/>
          </p:nvPr>
        </p:nvSpPr>
        <p:spPr>
          <a:xfrm>
            <a:off x="585216"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3" name="Content Placeholder 2"/>
          <p:cNvSpPr>
            <a:spLocks noGrp="1"/>
          </p:cNvSpPr>
          <p:nvPr>
            <p:ph idx="18"/>
          </p:nvPr>
        </p:nvSpPr>
        <p:spPr>
          <a:xfrm>
            <a:off x="3462528"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4" name="Picture Placeholder 7"/>
          <p:cNvSpPr>
            <a:spLocks noGrp="1"/>
          </p:cNvSpPr>
          <p:nvPr>
            <p:ph type="pic" sz="quarter" idx="19"/>
          </p:nvPr>
        </p:nvSpPr>
        <p:spPr>
          <a:xfrm>
            <a:off x="3462528"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5" name="Content Placeholder 2"/>
          <p:cNvSpPr>
            <a:spLocks noGrp="1"/>
          </p:cNvSpPr>
          <p:nvPr>
            <p:ph idx="20"/>
          </p:nvPr>
        </p:nvSpPr>
        <p:spPr>
          <a:xfrm>
            <a:off x="3462528"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6" name="Picture Placeholder 7"/>
          <p:cNvSpPr>
            <a:spLocks noGrp="1"/>
          </p:cNvSpPr>
          <p:nvPr>
            <p:ph type="pic" sz="quarter" idx="21"/>
          </p:nvPr>
        </p:nvSpPr>
        <p:spPr>
          <a:xfrm>
            <a:off x="3462528"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7" name="Content Placeholder 2"/>
          <p:cNvSpPr>
            <a:spLocks noGrp="1"/>
          </p:cNvSpPr>
          <p:nvPr>
            <p:ph idx="22"/>
          </p:nvPr>
        </p:nvSpPr>
        <p:spPr>
          <a:xfrm>
            <a:off x="346252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8" name="Picture Placeholder 7"/>
          <p:cNvSpPr>
            <a:spLocks noGrp="1"/>
          </p:cNvSpPr>
          <p:nvPr>
            <p:ph type="pic" sz="quarter" idx="23"/>
          </p:nvPr>
        </p:nvSpPr>
        <p:spPr>
          <a:xfrm>
            <a:off x="3462528"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9" name="Content Placeholder 2"/>
          <p:cNvSpPr>
            <a:spLocks noGrp="1"/>
          </p:cNvSpPr>
          <p:nvPr>
            <p:ph idx="24"/>
          </p:nvPr>
        </p:nvSpPr>
        <p:spPr>
          <a:xfrm>
            <a:off x="6327648"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0" name="Picture Placeholder 7"/>
          <p:cNvSpPr>
            <a:spLocks noGrp="1"/>
          </p:cNvSpPr>
          <p:nvPr>
            <p:ph type="pic" sz="quarter" idx="25"/>
          </p:nvPr>
        </p:nvSpPr>
        <p:spPr>
          <a:xfrm>
            <a:off x="6327648"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1" name="Content Placeholder 2"/>
          <p:cNvSpPr>
            <a:spLocks noGrp="1"/>
          </p:cNvSpPr>
          <p:nvPr>
            <p:ph idx="26"/>
          </p:nvPr>
        </p:nvSpPr>
        <p:spPr>
          <a:xfrm>
            <a:off x="6327648"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2" name="Picture Placeholder 7"/>
          <p:cNvSpPr>
            <a:spLocks noGrp="1"/>
          </p:cNvSpPr>
          <p:nvPr>
            <p:ph type="pic" sz="quarter" idx="27"/>
          </p:nvPr>
        </p:nvSpPr>
        <p:spPr>
          <a:xfrm>
            <a:off x="6327648"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3" name="Content Placeholder 2"/>
          <p:cNvSpPr>
            <a:spLocks noGrp="1"/>
          </p:cNvSpPr>
          <p:nvPr>
            <p:ph idx="28"/>
          </p:nvPr>
        </p:nvSpPr>
        <p:spPr>
          <a:xfrm>
            <a:off x="632764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4" name="Picture Placeholder 7"/>
          <p:cNvSpPr>
            <a:spLocks noGrp="1"/>
          </p:cNvSpPr>
          <p:nvPr>
            <p:ph type="pic" sz="quarter" idx="29"/>
          </p:nvPr>
        </p:nvSpPr>
        <p:spPr>
          <a:xfrm>
            <a:off x="6327648"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5" name="Content Placeholder 2"/>
          <p:cNvSpPr>
            <a:spLocks noGrp="1"/>
          </p:cNvSpPr>
          <p:nvPr>
            <p:ph idx="30"/>
          </p:nvPr>
        </p:nvSpPr>
        <p:spPr>
          <a:xfrm>
            <a:off x="9192768"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6" name="Picture Placeholder 7"/>
          <p:cNvSpPr>
            <a:spLocks noGrp="1"/>
          </p:cNvSpPr>
          <p:nvPr>
            <p:ph type="pic" sz="quarter" idx="31"/>
          </p:nvPr>
        </p:nvSpPr>
        <p:spPr>
          <a:xfrm>
            <a:off x="9192768"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7" name="Content Placeholder 2"/>
          <p:cNvSpPr>
            <a:spLocks noGrp="1"/>
          </p:cNvSpPr>
          <p:nvPr>
            <p:ph idx="32"/>
          </p:nvPr>
        </p:nvSpPr>
        <p:spPr>
          <a:xfrm>
            <a:off x="9192768"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8" name="Picture Placeholder 7"/>
          <p:cNvSpPr>
            <a:spLocks noGrp="1"/>
          </p:cNvSpPr>
          <p:nvPr>
            <p:ph type="pic" sz="quarter" idx="33"/>
          </p:nvPr>
        </p:nvSpPr>
        <p:spPr>
          <a:xfrm>
            <a:off x="9192768"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9" name="Content Placeholder 2"/>
          <p:cNvSpPr>
            <a:spLocks noGrp="1"/>
          </p:cNvSpPr>
          <p:nvPr>
            <p:ph idx="34"/>
          </p:nvPr>
        </p:nvSpPr>
        <p:spPr>
          <a:xfrm>
            <a:off x="919276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0" name="Picture Placeholder 7"/>
          <p:cNvSpPr>
            <a:spLocks noGrp="1"/>
          </p:cNvSpPr>
          <p:nvPr>
            <p:ph type="pic" sz="quarter" idx="35"/>
          </p:nvPr>
        </p:nvSpPr>
        <p:spPr>
          <a:xfrm>
            <a:off x="9192768"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884138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2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585216"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9" name="Content Placeholder 2"/>
          <p:cNvSpPr>
            <a:spLocks noGrp="1"/>
          </p:cNvSpPr>
          <p:nvPr>
            <p:ph idx="14"/>
          </p:nvPr>
        </p:nvSpPr>
        <p:spPr>
          <a:xfrm>
            <a:off x="585216"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0" name="Picture Placeholder 7"/>
          <p:cNvSpPr>
            <a:spLocks noGrp="1"/>
          </p:cNvSpPr>
          <p:nvPr>
            <p:ph type="pic" sz="quarter" idx="15"/>
          </p:nvPr>
        </p:nvSpPr>
        <p:spPr>
          <a:xfrm>
            <a:off x="585216"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1" name="Content Placeholder 2"/>
          <p:cNvSpPr>
            <a:spLocks noGrp="1"/>
          </p:cNvSpPr>
          <p:nvPr>
            <p:ph idx="16"/>
          </p:nvPr>
        </p:nvSpPr>
        <p:spPr>
          <a:xfrm>
            <a:off x="59740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2" name="Picture Placeholder 7"/>
          <p:cNvSpPr>
            <a:spLocks noGrp="1"/>
          </p:cNvSpPr>
          <p:nvPr>
            <p:ph type="pic" sz="quarter" idx="17"/>
          </p:nvPr>
        </p:nvSpPr>
        <p:spPr>
          <a:xfrm>
            <a:off x="585216"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3" name="Content Placeholder 2"/>
          <p:cNvSpPr>
            <a:spLocks noGrp="1"/>
          </p:cNvSpPr>
          <p:nvPr>
            <p:ph idx="18"/>
          </p:nvPr>
        </p:nvSpPr>
        <p:spPr>
          <a:xfrm>
            <a:off x="3462528"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4" name="Picture Placeholder 7"/>
          <p:cNvSpPr>
            <a:spLocks noGrp="1"/>
          </p:cNvSpPr>
          <p:nvPr>
            <p:ph type="pic" sz="quarter" idx="19"/>
          </p:nvPr>
        </p:nvSpPr>
        <p:spPr>
          <a:xfrm>
            <a:off x="3462528"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5" name="Content Placeholder 2"/>
          <p:cNvSpPr>
            <a:spLocks noGrp="1"/>
          </p:cNvSpPr>
          <p:nvPr>
            <p:ph idx="20"/>
          </p:nvPr>
        </p:nvSpPr>
        <p:spPr>
          <a:xfrm>
            <a:off x="3462528"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6" name="Picture Placeholder 7"/>
          <p:cNvSpPr>
            <a:spLocks noGrp="1"/>
          </p:cNvSpPr>
          <p:nvPr>
            <p:ph type="pic" sz="quarter" idx="21"/>
          </p:nvPr>
        </p:nvSpPr>
        <p:spPr>
          <a:xfrm>
            <a:off x="3462528"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7" name="Content Placeholder 2"/>
          <p:cNvSpPr>
            <a:spLocks noGrp="1"/>
          </p:cNvSpPr>
          <p:nvPr>
            <p:ph idx="22"/>
          </p:nvPr>
        </p:nvSpPr>
        <p:spPr>
          <a:xfrm>
            <a:off x="346252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8" name="Picture Placeholder 7"/>
          <p:cNvSpPr>
            <a:spLocks noGrp="1"/>
          </p:cNvSpPr>
          <p:nvPr>
            <p:ph type="pic" sz="quarter" idx="23"/>
          </p:nvPr>
        </p:nvSpPr>
        <p:spPr>
          <a:xfrm>
            <a:off x="3462528"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9" name="Content Placeholder 2"/>
          <p:cNvSpPr>
            <a:spLocks noGrp="1"/>
          </p:cNvSpPr>
          <p:nvPr>
            <p:ph idx="24"/>
          </p:nvPr>
        </p:nvSpPr>
        <p:spPr>
          <a:xfrm>
            <a:off x="6327648"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0" name="Picture Placeholder 7"/>
          <p:cNvSpPr>
            <a:spLocks noGrp="1"/>
          </p:cNvSpPr>
          <p:nvPr>
            <p:ph type="pic" sz="quarter" idx="25"/>
          </p:nvPr>
        </p:nvSpPr>
        <p:spPr>
          <a:xfrm>
            <a:off x="6327648"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1" name="Content Placeholder 2"/>
          <p:cNvSpPr>
            <a:spLocks noGrp="1"/>
          </p:cNvSpPr>
          <p:nvPr>
            <p:ph idx="26"/>
          </p:nvPr>
        </p:nvSpPr>
        <p:spPr>
          <a:xfrm>
            <a:off x="6327648"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2" name="Picture Placeholder 7"/>
          <p:cNvSpPr>
            <a:spLocks noGrp="1"/>
          </p:cNvSpPr>
          <p:nvPr>
            <p:ph type="pic" sz="quarter" idx="27"/>
          </p:nvPr>
        </p:nvSpPr>
        <p:spPr>
          <a:xfrm>
            <a:off x="6327648"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3" name="Content Placeholder 2"/>
          <p:cNvSpPr>
            <a:spLocks noGrp="1"/>
          </p:cNvSpPr>
          <p:nvPr>
            <p:ph idx="28"/>
          </p:nvPr>
        </p:nvSpPr>
        <p:spPr>
          <a:xfrm>
            <a:off x="632764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4" name="Picture Placeholder 7"/>
          <p:cNvSpPr>
            <a:spLocks noGrp="1"/>
          </p:cNvSpPr>
          <p:nvPr>
            <p:ph type="pic" sz="quarter" idx="29"/>
          </p:nvPr>
        </p:nvSpPr>
        <p:spPr>
          <a:xfrm>
            <a:off x="6327648"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5" name="Content Placeholder 2"/>
          <p:cNvSpPr>
            <a:spLocks noGrp="1"/>
          </p:cNvSpPr>
          <p:nvPr>
            <p:ph idx="30"/>
          </p:nvPr>
        </p:nvSpPr>
        <p:spPr>
          <a:xfrm>
            <a:off x="9192768"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6" name="Picture Placeholder 7"/>
          <p:cNvSpPr>
            <a:spLocks noGrp="1"/>
          </p:cNvSpPr>
          <p:nvPr>
            <p:ph type="pic" sz="quarter" idx="31"/>
          </p:nvPr>
        </p:nvSpPr>
        <p:spPr>
          <a:xfrm>
            <a:off x="9192768"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7" name="Content Placeholder 2"/>
          <p:cNvSpPr>
            <a:spLocks noGrp="1"/>
          </p:cNvSpPr>
          <p:nvPr>
            <p:ph idx="32"/>
          </p:nvPr>
        </p:nvSpPr>
        <p:spPr>
          <a:xfrm>
            <a:off x="9192768"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8" name="Picture Placeholder 7"/>
          <p:cNvSpPr>
            <a:spLocks noGrp="1"/>
          </p:cNvSpPr>
          <p:nvPr>
            <p:ph type="pic" sz="quarter" idx="33"/>
          </p:nvPr>
        </p:nvSpPr>
        <p:spPr>
          <a:xfrm>
            <a:off x="9192768"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9" name="Content Placeholder 2"/>
          <p:cNvSpPr>
            <a:spLocks noGrp="1"/>
          </p:cNvSpPr>
          <p:nvPr>
            <p:ph idx="34"/>
          </p:nvPr>
        </p:nvSpPr>
        <p:spPr>
          <a:xfrm>
            <a:off x="919276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0" name="Picture Placeholder 7"/>
          <p:cNvSpPr>
            <a:spLocks noGrp="1"/>
          </p:cNvSpPr>
          <p:nvPr>
            <p:ph type="pic" sz="quarter" idx="35"/>
          </p:nvPr>
        </p:nvSpPr>
        <p:spPr>
          <a:xfrm>
            <a:off x="9192768"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8"/>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3" name="Text Placeholder 8"/>
          <p:cNvSpPr>
            <a:spLocks noGrp="1"/>
          </p:cNvSpPr>
          <p:nvPr>
            <p:ph type="body" sz="quarter" idx="39"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304875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xecutiv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362456"/>
            <a:ext cx="67056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8607552" y="1371600"/>
            <a:ext cx="2999232"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8607552" y="3145536"/>
            <a:ext cx="2999232" cy="276999"/>
          </a:xfrm>
          <a:solidFill>
            <a:srgbClr val="97C5EB"/>
          </a:solidFill>
        </p:spPr>
        <p:txBody>
          <a:bodyPr/>
          <a:lstStyle>
            <a:lvl1pPr marL="0" indent="0">
              <a:buNone/>
              <a:defRPr/>
            </a:lvl1pPr>
          </a:lstStyle>
          <a:p>
            <a:r>
              <a:rPr lang="en-US"/>
              <a:t>Click icon to add picture</a:t>
            </a:r>
            <a:endParaRPr lang="en-US" dirty="0"/>
          </a:p>
        </p:txBody>
      </p:sp>
      <p:sp>
        <p:nvSpPr>
          <p:cNvPr id="11" name="Picture Placeholder 9"/>
          <p:cNvSpPr>
            <a:spLocks noGrp="1"/>
          </p:cNvSpPr>
          <p:nvPr>
            <p:ph type="pic" sz="quarter" idx="15"/>
          </p:nvPr>
        </p:nvSpPr>
        <p:spPr>
          <a:xfrm>
            <a:off x="8607552" y="4928616"/>
            <a:ext cx="2999232"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753517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9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262432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2344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262432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2344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262432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2344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440740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300837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1" name="Content Placeholder 2"/>
          <p:cNvSpPr>
            <a:spLocks noGrp="1"/>
          </p:cNvSpPr>
          <p:nvPr>
            <p:ph idx="28"/>
          </p:nvPr>
        </p:nvSpPr>
        <p:spPr>
          <a:xfrm>
            <a:off x="609600" y="61813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2" name="Picture Placeholder 7"/>
          <p:cNvSpPr>
            <a:spLocks noGrp="1"/>
          </p:cNvSpPr>
          <p:nvPr>
            <p:ph type="pic" sz="quarter" idx="29"/>
          </p:nvPr>
        </p:nvSpPr>
        <p:spPr>
          <a:xfrm>
            <a:off x="621792" y="4791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440740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300837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9" name="Content Placeholder 2"/>
          <p:cNvSpPr>
            <a:spLocks noGrp="1"/>
          </p:cNvSpPr>
          <p:nvPr>
            <p:ph idx="32"/>
          </p:nvPr>
        </p:nvSpPr>
        <p:spPr>
          <a:xfrm>
            <a:off x="4730496" y="61813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0" name="Picture Placeholder 7"/>
          <p:cNvSpPr>
            <a:spLocks noGrp="1"/>
          </p:cNvSpPr>
          <p:nvPr>
            <p:ph type="pic" sz="quarter" idx="33"/>
          </p:nvPr>
        </p:nvSpPr>
        <p:spPr>
          <a:xfrm>
            <a:off x="4730496" y="4791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440740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300837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3" name="Content Placeholder 2"/>
          <p:cNvSpPr>
            <a:spLocks noGrp="1"/>
          </p:cNvSpPr>
          <p:nvPr>
            <p:ph idx="36"/>
          </p:nvPr>
        </p:nvSpPr>
        <p:spPr>
          <a:xfrm>
            <a:off x="8839200" y="61813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4" name="Picture Placeholder 7"/>
          <p:cNvSpPr>
            <a:spLocks noGrp="1"/>
          </p:cNvSpPr>
          <p:nvPr>
            <p:ph type="pic" sz="quarter" idx="37"/>
          </p:nvPr>
        </p:nvSpPr>
        <p:spPr>
          <a:xfrm>
            <a:off x="8839200" y="4791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9"/>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3711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9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234086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060704"/>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234086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060704"/>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234086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060704"/>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41239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28346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1" name="Content Placeholder 2"/>
          <p:cNvSpPr>
            <a:spLocks noGrp="1"/>
          </p:cNvSpPr>
          <p:nvPr>
            <p:ph idx="28"/>
          </p:nvPr>
        </p:nvSpPr>
        <p:spPr>
          <a:xfrm>
            <a:off x="609600" y="589788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2" name="Picture Placeholder 7"/>
          <p:cNvSpPr>
            <a:spLocks noGrp="1"/>
          </p:cNvSpPr>
          <p:nvPr>
            <p:ph type="pic" sz="quarter" idx="29"/>
          </p:nvPr>
        </p:nvSpPr>
        <p:spPr>
          <a:xfrm>
            <a:off x="621792" y="461772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41239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28346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9" name="Content Placeholder 2"/>
          <p:cNvSpPr>
            <a:spLocks noGrp="1"/>
          </p:cNvSpPr>
          <p:nvPr>
            <p:ph idx="32"/>
          </p:nvPr>
        </p:nvSpPr>
        <p:spPr>
          <a:xfrm>
            <a:off x="4730496" y="589788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0" name="Picture Placeholder 7"/>
          <p:cNvSpPr>
            <a:spLocks noGrp="1"/>
          </p:cNvSpPr>
          <p:nvPr>
            <p:ph type="pic" sz="quarter" idx="33"/>
          </p:nvPr>
        </p:nvSpPr>
        <p:spPr>
          <a:xfrm>
            <a:off x="4730496" y="461772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41239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28346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3" name="Content Placeholder 2"/>
          <p:cNvSpPr>
            <a:spLocks noGrp="1"/>
          </p:cNvSpPr>
          <p:nvPr>
            <p:ph idx="36"/>
          </p:nvPr>
        </p:nvSpPr>
        <p:spPr>
          <a:xfrm>
            <a:off x="8839200" y="589788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4" name="Picture Placeholder 7"/>
          <p:cNvSpPr>
            <a:spLocks noGrp="1"/>
          </p:cNvSpPr>
          <p:nvPr>
            <p:ph type="pic" sz="quarter" idx="37"/>
          </p:nvPr>
        </p:nvSpPr>
        <p:spPr>
          <a:xfrm>
            <a:off x="8839200" y="461772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40"/>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26" name="Text Placeholder 8"/>
          <p:cNvSpPr>
            <a:spLocks noGrp="1"/>
          </p:cNvSpPr>
          <p:nvPr>
            <p:ph type="body" sz="quarter" idx="41" hasCustomPrompt="1"/>
          </p:nvPr>
        </p:nvSpPr>
        <p:spPr>
          <a:xfrm>
            <a:off x="1908969" y="6079429"/>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3362125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6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7"/>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105575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40"/>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857361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and Bottom Content with two imag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4352544"/>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9" name="Picture Placeholder 7"/>
          <p:cNvSpPr>
            <a:spLocks noGrp="1"/>
          </p:cNvSpPr>
          <p:nvPr>
            <p:ph type="pic" sz="quarter" idx="14"/>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62062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ubtitle and Bottom Content with two image and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4352544"/>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9" name="Picture Placeholder 7"/>
          <p:cNvSpPr>
            <a:spLocks noGrp="1"/>
          </p:cNvSpPr>
          <p:nvPr>
            <p:ph type="pic" sz="quarter" idx="14"/>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40"/>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41"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3394298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with Banner">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838606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Sub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6" name="Rectangle 3"/>
          <p:cNvSpPr>
            <a:spLocks noGrp="1" noChangeArrowheads="1"/>
          </p:cNvSpPr>
          <p:nvPr>
            <p:ph type="title"/>
          </p:nvPr>
        </p:nvSpPr>
        <p:spPr bwMode="auto">
          <a:xfrm>
            <a:off x="577851" y="356617"/>
            <a:ext cx="11008783" cy="378565"/>
          </a:xfrm>
          <a:prstGeom prst="rect">
            <a:avLst/>
          </a:prstGeom>
          <a:noFill/>
          <a:ln w="9525">
            <a:noFill/>
            <a:miter lim="800000"/>
            <a:headEnd/>
            <a:tailEnd/>
          </a:ln>
          <a:effectLst/>
        </p:spPr>
        <p:txBody>
          <a:bodyPr vert="horz" wrap="square" lIns="0" tIns="45720" rIns="0" bIns="0" numCol="1" anchor="t" anchorCtr="0" compatLnSpc="1">
            <a:prstTxWarp prst="textNoShape">
              <a:avLst/>
            </a:prstTxWarp>
            <a:spAutoFit/>
          </a:bodyPr>
          <a:lstStyle/>
          <a:p>
            <a:pPr lvl="0"/>
            <a:r>
              <a:rPr lang="en-US"/>
              <a:t>Click to edit Master title style</a:t>
            </a:r>
            <a:endParaRPr lang="en-US" dirty="0"/>
          </a:p>
        </p:txBody>
      </p:sp>
    </p:spTree>
    <p:extLst>
      <p:ext uri="{BB962C8B-B14F-4D97-AF65-F5344CB8AC3E}">
        <p14:creationId xmlns:p14="http://schemas.microsoft.com/office/powerpoint/2010/main" val="14664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lank Closing">
    <p:spTree>
      <p:nvGrpSpPr>
        <p:cNvPr id="1" name=""/>
        <p:cNvGrpSpPr/>
        <p:nvPr/>
      </p:nvGrpSpPr>
      <p:grpSpPr>
        <a:xfrm>
          <a:off x="0" y="0"/>
          <a:ext cx="0" cy="0"/>
          <a:chOff x="0" y="0"/>
          <a:chExt cx="0" cy="0"/>
        </a:xfrm>
      </p:grpSpPr>
      <p:sp>
        <p:nvSpPr>
          <p:cNvPr id="5" name="Rectangle 6"/>
          <p:cNvSpPr>
            <a:spLocks noChangeArrowheads="1"/>
          </p:cNvSpPr>
          <p:nvPr/>
        </p:nvSpPr>
        <p:spPr bwMode="auto">
          <a:xfrm>
            <a:off x="586318" y="6657976"/>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2020 Boeing. All rights reserved.</a:t>
            </a:r>
          </a:p>
        </p:txBody>
      </p:sp>
      <p:sp>
        <p:nvSpPr>
          <p:cNvPr id="3" name="Slide Number Placeholder 2"/>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pic>
        <p:nvPicPr>
          <p:cNvPr id="4" name="Picture 5" descr="Boeing_RGBblue_largePPT"/>
          <p:cNvPicPr preferRelativeResize="0">
            <a:picLocks noChangeAspect="1" noChangeArrowheads="1"/>
          </p:cNvPicPr>
          <p:nvPr userDrawn="1"/>
        </p:nvPicPr>
        <p:blipFill>
          <a:blip r:embed="rId2" cstate="screen"/>
          <a:srcRect/>
          <a:stretch>
            <a:fillRect/>
          </a:stretch>
        </p:blipFill>
        <p:spPr bwMode="auto">
          <a:xfrm>
            <a:off x="4461688" y="2838450"/>
            <a:ext cx="3193785" cy="822960"/>
          </a:xfrm>
          <a:prstGeom prst="rect">
            <a:avLst/>
          </a:prstGeom>
          <a:noFill/>
          <a:ln w="9525">
            <a:noFill/>
            <a:miter lim="800000"/>
            <a:headEnd/>
            <a:tailEnd/>
          </a:ln>
        </p:spPr>
      </p:pic>
    </p:spTree>
    <p:extLst>
      <p:ext uri="{BB962C8B-B14F-4D97-AF65-F5344CB8AC3E}">
        <p14:creationId xmlns:p14="http://schemas.microsoft.com/office/powerpoint/2010/main" val="358273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pic>
        <p:nvPicPr>
          <p:cNvPr id="5" name="Picture 5" descr="Boeing_RGBblue_largePPT"/>
          <p:cNvPicPr preferRelativeResize="0">
            <a:picLocks noChangeAspect="1" noChangeArrowheads="1"/>
          </p:cNvPicPr>
          <p:nvPr userDrawn="1"/>
        </p:nvPicPr>
        <p:blipFill>
          <a:blip r:embed="rId2" cstate="screen"/>
          <a:srcRect/>
          <a:stretch>
            <a:fillRect/>
          </a:stretch>
        </p:blipFill>
        <p:spPr bwMode="auto">
          <a:xfrm>
            <a:off x="4448988" y="2927350"/>
            <a:ext cx="3193785" cy="822960"/>
          </a:xfrm>
          <a:prstGeom prst="rect">
            <a:avLst/>
          </a:prstGeom>
          <a:noFill/>
          <a:ln w="9525">
            <a:noFill/>
            <a:miter lim="800000"/>
            <a:headEnd/>
            <a:tailEnd/>
          </a:ln>
        </p:spPr>
      </p:pic>
    </p:spTree>
    <p:extLst>
      <p:ext uri="{BB962C8B-B14F-4D97-AF65-F5344CB8AC3E}">
        <p14:creationId xmlns:p14="http://schemas.microsoft.com/office/powerpoint/2010/main" val="744503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2_Title Slide">
    <p:spTree>
      <p:nvGrpSpPr>
        <p:cNvPr id="1" name=""/>
        <p:cNvGrpSpPr/>
        <p:nvPr/>
      </p:nvGrpSpPr>
      <p:grpSpPr>
        <a:xfrm>
          <a:off x="0" y="0"/>
          <a:ext cx="0" cy="0"/>
          <a:chOff x="0" y="0"/>
          <a:chExt cx="0" cy="0"/>
        </a:xfrm>
      </p:grpSpPr>
      <p:sp>
        <p:nvSpPr>
          <p:cNvPr id="13" name="Rectangle 12"/>
          <p:cNvSpPr/>
          <p:nvPr userDrawn="1"/>
        </p:nvSpPr>
        <p:spPr>
          <a:xfrm>
            <a:off x="0" y="0"/>
            <a:ext cx="12192000" cy="4585153"/>
          </a:xfrm>
          <a:prstGeom prst="rect">
            <a:avLst/>
          </a:prstGeom>
          <a:solidFill>
            <a:srgbClr val="0039A6"/>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ndParaRPr>
          </a:p>
        </p:txBody>
      </p:sp>
      <p:pic>
        <p:nvPicPr>
          <p:cNvPr id="264239" name="Picture 47" descr="Boeing_white_standard"/>
          <p:cNvPicPr>
            <a:picLocks noChangeAspect="1" noChangeArrowheads="1"/>
          </p:cNvPicPr>
          <p:nvPr/>
        </p:nvPicPr>
        <p:blipFill>
          <a:blip r:embed="rId2" cstate="print"/>
          <a:srcRect/>
          <a:stretch>
            <a:fillRect/>
          </a:stretch>
        </p:blipFill>
        <p:spPr bwMode="auto">
          <a:xfrm>
            <a:off x="537633" y="363539"/>
            <a:ext cx="2474384" cy="602376"/>
          </a:xfrm>
          <a:prstGeom prst="rect">
            <a:avLst/>
          </a:prstGeom>
          <a:noFill/>
        </p:spPr>
      </p:pic>
      <p:sp>
        <p:nvSpPr>
          <p:cNvPr id="264253" name="Rectangle 61"/>
          <p:cNvSpPr>
            <a:spLocks noChangeArrowheads="1"/>
          </p:cNvSpPr>
          <p:nvPr/>
        </p:nvSpPr>
        <p:spPr bwMode="auto">
          <a:xfrm>
            <a:off x="586318" y="6658300"/>
            <a:ext cx="2753783" cy="110800"/>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2023 Boeing. All rights reserved.</a:t>
            </a:r>
          </a:p>
        </p:txBody>
      </p:sp>
      <p:sp>
        <p:nvSpPr>
          <p:cNvPr id="62" name="Title 1"/>
          <p:cNvSpPr>
            <a:spLocks noGrp="1"/>
          </p:cNvSpPr>
          <p:nvPr>
            <p:ph type="ctrTitle" sz="quarter"/>
          </p:nvPr>
        </p:nvSpPr>
        <p:spPr>
          <a:xfrm>
            <a:off x="609600" y="2529450"/>
            <a:ext cx="10363200" cy="710964"/>
          </a:xfrm>
        </p:spPr>
        <p:txBody>
          <a:bodyPr anchor="ctr" anchorCtr="0"/>
          <a:lstStyle>
            <a:lvl1pPr>
              <a:defRPr sz="4800" b="0">
                <a:solidFill>
                  <a:schemeClr val="bg1"/>
                </a:solidFill>
              </a:defRPr>
            </a:lvl1pPr>
          </a:lstStyle>
          <a:p>
            <a:r>
              <a:rPr lang="en-US"/>
              <a:t>Click to edit Master title style</a:t>
            </a:r>
            <a:endParaRPr lang="en-US" dirty="0"/>
          </a:p>
        </p:txBody>
      </p:sp>
      <p:sp>
        <p:nvSpPr>
          <p:cNvPr id="63" name="Subtitle 2"/>
          <p:cNvSpPr>
            <a:spLocks noGrp="1"/>
          </p:cNvSpPr>
          <p:nvPr>
            <p:ph type="subTitle" sz="quarter" idx="1"/>
          </p:nvPr>
        </p:nvSpPr>
        <p:spPr>
          <a:xfrm>
            <a:off x="609601" y="4637994"/>
            <a:ext cx="11002433" cy="387798"/>
          </a:xfrm>
        </p:spPr>
        <p:txBody>
          <a:bodyPr/>
          <a:lstStyle>
            <a:lvl1pPr marL="0" indent="0">
              <a:buFontTx/>
              <a:buNone/>
              <a:defRPr sz="2800" b="0">
                <a:solidFill>
                  <a:srgbClr val="788288"/>
                </a:solidFill>
              </a:defRPr>
            </a:lvl1pPr>
          </a:lstStyle>
          <a:p>
            <a:r>
              <a:rPr lang="en-US"/>
              <a:t>Click to edit Master subtitle style</a:t>
            </a:r>
            <a:endParaRPr lang="en-US" dirty="0"/>
          </a:p>
        </p:txBody>
      </p:sp>
      <p:sp>
        <p:nvSpPr>
          <p:cNvPr id="4" name="Slide Number Placeholder 3"/>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9" name="TextBox 18"/>
          <p:cNvSpPr txBox="1"/>
          <p:nvPr/>
        </p:nvSpPr>
        <p:spPr>
          <a:xfrm>
            <a:off x="8004548" y="539497"/>
            <a:ext cx="2889509"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a:solidFill>
                  <a:srgbClr val="FFFFFF"/>
                </a:solidFill>
              </a:rPr>
              <a:t>Engineering, Test &amp; Technology</a:t>
            </a:r>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76489" y="808638"/>
            <a:ext cx="2745626" cy="550113"/>
          </a:xfrm>
          <a:prstGeom prst="rect">
            <a:avLst/>
          </a:prstGeom>
        </p:spPr>
      </p:pic>
    </p:spTree>
    <p:extLst>
      <p:ext uri="{BB962C8B-B14F-4D97-AF65-F5344CB8AC3E}">
        <p14:creationId xmlns:p14="http://schemas.microsoft.com/office/powerpoint/2010/main" val="24674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
        <p:nvSpPr>
          <p:cNvPr id="12" name="Rectangle 11"/>
          <p:cNvSpPr/>
          <p:nvPr userDrawn="1"/>
        </p:nvSpPr>
        <p:spPr>
          <a:xfrm>
            <a:off x="0" y="4585155"/>
            <a:ext cx="12192000" cy="2272845"/>
          </a:xfrm>
          <a:prstGeom prst="rect">
            <a:avLst/>
          </a:prstGeom>
          <a:solidFill>
            <a:srgbClr val="0039A6"/>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a:endParaRPr>
          </a:p>
        </p:txBody>
      </p:sp>
      <p:pic>
        <p:nvPicPr>
          <p:cNvPr id="13" name="Picture 53" descr="Boeing_RGBblue_standard"/>
          <p:cNvPicPr preferRelativeResize="0">
            <a:picLocks noChangeAspect="1" noChangeArrowheads="1"/>
          </p:cNvPicPr>
          <p:nvPr/>
        </p:nvPicPr>
        <p:blipFill>
          <a:blip r:embed="rId2" cstate="print"/>
          <a:srcRect/>
          <a:stretch>
            <a:fillRect/>
          </a:stretch>
        </p:blipFill>
        <p:spPr bwMode="auto">
          <a:xfrm>
            <a:off x="535518" y="361951"/>
            <a:ext cx="2451100" cy="534991"/>
          </a:xfrm>
          <a:prstGeom prst="rect">
            <a:avLst/>
          </a:prstGeom>
          <a:noFill/>
        </p:spPr>
      </p:pic>
      <p:sp>
        <p:nvSpPr>
          <p:cNvPr id="264253" name="Rectangle 61"/>
          <p:cNvSpPr>
            <a:spLocks noChangeArrowheads="1"/>
          </p:cNvSpPr>
          <p:nvPr/>
        </p:nvSpPr>
        <p:spPr bwMode="auto">
          <a:xfrm>
            <a:off x="586318" y="6658300"/>
            <a:ext cx="2753783" cy="110800"/>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2023 Boeing. All rights reserved.</a:t>
            </a:r>
          </a:p>
        </p:txBody>
      </p:sp>
      <p:sp>
        <p:nvSpPr>
          <p:cNvPr id="62" name="Title 1"/>
          <p:cNvSpPr>
            <a:spLocks noGrp="1"/>
          </p:cNvSpPr>
          <p:nvPr>
            <p:ph type="ctrTitle" sz="quarter"/>
          </p:nvPr>
        </p:nvSpPr>
        <p:spPr>
          <a:xfrm>
            <a:off x="609600" y="2529450"/>
            <a:ext cx="10363200" cy="710964"/>
          </a:xfrm>
        </p:spPr>
        <p:txBody>
          <a:bodyPr anchor="ctr" anchorCtr="0"/>
          <a:lstStyle>
            <a:lvl1pPr>
              <a:defRPr sz="4800" b="0">
                <a:solidFill>
                  <a:schemeClr val="tx2"/>
                </a:solidFill>
              </a:defRPr>
            </a:lvl1pPr>
          </a:lstStyle>
          <a:p>
            <a:r>
              <a:rPr lang="en-US"/>
              <a:t>Click to edit Master title style</a:t>
            </a:r>
            <a:endParaRPr lang="en-US" dirty="0"/>
          </a:p>
        </p:txBody>
      </p:sp>
      <p:sp>
        <p:nvSpPr>
          <p:cNvPr id="63" name="Subtitle 2"/>
          <p:cNvSpPr>
            <a:spLocks noGrp="1"/>
          </p:cNvSpPr>
          <p:nvPr>
            <p:ph type="subTitle" sz="quarter" idx="1"/>
          </p:nvPr>
        </p:nvSpPr>
        <p:spPr>
          <a:xfrm>
            <a:off x="609601" y="4637994"/>
            <a:ext cx="11002433" cy="387798"/>
          </a:xfrm>
        </p:spPr>
        <p:txBody>
          <a:bodyPr/>
          <a:lstStyle>
            <a:lvl1pPr marL="0" indent="0">
              <a:buFontTx/>
              <a:buNone/>
              <a:defRPr sz="2800" b="0">
                <a:solidFill>
                  <a:schemeClr val="bg1"/>
                </a:solidFill>
              </a:defRPr>
            </a:lvl1pPr>
          </a:lstStyle>
          <a:p>
            <a:r>
              <a:rPr lang="en-US"/>
              <a:t>Click to edit Master subtitle style</a:t>
            </a:r>
            <a:endParaRPr lang="en-US" dirty="0"/>
          </a:p>
        </p:txBody>
      </p:sp>
      <p:sp>
        <p:nvSpPr>
          <p:cNvPr id="2" name="Slide Number Placeholder 1"/>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9" name="TextBox 18"/>
          <p:cNvSpPr txBox="1"/>
          <p:nvPr/>
        </p:nvSpPr>
        <p:spPr>
          <a:xfrm>
            <a:off x="8007641" y="539497"/>
            <a:ext cx="2889509"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a:solidFill>
                  <a:srgbClr val="0039A6"/>
                </a:solidFill>
              </a:rPr>
              <a:t>Engineering, Test &amp; Technology</a:t>
            </a:r>
          </a:p>
        </p:txBody>
      </p: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80795" y="804864"/>
            <a:ext cx="2743200" cy="498763"/>
          </a:xfrm>
          <a:prstGeom prst="rect">
            <a:avLst/>
          </a:prstGeom>
        </p:spPr>
      </p:pic>
    </p:spTree>
    <p:extLst>
      <p:ext uri="{BB962C8B-B14F-4D97-AF65-F5344CB8AC3E}">
        <p14:creationId xmlns:p14="http://schemas.microsoft.com/office/powerpoint/2010/main" val="1859532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6" name="Rectangle 4"/>
          <p:cNvSpPr>
            <a:spLocks noGrp="1" noChangeArrowheads="1"/>
          </p:cNvSpPr>
          <p:nvPr>
            <p:ph idx="1"/>
          </p:nvPr>
        </p:nvSpPr>
        <p:spPr bwMode="auto">
          <a:xfrm>
            <a:off x="633984" y="1572768"/>
            <a:ext cx="10972800" cy="1163395"/>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21548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fontAlgn="base">
              <a:spcBef>
                <a:spcPct val="0"/>
              </a:spcBef>
              <a:spcAft>
                <a:spcPct val="0"/>
              </a:spcAft>
            </a:pPr>
            <a:r>
              <a:rPr lang="en-US" sz="1000" dirty="0">
                <a:solidFill>
                  <a:srgbClr val="FFFFFF">
                    <a:lumMod val="50000"/>
                  </a:srgbClr>
                </a:solidFill>
              </a:rPr>
              <a:t> </a:t>
            </a: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spTree>
    <p:extLst>
      <p:ext uri="{BB962C8B-B14F-4D97-AF65-F5344CB8AC3E}">
        <p14:creationId xmlns:p14="http://schemas.microsoft.com/office/powerpoint/2010/main" val="420735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title and Conten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4" name="Slide Number Placeholder 3"/>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8" name="Text Placeholder 8"/>
          <p:cNvSpPr>
            <a:spLocks noGrp="1"/>
          </p:cNvSpPr>
          <p:nvPr>
            <p:ph type="body" sz="quarter" idx="13"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656387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Slide Number Placeholder 3"/>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10040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Slide Number Placeholder 2"/>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317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Only">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32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461760" y="1600200"/>
            <a:ext cx="512064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6" name="Slide Number Placeholder 5"/>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384451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Subtitl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461760" y="1600200"/>
            <a:ext cx="512064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6" name="Slide Number Placeholder 5"/>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13"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1544817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6461760" y="1600200"/>
            <a:ext cx="512064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2325327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ubtitle and Content + stopligh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274320" indent="-274320">
              <a:buFontTx/>
              <a:buBlip>
                <a:blip r:embed="rId2"/>
              </a:buBlip>
              <a:defRPr/>
            </a:lvl1pPr>
            <a:lvl2pPr marL="457200" indent="-182880">
              <a:defRPr/>
            </a:lvl2pPr>
            <a:lvl3pPr marL="640080" indent="-184150">
              <a:defRPr/>
            </a:lvl3pPr>
            <a:lvl4pPr marL="822960" indent="-18288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4" name="Rectangle 3"/>
          <p:cNvSpPr/>
          <p:nvPr/>
        </p:nvSpPr>
        <p:spPr>
          <a:xfrm>
            <a:off x="10119360" y="777240"/>
            <a:ext cx="426720" cy="292608"/>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a:solidFill>
                  <a:srgbClr val="FFFFFF"/>
                </a:solidFill>
              </a:rPr>
              <a:t>G</a:t>
            </a:r>
          </a:p>
        </p:txBody>
      </p:sp>
      <p:sp>
        <p:nvSpPr>
          <p:cNvPr id="8" name="Rectangle 7"/>
          <p:cNvSpPr/>
          <p:nvPr/>
        </p:nvSpPr>
        <p:spPr>
          <a:xfrm>
            <a:off x="10647680" y="777240"/>
            <a:ext cx="426720" cy="2926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a:solidFill>
                  <a:sysClr val="windowText" lastClr="000000"/>
                </a:solidFill>
              </a:rPr>
              <a:t>Y</a:t>
            </a:r>
          </a:p>
        </p:txBody>
      </p:sp>
      <p:sp>
        <p:nvSpPr>
          <p:cNvPr id="9" name="Rectangle 8"/>
          <p:cNvSpPr/>
          <p:nvPr/>
        </p:nvSpPr>
        <p:spPr>
          <a:xfrm>
            <a:off x="11176000" y="777240"/>
            <a:ext cx="426720" cy="29260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a:solidFill>
                  <a:srgbClr val="FFFFFF"/>
                </a:solidFill>
              </a:rPr>
              <a:t>R</a:t>
            </a:r>
          </a:p>
        </p:txBody>
      </p:sp>
      <p:sp>
        <p:nvSpPr>
          <p:cNvPr id="10" name="TextBox 9"/>
          <p:cNvSpPr txBox="1"/>
          <p:nvPr/>
        </p:nvSpPr>
        <p:spPr>
          <a:xfrm>
            <a:off x="10017760" y="556261"/>
            <a:ext cx="1717040" cy="246221"/>
          </a:xfrm>
          <a:prstGeom prst="rect">
            <a:avLst/>
          </a:prstGeom>
          <a:noFill/>
        </p:spPr>
        <p:txBody>
          <a:bodyPr wrap="square" rtlCol="0">
            <a:spAutoFit/>
          </a:bodyPr>
          <a:lstStyle/>
          <a:p>
            <a:pPr fontAlgn="base">
              <a:spcBef>
                <a:spcPct val="0"/>
              </a:spcBef>
              <a:spcAft>
                <a:spcPct val="0"/>
              </a:spcAft>
            </a:pPr>
            <a:r>
              <a:rPr lang="en-US" sz="1000" dirty="0" err="1">
                <a:solidFill>
                  <a:srgbClr val="000000"/>
                </a:solidFill>
              </a:rPr>
              <a:t>Prev</a:t>
            </a:r>
            <a:r>
              <a:rPr lang="en-US" sz="1000" dirty="0">
                <a:solidFill>
                  <a:srgbClr val="000000"/>
                </a:solidFill>
              </a:rPr>
              <a:t> | </a:t>
            </a:r>
            <a:r>
              <a:rPr lang="en-US" sz="1000" dirty="0" err="1">
                <a:solidFill>
                  <a:srgbClr val="000000"/>
                </a:solidFill>
              </a:rPr>
              <a:t>Curr</a:t>
            </a:r>
            <a:r>
              <a:rPr lang="en-US" sz="1000" dirty="0">
                <a:solidFill>
                  <a:srgbClr val="000000"/>
                </a:solidFill>
              </a:rPr>
              <a:t>       YE</a:t>
            </a: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284492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Title, Subtitle and Content + nav buttons">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marL="274320" indent="-274320">
              <a:buFontTx/>
              <a:buBlip>
                <a:blip r:embed="rId2"/>
              </a:buBlip>
              <a:defRPr/>
            </a:lvl1pPr>
            <a:lvl2pPr marL="457200" indent="-182880">
              <a:defRPr/>
            </a:lvl2pPr>
            <a:lvl3pPr marL="640080" indent="-184150">
              <a:defRPr/>
            </a:lvl3pPr>
            <a:lvl4pPr marL="822960" indent="-18288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11" name="Action Button: Back or Previous 10">
            <a:hlinkClick r:id="" action="ppaction://hlinkshowjump?jump=previousslide" highlightClick="1"/>
          </p:cNvPr>
          <p:cNvSpPr/>
          <p:nvPr/>
        </p:nvSpPr>
        <p:spPr>
          <a:xfrm>
            <a:off x="10728960" y="320040"/>
            <a:ext cx="243840" cy="182880"/>
          </a:xfrm>
          <a:prstGeom prst="actionButtonBackPrevious">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a:solidFill>
                <a:srgbClr val="FFFFFF"/>
              </a:solidFill>
            </a:endParaRPr>
          </a:p>
        </p:txBody>
      </p:sp>
      <p:sp>
        <p:nvSpPr>
          <p:cNvPr id="12" name="Action Button: Forward or Next 11">
            <a:hlinkClick r:id="" action="ppaction://hlinkshowjump?jump=nextslide" highlightClick="1"/>
          </p:cNvPr>
          <p:cNvSpPr/>
          <p:nvPr/>
        </p:nvSpPr>
        <p:spPr>
          <a:xfrm>
            <a:off x="11326368" y="320040"/>
            <a:ext cx="243840" cy="182880"/>
          </a:xfrm>
          <a:prstGeom prst="actionButtonForwardNex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a:solidFill>
                <a:srgbClr val="FFFFFF"/>
              </a:solidFill>
            </a:endParaRPr>
          </a:p>
        </p:txBody>
      </p:sp>
      <p:sp>
        <p:nvSpPr>
          <p:cNvPr id="13" name="Action Button: Home 12">
            <a:hlinkClick r:id="" action="ppaction://hlinkshowjump?jump=firstslide" highlightClick="1"/>
          </p:cNvPr>
          <p:cNvSpPr/>
          <p:nvPr/>
        </p:nvSpPr>
        <p:spPr>
          <a:xfrm>
            <a:off x="11021568" y="320040"/>
            <a:ext cx="243840" cy="182880"/>
          </a:xfrm>
          <a:prstGeom prst="actionButtonHom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800">
              <a:solidFill>
                <a:srgbClr val="FFFFFF"/>
              </a:solidFill>
            </a:endParaRPr>
          </a:p>
        </p:txBody>
      </p:sp>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559514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ub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10" name="Picture Placeholder 9"/>
          <p:cNvSpPr>
            <a:spLocks noGrp="1"/>
          </p:cNvSpPr>
          <p:nvPr>
            <p:ph type="pic" sz="quarter" idx="13"/>
          </p:nvPr>
        </p:nvSpPr>
        <p:spPr>
          <a:xfrm>
            <a:off x="609600"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419858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ubtitle, Picture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10" name="Picture Placeholder 9"/>
          <p:cNvSpPr>
            <a:spLocks noGrp="1"/>
          </p:cNvSpPr>
          <p:nvPr>
            <p:ph type="pic" sz="quarter" idx="13"/>
          </p:nvPr>
        </p:nvSpPr>
        <p:spPr>
          <a:xfrm>
            <a:off x="609600"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27156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ubtitle and content with two pictures">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0" y="1600200"/>
            <a:ext cx="5449824"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609600" y="416052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58658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title, Content, two pictures,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0" y="1600200"/>
            <a:ext cx="5449824"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609600" y="3867912"/>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3" name="Text Placeholder 8"/>
          <p:cNvSpPr>
            <a:spLocks noGrp="1"/>
          </p:cNvSpPr>
          <p:nvPr>
            <p:ph type="body" sz="quarter" idx="18"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83921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Subtitle and Rt content with one pic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0" y="1600200"/>
            <a:ext cx="5449824"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5"/>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900810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Subtitle and Lft content with one pictur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2498264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Lft Content with one pic and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54864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18"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243864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and Lft content with 2 screen captur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67056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7388352" y="1600200"/>
            <a:ext cx="4230624"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7388352" y="4160520"/>
            <a:ext cx="4230624"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17"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42513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ubtitle, Lft Content, 2 screen captures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600200"/>
            <a:ext cx="67056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7705344" y="1600200"/>
            <a:ext cx="3901440"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7705344" y="3867912"/>
            <a:ext cx="3901440"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3" name="Text Placeholder 8"/>
          <p:cNvSpPr>
            <a:spLocks noGrp="1"/>
          </p:cNvSpPr>
          <p:nvPr>
            <p:ph type="body" sz="quarter" idx="18"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100283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Subtitle and Content with header imag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931920"/>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1"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19487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ubtitle and Content with header image,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931920"/>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0" y="1600200"/>
            <a:ext cx="1097280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1" name="Text Placeholder 8"/>
          <p:cNvSpPr>
            <a:spLocks noGrp="1"/>
          </p:cNvSpPr>
          <p:nvPr>
            <p:ph type="body" sz="quarter" idx="17"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1620027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2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585216"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585216"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9" name="Content Placeholder 2"/>
          <p:cNvSpPr>
            <a:spLocks noGrp="1"/>
          </p:cNvSpPr>
          <p:nvPr>
            <p:ph idx="14"/>
          </p:nvPr>
        </p:nvSpPr>
        <p:spPr>
          <a:xfrm>
            <a:off x="585216"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0" name="Picture Placeholder 7"/>
          <p:cNvSpPr>
            <a:spLocks noGrp="1"/>
          </p:cNvSpPr>
          <p:nvPr>
            <p:ph type="pic" sz="quarter" idx="15"/>
          </p:nvPr>
        </p:nvSpPr>
        <p:spPr>
          <a:xfrm>
            <a:off x="585216"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1" name="Content Placeholder 2"/>
          <p:cNvSpPr>
            <a:spLocks noGrp="1"/>
          </p:cNvSpPr>
          <p:nvPr>
            <p:ph idx="16"/>
          </p:nvPr>
        </p:nvSpPr>
        <p:spPr>
          <a:xfrm>
            <a:off x="59740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2" name="Picture Placeholder 7"/>
          <p:cNvSpPr>
            <a:spLocks noGrp="1"/>
          </p:cNvSpPr>
          <p:nvPr>
            <p:ph type="pic" sz="quarter" idx="17"/>
          </p:nvPr>
        </p:nvSpPr>
        <p:spPr>
          <a:xfrm>
            <a:off x="585216"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3" name="Content Placeholder 2"/>
          <p:cNvSpPr>
            <a:spLocks noGrp="1"/>
          </p:cNvSpPr>
          <p:nvPr>
            <p:ph idx="18"/>
          </p:nvPr>
        </p:nvSpPr>
        <p:spPr>
          <a:xfrm>
            <a:off x="3462528"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4" name="Picture Placeholder 7"/>
          <p:cNvSpPr>
            <a:spLocks noGrp="1"/>
          </p:cNvSpPr>
          <p:nvPr>
            <p:ph type="pic" sz="quarter" idx="19"/>
          </p:nvPr>
        </p:nvSpPr>
        <p:spPr>
          <a:xfrm>
            <a:off x="3462528"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5" name="Content Placeholder 2"/>
          <p:cNvSpPr>
            <a:spLocks noGrp="1"/>
          </p:cNvSpPr>
          <p:nvPr>
            <p:ph idx="20"/>
          </p:nvPr>
        </p:nvSpPr>
        <p:spPr>
          <a:xfrm>
            <a:off x="3462528"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6" name="Picture Placeholder 7"/>
          <p:cNvSpPr>
            <a:spLocks noGrp="1"/>
          </p:cNvSpPr>
          <p:nvPr>
            <p:ph type="pic" sz="quarter" idx="21"/>
          </p:nvPr>
        </p:nvSpPr>
        <p:spPr>
          <a:xfrm>
            <a:off x="3462528"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7" name="Content Placeholder 2"/>
          <p:cNvSpPr>
            <a:spLocks noGrp="1"/>
          </p:cNvSpPr>
          <p:nvPr>
            <p:ph idx="22"/>
          </p:nvPr>
        </p:nvSpPr>
        <p:spPr>
          <a:xfrm>
            <a:off x="346252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8" name="Picture Placeholder 7"/>
          <p:cNvSpPr>
            <a:spLocks noGrp="1"/>
          </p:cNvSpPr>
          <p:nvPr>
            <p:ph type="pic" sz="quarter" idx="23"/>
          </p:nvPr>
        </p:nvSpPr>
        <p:spPr>
          <a:xfrm>
            <a:off x="3462528"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9" name="Content Placeholder 2"/>
          <p:cNvSpPr>
            <a:spLocks noGrp="1"/>
          </p:cNvSpPr>
          <p:nvPr>
            <p:ph idx="24"/>
          </p:nvPr>
        </p:nvSpPr>
        <p:spPr>
          <a:xfrm>
            <a:off x="6327648"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0" name="Picture Placeholder 7"/>
          <p:cNvSpPr>
            <a:spLocks noGrp="1"/>
          </p:cNvSpPr>
          <p:nvPr>
            <p:ph type="pic" sz="quarter" idx="25"/>
          </p:nvPr>
        </p:nvSpPr>
        <p:spPr>
          <a:xfrm>
            <a:off x="6327648"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1" name="Content Placeholder 2"/>
          <p:cNvSpPr>
            <a:spLocks noGrp="1"/>
          </p:cNvSpPr>
          <p:nvPr>
            <p:ph idx="26"/>
          </p:nvPr>
        </p:nvSpPr>
        <p:spPr>
          <a:xfrm>
            <a:off x="6327648"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2" name="Picture Placeholder 7"/>
          <p:cNvSpPr>
            <a:spLocks noGrp="1"/>
          </p:cNvSpPr>
          <p:nvPr>
            <p:ph type="pic" sz="quarter" idx="27"/>
          </p:nvPr>
        </p:nvSpPr>
        <p:spPr>
          <a:xfrm>
            <a:off x="6327648"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3" name="Content Placeholder 2"/>
          <p:cNvSpPr>
            <a:spLocks noGrp="1"/>
          </p:cNvSpPr>
          <p:nvPr>
            <p:ph idx="28"/>
          </p:nvPr>
        </p:nvSpPr>
        <p:spPr>
          <a:xfrm>
            <a:off x="632764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4" name="Picture Placeholder 7"/>
          <p:cNvSpPr>
            <a:spLocks noGrp="1"/>
          </p:cNvSpPr>
          <p:nvPr>
            <p:ph type="pic" sz="quarter" idx="29"/>
          </p:nvPr>
        </p:nvSpPr>
        <p:spPr>
          <a:xfrm>
            <a:off x="6327648"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5" name="Content Placeholder 2"/>
          <p:cNvSpPr>
            <a:spLocks noGrp="1"/>
          </p:cNvSpPr>
          <p:nvPr>
            <p:ph idx="30"/>
          </p:nvPr>
        </p:nvSpPr>
        <p:spPr>
          <a:xfrm>
            <a:off x="9192768" y="254203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6" name="Picture Placeholder 7"/>
          <p:cNvSpPr>
            <a:spLocks noGrp="1"/>
          </p:cNvSpPr>
          <p:nvPr>
            <p:ph type="pic" sz="quarter" idx="31"/>
          </p:nvPr>
        </p:nvSpPr>
        <p:spPr>
          <a:xfrm>
            <a:off x="9192768" y="1371600"/>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7" name="Content Placeholder 2"/>
          <p:cNvSpPr>
            <a:spLocks noGrp="1"/>
          </p:cNvSpPr>
          <p:nvPr>
            <p:ph idx="32"/>
          </p:nvPr>
        </p:nvSpPr>
        <p:spPr>
          <a:xfrm>
            <a:off x="9192768" y="433425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8" name="Picture Placeholder 7"/>
          <p:cNvSpPr>
            <a:spLocks noGrp="1"/>
          </p:cNvSpPr>
          <p:nvPr>
            <p:ph type="pic" sz="quarter" idx="33"/>
          </p:nvPr>
        </p:nvSpPr>
        <p:spPr>
          <a:xfrm>
            <a:off x="9192768" y="314553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9" name="Content Placeholder 2"/>
          <p:cNvSpPr>
            <a:spLocks noGrp="1"/>
          </p:cNvSpPr>
          <p:nvPr>
            <p:ph idx="34"/>
          </p:nvPr>
        </p:nvSpPr>
        <p:spPr>
          <a:xfrm>
            <a:off x="9192768" y="6099048"/>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0" name="Picture Placeholder 7"/>
          <p:cNvSpPr>
            <a:spLocks noGrp="1"/>
          </p:cNvSpPr>
          <p:nvPr>
            <p:ph type="pic" sz="quarter" idx="35"/>
          </p:nvPr>
        </p:nvSpPr>
        <p:spPr>
          <a:xfrm>
            <a:off x="9192768" y="4928616"/>
            <a:ext cx="2401824" cy="553998"/>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80691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2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585216"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9" name="Content Placeholder 2"/>
          <p:cNvSpPr>
            <a:spLocks noGrp="1"/>
          </p:cNvSpPr>
          <p:nvPr>
            <p:ph idx="14"/>
          </p:nvPr>
        </p:nvSpPr>
        <p:spPr>
          <a:xfrm>
            <a:off x="585216"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0" name="Picture Placeholder 7"/>
          <p:cNvSpPr>
            <a:spLocks noGrp="1"/>
          </p:cNvSpPr>
          <p:nvPr>
            <p:ph type="pic" sz="quarter" idx="15"/>
          </p:nvPr>
        </p:nvSpPr>
        <p:spPr>
          <a:xfrm>
            <a:off x="585216"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1" name="Content Placeholder 2"/>
          <p:cNvSpPr>
            <a:spLocks noGrp="1"/>
          </p:cNvSpPr>
          <p:nvPr>
            <p:ph idx="16"/>
          </p:nvPr>
        </p:nvSpPr>
        <p:spPr>
          <a:xfrm>
            <a:off x="59740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2" name="Picture Placeholder 7"/>
          <p:cNvSpPr>
            <a:spLocks noGrp="1"/>
          </p:cNvSpPr>
          <p:nvPr>
            <p:ph type="pic" sz="quarter" idx="17"/>
          </p:nvPr>
        </p:nvSpPr>
        <p:spPr>
          <a:xfrm>
            <a:off x="585216"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3" name="Content Placeholder 2"/>
          <p:cNvSpPr>
            <a:spLocks noGrp="1"/>
          </p:cNvSpPr>
          <p:nvPr>
            <p:ph idx="18"/>
          </p:nvPr>
        </p:nvSpPr>
        <p:spPr>
          <a:xfrm>
            <a:off x="3462528"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4" name="Picture Placeholder 7"/>
          <p:cNvSpPr>
            <a:spLocks noGrp="1"/>
          </p:cNvSpPr>
          <p:nvPr>
            <p:ph type="pic" sz="quarter" idx="19"/>
          </p:nvPr>
        </p:nvSpPr>
        <p:spPr>
          <a:xfrm>
            <a:off x="3462528"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5" name="Content Placeholder 2"/>
          <p:cNvSpPr>
            <a:spLocks noGrp="1"/>
          </p:cNvSpPr>
          <p:nvPr>
            <p:ph idx="20"/>
          </p:nvPr>
        </p:nvSpPr>
        <p:spPr>
          <a:xfrm>
            <a:off x="3462528"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6" name="Picture Placeholder 7"/>
          <p:cNvSpPr>
            <a:spLocks noGrp="1"/>
          </p:cNvSpPr>
          <p:nvPr>
            <p:ph type="pic" sz="quarter" idx="21"/>
          </p:nvPr>
        </p:nvSpPr>
        <p:spPr>
          <a:xfrm>
            <a:off x="3462528"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7" name="Content Placeholder 2"/>
          <p:cNvSpPr>
            <a:spLocks noGrp="1"/>
          </p:cNvSpPr>
          <p:nvPr>
            <p:ph idx="22"/>
          </p:nvPr>
        </p:nvSpPr>
        <p:spPr>
          <a:xfrm>
            <a:off x="346252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18" name="Picture Placeholder 7"/>
          <p:cNvSpPr>
            <a:spLocks noGrp="1"/>
          </p:cNvSpPr>
          <p:nvPr>
            <p:ph type="pic" sz="quarter" idx="23"/>
          </p:nvPr>
        </p:nvSpPr>
        <p:spPr>
          <a:xfrm>
            <a:off x="3462528"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19" name="Content Placeholder 2"/>
          <p:cNvSpPr>
            <a:spLocks noGrp="1"/>
          </p:cNvSpPr>
          <p:nvPr>
            <p:ph idx="24"/>
          </p:nvPr>
        </p:nvSpPr>
        <p:spPr>
          <a:xfrm>
            <a:off x="6327648"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0" name="Picture Placeholder 7"/>
          <p:cNvSpPr>
            <a:spLocks noGrp="1"/>
          </p:cNvSpPr>
          <p:nvPr>
            <p:ph type="pic" sz="quarter" idx="25"/>
          </p:nvPr>
        </p:nvSpPr>
        <p:spPr>
          <a:xfrm>
            <a:off x="6327648"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1" name="Content Placeholder 2"/>
          <p:cNvSpPr>
            <a:spLocks noGrp="1"/>
          </p:cNvSpPr>
          <p:nvPr>
            <p:ph idx="26"/>
          </p:nvPr>
        </p:nvSpPr>
        <p:spPr>
          <a:xfrm>
            <a:off x="6327648"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2" name="Picture Placeholder 7"/>
          <p:cNvSpPr>
            <a:spLocks noGrp="1"/>
          </p:cNvSpPr>
          <p:nvPr>
            <p:ph type="pic" sz="quarter" idx="27"/>
          </p:nvPr>
        </p:nvSpPr>
        <p:spPr>
          <a:xfrm>
            <a:off x="6327648"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3" name="Content Placeholder 2"/>
          <p:cNvSpPr>
            <a:spLocks noGrp="1"/>
          </p:cNvSpPr>
          <p:nvPr>
            <p:ph idx="28"/>
          </p:nvPr>
        </p:nvSpPr>
        <p:spPr>
          <a:xfrm>
            <a:off x="632764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4" name="Picture Placeholder 7"/>
          <p:cNvSpPr>
            <a:spLocks noGrp="1"/>
          </p:cNvSpPr>
          <p:nvPr>
            <p:ph type="pic" sz="quarter" idx="29"/>
          </p:nvPr>
        </p:nvSpPr>
        <p:spPr>
          <a:xfrm>
            <a:off x="6327648"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5" name="Content Placeholder 2"/>
          <p:cNvSpPr>
            <a:spLocks noGrp="1"/>
          </p:cNvSpPr>
          <p:nvPr>
            <p:ph idx="30"/>
          </p:nvPr>
        </p:nvSpPr>
        <p:spPr>
          <a:xfrm>
            <a:off x="9192768" y="2286000"/>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6" name="Picture Placeholder 7"/>
          <p:cNvSpPr>
            <a:spLocks noGrp="1"/>
          </p:cNvSpPr>
          <p:nvPr>
            <p:ph type="pic" sz="quarter" idx="31"/>
          </p:nvPr>
        </p:nvSpPr>
        <p:spPr>
          <a:xfrm>
            <a:off x="9192768" y="1124712"/>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7" name="Content Placeholder 2"/>
          <p:cNvSpPr>
            <a:spLocks noGrp="1"/>
          </p:cNvSpPr>
          <p:nvPr>
            <p:ph idx="32"/>
          </p:nvPr>
        </p:nvSpPr>
        <p:spPr>
          <a:xfrm>
            <a:off x="9192768" y="3968496"/>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28" name="Picture Placeholder 7"/>
          <p:cNvSpPr>
            <a:spLocks noGrp="1"/>
          </p:cNvSpPr>
          <p:nvPr>
            <p:ph type="pic" sz="quarter" idx="33"/>
          </p:nvPr>
        </p:nvSpPr>
        <p:spPr>
          <a:xfrm>
            <a:off x="9192768" y="2807208"/>
            <a:ext cx="2401824" cy="553998"/>
          </a:xfrm>
          <a:solidFill>
            <a:srgbClr val="97C5EB"/>
          </a:solidFill>
        </p:spPr>
        <p:txBody>
          <a:bodyPr/>
          <a:lstStyle>
            <a:lvl1pPr marL="0" indent="0">
              <a:buNone/>
              <a:defRPr/>
            </a:lvl1pPr>
          </a:lstStyle>
          <a:p>
            <a:r>
              <a:rPr lang="en-US"/>
              <a:t>Click icon to add picture</a:t>
            </a:r>
            <a:endParaRPr lang="en-US" dirty="0"/>
          </a:p>
        </p:txBody>
      </p:sp>
      <p:sp>
        <p:nvSpPr>
          <p:cNvPr id="29" name="Content Placeholder 2"/>
          <p:cNvSpPr>
            <a:spLocks noGrp="1"/>
          </p:cNvSpPr>
          <p:nvPr>
            <p:ph idx="34"/>
          </p:nvPr>
        </p:nvSpPr>
        <p:spPr>
          <a:xfrm>
            <a:off x="9192768" y="5650992"/>
            <a:ext cx="2389632"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0" name="Picture Placeholder 7"/>
          <p:cNvSpPr>
            <a:spLocks noGrp="1"/>
          </p:cNvSpPr>
          <p:nvPr>
            <p:ph type="pic" sz="quarter" idx="35"/>
          </p:nvPr>
        </p:nvSpPr>
        <p:spPr>
          <a:xfrm>
            <a:off x="9192768" y="4489704"/>
            <a:ext cx="2401824" cy="553998"/>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8"/>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3" name="Text Placeholder 8"/>
          <p:cNvSpPr>
            <a:spLocks noGrp="1"/>
          </p:cNvSpPr>
          <p:nvPr>
            <p:ph type="body" sz="quarter" idx="39"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2903186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Executiv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0"/>
            <a:ext cx="10972800" cy="378565"/>
          </a:xfrm>
        </p:spPr>
        <p:txBody>
          <a:bodyPr/>
          <a:lstStyle/>
          <a:p>
            <a:r>
              <a:rPr lang="en-US"/>
              <a:t>Click to edit Master title style</a:t>
            </a:r>
            <a:endParaRPr lang="en-US" dirty="0"/>
          </a:p>
        </p:txBody>
      </p:sp>
      <p:sp>
        <p:nvSpPr>
          <p:cNvPr id="4" name="Content Placeholder 3"/>
          <p:cNvSpPr>
            <a:spLocks noGrp="1"/>
          </p:cNvSpPr>
          <p:nvPr>
            <p:ph sz="half" idx="2"/>
          </p:nvPr>
        </p:nvSpPr>
        <p:spPr>
          <a:xfrm>
            <a:off x="609600" y="1362456"/>
            <a:ext cx="6705600" cy="1163395"/>
          </a:xfrm>
        </p:spPr>
        <p:txBody>
          <a:bodyPr/>
          <a:lstStyle>
            <a:lvl1pPr>
              <a:defRPr sz="2000"/>
            </a:lvl1pPr>
            <a:lvl2pPr>
              <a:defRPr sz="1800"/>
            </a:lvl2pPr>
            <a:lvl3pPr>
              <a:defRPr sz="1600"/>
            </a:lvl3pPr>
            <a:lvl4pPr>
              <a:defRPr sz="14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9" name="Picture Placeholder 9"/>
          <p:cNvSpPr>
            <a:spLocks noGrp="1"/>
          </p:cNvSpPr>
          <p:nvPr>
            <p:ph type="pic" sz="quarter" idx="13"/>
          </p:nvPr>
        </p:nvSpPr>
        <p:spPr>
          <a:xfrm>
            <a:off x="8607552" y="1371600"/>
            <a:ext cx="2999232" cy="276999"/>
          </a:xfrm>
          <a:solidFill>
            <a:srgbClr val="97C5EB"/>
          </a:solidFill>
        </p:spPr>
        <p:txBody>
          <a:bodyPr/>
          <a:lstStyle>
            <a:lvl1pPr marL="0" indent="0">
              <a:buNone/>
              <a:defRPr/>
            </a:lvl1pPr>
          </a:lstStyle>
          <a:p>
            <a:r>
              <a:rPr lang="en-US"/>
              <a:t>Click icon to add picture</a:t>
            </a:r>
            <a:endParaRPr lang="en-US" dirty="0"/>
          </a:p>
        </p:txBody>
      </p:sp>
      <p:sp>
        <p:nvSpPr>
          <p:cNvPr id="10" name="Picture Placeholder 9"/>
          <p:cNvSpPr>
            <a:spLocks noGrp="1"/>
          </p:cNvSpPr>
          <p:nvPr>
            <p:ph type="pic" sz="quarter" idx="14"/>
          </p:nvPr>
        </p:nvSpPr>
        <p:spPr>
          <a:xfrm>
            <a:off x="8607552" y="3145536"/>
            <a:ext cx="2999232" cy="276999"/>
          </a:xfrm>
          <a:solidFill>
            <a:srgbClr val="97C5EB"/>
          </a:solidFill>
        </p:spPr>
        <p:txBody>
          <a:bodyPr/>
          <a:lstStyle>
            <a:lvl1pPr marL="0" indent="0">
              <a:buNone/>
              <a:defRPr/>
            </a:lvl1pPr>
          </a:lstStyle>
          <a:p>
            <a:r>
              <a:rPr lang="en-US"/>
              <a:t>Click icon to add picture</a:t>
            </a:r>
            <a:endParaRPr lang="en-US" dirty="0"/>
          </a:p>
        </p:txBody>
      </p:sp>
      <p:sp>
        <p:nvSpPr>
          <p:cNvPr id="11" name="Picture Placeholder 9"/>
          <p:cNvSpPr>
            <a:spLocks noGrp="1"/>
          </p:cNvSpPr>
          <p:nvPr>
            <p:ph type="pic" sz="quarter" idx="15"/>
          </p:nvPr>
        </p:nvSpPr>
        <p:spPr>
          <a:xfrm>
            <a:off x="8607552" y="4928616"/>
            <a:ext cx="2999232" cy="276999"/>
          </a:xfrm>
          <a:solidFill>
            <a:srgbClr val="97C5EB"/>
          </a:solidFill>
        </p:spPr>
        <p:txBody>
          <a:bodyPr/>
          <a:lstStyle>
            <a:lvl1pPr marL="0" indent="0">
              <a:buNone/>
              <a:defRPr/>
            </a:lvl1pPr>
          </a:lstStyle>
          <a:p>
            <a:r>
              <a:rPr lang="en-US"/>
              <a:t>Click icon to add picture</a:t>
            </a:r>
            <a:endParaRPr lang="en-US" dirty="0"/>
          </a:p>
        </p:txBody>
      </p:sp>
      <p:sp>
        <p:nvSpPr>
          <p:cNvPr id="6" name="Slide Number Placeholder 5"/>
          <p:cNvSpPr>
            <a:spLocks noGrp="1"/>
          </p:cNvSpPr>
          <p:nvPr>
            <p:ph type="sldNum" sz="quarter" idx="17"/>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257247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9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262432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2344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262432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2344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262432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2344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440740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300837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1" name="Content Placeholder 2"/>
          <p:cNvSpPr>
            <a:spLocks noGrp="1"/>
          </p:cNvSpPr>
          <p:nvPr>
            <p:ph idx="28"/>
          </p:nvPr>
        </p:nvSpPr>
        <p:spPr>
          <a:xfrm>
            <a:off x="609600" y="61813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2" name="Picture Placeholder 7"/>
          <p:cNvSpPr>
            <a:spLocks noGrp="1"/>
          </p:cNvSpPr>
          <p:nvPr>
            <p:ph type="pic" sz="quarter" idx="29"/>
          </p:nvPr>
        </p:nvSpPr>
        <p:spPr>
          <a:xfrm>
            <a:off x="621792" y="4791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440740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300837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9" name="Content Placeholder 2"/>
          <p:cNvSpPr>
            <a:spLocks noGrp="1"/>
          </p:cNvSpPr>
          <p:nvPr>
            <p:ph idx="32"/>
          </p:nvPr>
        </p:nvSpPr>
        <p:spPr>
          <a:xfrm>
            <a:off x="4730496" y="61813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0" name="Picture Placeholder 7"/>
          <p:cNvSpPr>
            <a:spLocks noGrp="1"/>
          </p:cNvSpPr>
          <p:nvPr>
            <p:ph type="pic" sz="quarter" idx="33"/>
          </p:nvPr>
        </p:nvSpPr>
        <p:spPr>
          <a:xfrm>
            <a:off x="4730496" y="4791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4407408"/>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300837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3" name="Content Placeholder 2"/>
          <p:cNvSpPr>
            <a:spLocks noGrp="1"/>
          </p:cNvSpPr>
          <p:nvPr>
            <p:ph idx="36"/>
          </p:nvPr>
        </p:nvSpPr>
        <p:spPr>
          <a:xfrm>
            <a:off x="8839200" y="61813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4" name="Picture Placeholder 7"/>
          <p:cNvSpPr>
            <a:spLocks noGrp="1"/>
          </p:cNvSpPr>
          <p:nvPr>
            <p:ph type="pic" sz="quarter" idx="37"/>
          </p:nvPr>
        </p:nvSpPr>
        <p:spPr>
          <a:xfrm>
            <a:off x="8839200" y="4791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9"/>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641482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9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234086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060704"/>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234086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060704"/>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234086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060704"/>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41239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28346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1" name="Content Placeholder 2"/>
          <p:cNvSpPr>
            <a:spLocks noGrp="1"/>
          </p:cNvSpPr>
          <p:nvPr>
            <p:ph idx="28"/>
          </p:nvPr>
        </p:nvSpPr>
        <p:spPr>
          <a:xfrm>
            <a:off x="609600" y="589788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2" name="Picture Placeholder 7"/>
          <p:cNvSpPr>
            <a:spLocks noGrp="1"/>
          </p:cNvSpPr>
          <p:nvPr>
            <p:ph type="pic" sz="quarter" idx="29"/>
          </p:nvPr>
        </p:nvSpPr>
        <p:spPr>
          <a:xfrm>
            <a:off x="621792" y="461772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41239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28346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9" name="Content Placeholder 2"/>
          <p:cNvSpPr>
            <a:spLocks noGrp="1"/>
          </p:cNvSpPr>
          <p:nvPr>
            <p:ph idx="32"/>
          </p:nvPr>
        </p:nvSpPr>
        <p:spPr>
          <a:xfrm>
            <a:off x="4730496" y="589788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0" name="Picture Placeholder 7"/>
          <p:cNvSpPr>
            <a:spLocks noGrp="1"/>
          </p:cNvSpPr>
          <p:nvPr>
            <p:ph type="pic" sz="quarter" idx="33"/>
          </p:nvPr>
        </p:nvSpPr>
        <p:spPr>
          <a:xfrm>
            <a:off x="4730496" y="461772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4123944"/>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283464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3" name="Content Placeholder 2"/>
          <p:cNvSpPr>
            <a:spLocks noGrp="1"/>
          </p:cNvSpPr>
          <p:nvPr>
            <p:ph idx="36"/>
          </p:nvPr>
        </p:nvSpPr>
        <p:spPr>
          <a:xfrm>
            <a:off x="8839200" y="589788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4" name="Picture Placeholder 7"/>
          <p:cNvSpPr>
            <a:spLocks noGrp="1"/>
          </p:cNvSpPr>
          <p:nvPr>
            <p:ph type="pic" sz="quarter" idx="37"/>
          </p:nvPr>
        </p:nvSpPr>
        <p:spPr>
          <a:xfrm>
            <a:off x="8839200" y="461772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40"/>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26" name="Text Placeholder 8"/>
          <p:cNvSpPr>
            <a:spLocks noGrp="1"/>
          </p:cNvSpPr>
          <p:nvPr>
            <p:ph type="body" sz="quarter" idx="41" hasCustomPrompt="1"/>
          </p:nvPr>
        </p:nvSpPr>
        <p:spPr>
          <a:xfrm>
            <a:off x="1908969" y="6079429"/>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76081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6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37"/>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463822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21792"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1" name="Content Placeholder 2"/>
          <p:cNvSpPr>
            <a:spLocks noGrp="1"/>
          </p:cNvSpPr>
          <p:nvPr>
            <p:ph idx="18"/>
          </p:nvPr>
        </p:nvSpPr>
        <p:spPr>
          <a:xfrm>
            <a:off x="4718304"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2" name="Picture Placeholder 7"/>
          <p:cNvSpPr>
            <a:spLocks noGrp="1"/>
          </p:cNvSpPr>
          <p:nvPr>
            <p:ph type="pic" sz="quarter" idx="19"/>
          </p:nvPr>
        </p:nvSpPr>
        <p:spPr>
          <a:xfrm>
            <a:off x="4730496"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3" name="Content Placeholder 2"/>
          <p:cNvSpPr>
            <a:spLocks noGrp="1"/>
          </p:cNvSpPr>
          <p:nvPr>
            <p:ph idx="20"/>
          </p:nvPr>
        </p:nvSpPr>
        <p:spPr>
          <a:xfrm>
            <a:off x="8839200" y="3063240"/>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4" name="Picture Placeholder 7"/>
          <p:cNvSpPr>
            <a:spLocks noGrp="1"/>
          </p:cNvSpPr>
          <p:nvPr>
            <p:ph type="pic" sz="quarter" idx="21"/>
          </p:nvPr>
        </p:nvSpPr>
        <p:spPr>
          <a:xfrm>
            <a:off x="8839200" y="1600200"/>
            <a:ext cx="2755392" cy="276999"/>
          </a:xfrm>
          <a:solidFill>
            <a:srgbClr val="97C5EB"/>
          </a:solidFill>
        </p:spPr>
        <p:txBody>
          <a:bodyPr/>
          <a:lstStyle>
            <a:lvl1pPr marL="0" indent="0">
              <a:buNone/>
              <a:defRPr/>
            </a:lvl1pPr>
          </a:lstStyle>
          <a:p>
            <a:r>
              <a:rPr lang="en-US"/>
              <a:t>Click icon to add picture</a:t>
            </a:r>
            <a:endParaRPr lang="en-US" dirty="0"/>
          </a:p>
        </p:txBody>
      </p:sp>
      <p:sp>
        <p:nvSpPr>
          <p:cNvPr id="35" name="Content Placeholder 2"/>
          <p:cNvSpPr>
            <a:spLocks noGrp="1"/>
          </p:cNvSpPr>
          <p:nvPr>
            <p:ph idx="22"/>
          </p:nvPr>
        </p:nvSpPr>
        <p:spPr>
          <a:xfrm>
            <a:off x="6096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36" name="Picture Placeholder 7"/>
          <p:cNvSpPr>
            <a:spLocks noGrp="1"/>
          </p:cNvSpPr>
          <p:nvPr>
            <p:ph type="pic" sz="quarter" idx="23"/>
          </p:nvPr>
        </p:nvSpPr>
        <p:spPr>
          <a:xfrm>
            <a:off x="621792"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47" name="Content Placeholder 2"/>
          <p:cNvSpPr>
            <a:spLocks noGrp="1"/>
          </p:cNvSpPr>
          <p:nvPr>
            <p:ph idx="30"/>
          </p:nvPr>
        </p:nvSpPr>
        <p:spPr>
          <a:xfrm>
            <a:off x="4730496"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48" name="Picture Placeholder 7"/>
          <p:cNvSpPr>
            <a:spLocks noGrp="1"/>
          </p:cNvSpPr>
          <p:nvPr>
            <p:ph type="pic" sz="quarter" idx="31"/>
          </p:nvPr>
        </p:nvSpPr>
        <p:spPr>
          <a:xfrm>
            <a:off x="4730496"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1" name="Content Placeholder 2"/>
          <p:cNvSpPr>
            <a:spLocks noGrp="1"/>
          </p:cNvSpPr>
          <p:nvPr>
            <p:ph idx="34"/>
          </p:nvPr>
        </p:nvSpPr>
        <p:spPr>
          <a:xfrm>
            <a:off x="8839200" y="5102352"/>
            <a:ext cx="2767584" cy="124650"/>
          </a:xfrm>
        </p:spPr>
        <p:txBody>
          <a:bodyPr/>
          <a:lstStyle>
            <a:lvl1pPr algn="l">
              <a:defRPr sz="900" b="1"/>
            </a:lvl1pPr>
            <a:lvl2pPr marL="0" indent="0">
              <a:buNone/>
              <a:defRPr sz="900" b="0"/>
            </a:lvl2pPr>
            <a:lvl3pPr>
              <a:defRPr sz="900" b="0"/>
            </a:lvl3pPr>
            <a:lvl4pPr>
              <a:defRPr sz="900" b="0"/>
            </a:lvl4pPr>
          </a:lstStyle>
          <a:p>
            <a:pPr lvl="0"/>
            <a:r>
              <a:rPr lang="en-US"/>
              <a:t>Click to edit Master text styles</a:t>
            </a:r>
          </a:p>
        </p:txBody>
      </p:sp>
      <p:sp>
        <p:nvSpPr>
          <p:cNvPr id="52" name="Picture Placeholder 7"/>
          <p:cNvSpPr>
            <a:spLocks noGrp="1"/>
          </p:cNvSpPr>
          <p:nvPr>
            <p:ph type="pic" sz="quarter" idx="35"/>
          </p:nvPr>
        </p:nvSpPr>
        <p:spPr>
          <a:xfrm>
            <a:off x="8839200" y="3648456"/>
            <a:ext cx="2755392"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40"/>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17301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ubtitle and Bottom Content with two imag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4352544"/>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9" name="Picture Placeholder 7"/>
          <p:cNvSpPr>
            <a:spLocks noGrp="1"/>
          </p:cNvSpPr>
          <p:nvPr>
            <p:ph type="pic" sz="quarter" idx="14"/>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16"/>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4246732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ubtitle and Bottom Content with two image and tagline">
    <p:spTree>
      <p:nvGrpSpPr>
        <p:cNvPr id="1" name=""/>
        <p:cNvGrpSpPr/>
        <p:nvPr/>
      </p:nvGrpSpPr>
      <p:grpSpPr>
        <a:xfrm>
          <a:off x="0" y="0"/>
          <a:ext cx="0" cy="0"/>
          <a:chOff x="0" y="0"/>
          <a:chExt cx="0" cy="0"/>
        </a:xfrm>
      </p:grpSpPr>
      <p:sp>
        <p:nvSpPr>
          <p:cNvPr id="2" name="Title 1"/>
          <p:cNvSpPr>
            <a:spLocks noGrp="1"/>
          </p:cNvSpPr>
          <p:nvPr>
            <p:ph type="title"/>
          </p:nvPr>
        </p:nvSpPr>
        <p:spPr>
          <a:xfrm>
            <a:off x="613833" y="320041"/>
            <a:ext cx="10972800" cy="378565"/>
          </a:xfrm>
        </p:spPr>
        <p:txBody>
          <a:bodyPr/>
          <a:lstStyle/>
          <a:p>
            <a:r>
              <a:rPr lang="en-US"/>
              <a:t>Click to edit Master title style</a:t>
            </a:r>
            <a:endParaRPr lang="en-US" dirty="0"/>
          </a:p>
        </p:txBody>
      </p:sp>
      <p:sp>
        <p:nvSpPr>
          <p:cNvPr id="3" name="Content Placeholder 2"/>
          <p:cNvSpPr>
            <a:spLocks noGrp="1"/>
          </p:cNvSpPr>
          <p:nvPr>
            <p:ph idx="1"/>
          </p:nvPr>
        </p:nvSpPr>
        <p:spPr>
          <a:xfrm>
            <a:off x="609600" y="4352544"/>
            <a:ext cx="10972800" cy="1311128"/>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Text Placeholder 6"/>
          <p:cNvSpPr>
            <a:spLocks noGrp="1"/>
          </p:cNvSpPr>
          <p:nvPr>
            <p:ph type="body" sz="quarter" idx="12"/>
          </p:nvPr>
        </p:nvSpPr>
        <p:spPr>
          <a:xfrm>
            <a:off x="609600" y="621793"/>
            <a:ext cx="10972800" cy="295466"/>
          </a:xfrm>
        </p:spPr>
        <p:txBody>
          <a:bodyPr tIns="45720"/>
          <a:lstStyle>
            <a:lvl1pPr>
              <a:buNone/>
              <a:defRPr sz="1800" b="0" i="1">
                <a:solidFill>
                  <a:schemeClr val="tx2"/>
                </a:solidFill>
              </a:defRPr>
            </a:lvl1pPr>
          </a:lstStyle>
          <a:p>
            <a:pPr lvl="0"/>
            <a:r>
              <a:rPr lang="en-US"/>
              <a:t>Click to edit Master text styles</a:t>
            </a:r>
          </a:p>
        </p:txBody>
      </p:sp>
      <p:sp>
        <p:nvSpPr>
          <p:cNvPr id="8" name="Picture Placeholder 7"/>
          <p:cNvSpPr>
            <a:spLocks noGrp="1"/>
          </p:cNvSpPr>
          <p:nvPr>
            <p:ph type="pic" sz="quarter" idx="13"/>
          </p:nvPr>
        </p:nvSpPr>
        <p:spPr>
          <a:xfrm>
            <a:off x="609600"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9" name="Picture Placeholder 7"/>
          <p:cNvSpPr>
            <a:spLocks noGrp="1"/>
          </p:cNvSpPr>
          <p:nvPr>
            <p:ph type="pic" sz="quarter" idx="14"/>
          </p:nvPr>
        </p:nvSpPr>
        <p:spPr>
          <a:xfrm>
            <a:off x="6242304" y="1600200"/>
            <a:ext cx="5364480" cy="276999"/>
          </a:xfrm>
          <a:solidFill>
            <a:srgbClr val="97C5EB"/>
          </a:solidFill>
        </p:spPr>
        <p:txBody>
          <a:bodyPr/>
          <a:lstStyle>
            <a:lvl1pPr marL="0" indent="0">
              <a:buNone/>
              <a:defRPr/>
            </a:lvl1pPr>
          </a:lstStyle>
          <a:p>
            <a:r>
              <a:rPr lang="en-US"/>
              <a:t>Click icon to add picture</a:t>
            </a:r>
            <a:endParaRPr lang="en-US" dirty="0"/>
          </a:p>
        </p:txBody>
      </p:sp>
      <p:sp>
        <p:nvSpPr>
          <p:cNvPr id="5" name="Slide Number Placeholder 4"/>
          <p:cNvSpPr>
            <a:spLocks noGrp="1"/>
          </p:cNvSpPr>
          <p:nvPr>
            <p:ph type="sldNum" sz="quarter" idx="40"/>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12" name="Text Placeholder 8"/>
          <p:cNvSpPr>
            <a:spLocks noGrp="1"/>
          </p:cNvSpPr>
          <p:nvPr>
            <p:ph type="body" sz="quarter" idx="41" hasCustomPrompt="1"/>
          </p:nvPr>
        </p:nvSpPr>
        <p:spPr>
          <a:xfrm>
            <a:off x="1908969" y="6045312"/>
            <a:ext cx="8374062" cy="369332"/>
          </a:xfrm>
          <a:solidFill>
            <a:schemeClr val="tx2"/>
          </a:solidFill>
        </p:spPr>
        <p:txBody>
          <a:bodyPr lIns="91440" tIns="45720" rIns="91440" bIns="45720" anchor="b" anchorCtr="0">
            <a:noAutofit/>
          </a:bodyPr>
          <a:lstStyle>
            <a:lvl1pPr marL="0" indent="0" algn="ctr">
              <a:buNone/>
              <a:defRPr>
                <a:solidFill>
                  <a:schemeClr val="bg1"/>
                </a:solidFill>
              </a:defRPr>
            </a:lvl1pPr>
          </a:lstStyle>
          <a:p>
            <a:pPr lvl="0"/>
            <a:r>
              <a:rPr lang="en-US" dirty="0"/>
              <a:t>Click to edit tagline</a:t>
            </a:r>
          </a:p>
        </p:txBody>
      </p:sp>
    </p:spTree>
    <p:extLst>
      <p:ext uri="{BB962C8B-B14F-4D97-AF65-F5344CB8AC3E}">
        <p14:creationId xmlns:p14="http://schemas.microsoft.com/office/powerpoint/2010/main" val="118362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with Banner">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Tree>
    <p:extLst>
      <p:ext uri="{BB962C8B-B14F-4D97-AF65-F5344CB8AC3E}">
        <p14:creationId xmlns:p14="http://schemas.microsoft.com/office/powerpoint/2010/main" val="335114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Title, Sub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4"/>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6" name="Rectangle 3"/>
          <p:cNvSpPr>
            <a:spLocks noGrp="1" noChangeArrowheads="1"/>
          </p:cNvSpPr>
          <p:nvPr>
            <p:ph type="title"/>
          </p:nvPr>
        </p:nvSpPr>
        <p:spPr bwMode="auto">
          <a:xfrm>
            <a:off x="577851" y="356617"/>
            <a:ext cx="11008783" cy="378565"/>
          </a:xfrm>
          <a:prstGeom prst="rect">
            <a:avLst/>
          </a:prstGeom>
          <a:noFill/>
          <a:ln w="9525">
            <a:noFill/>
            <a:miter lim="800000"/>
            <a:headEnd/>
            <a:tailEnd/>
          </a:ln>
          <a:effectLst/>
        </p:spPr>
        <p:txBody>
          <a:bodyPr vert="horz" wrap="square" lIns="0" tIns="45720" rIns="0" bIns="0" numCol="1" anchor="t" anchorCtr="0" compatLnSpc="1">
            <a:prstTxWarp prst="textNoShape">
              <a:avLst/>
            </a:prstTxWarp>
            <a:spAutoFit/>
          </a:bodyPr>
          <a:lstStyle/>
          <a:p>
            <a:pPr lvl="0"/>
            <a:r>
              <a:rPr lang="en-US"/>
              <a:t>Click to edit Master title style</a:t>
            </a:r>
            <a:endParaRPr lang="en-US" dirty="0"/>
          </a:p>
        </p:txBody>
      </p:sp>
    </p:spTree>
    <p:extLst>
      <p:ext uri="{BB962C8B-B14F-4D97-AF65-F5344CB8AC3E}">
        <p14:creationId xmlns:p14="http://schemas.microsoft.com/office/powerpoint/2010/main" val="110004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Blank Closing">
    <p:spTree>
      <p:nvGrpSpPr>
        <p:cNvPr id="1" name=""/>
        <p:cNvGrpSpPr/>
        <p:nvPr/>
      </p:nvGrpSpPr>
      <p:grpSpPr>
        <a:xfrm>
          <a:off x="0" y="0"/>
          <a:ext cx="0" cy="0"/>
          <a:chOff x="0" y="0"/>
          <a:chExt cx="0" cy="0"/>
        </a:xfrm>
      </p:grpSpPr>
      <p:sp>
        <p:nvSpPr>
          <p:cNvPr id="5" name="Rectangle 6"/>
          <p:cNvSpPr>
            <a:spLocks noChangeArrowheads="1"/>
          </p:cNvSpPr>
          <p:nvPr/>
        </p:nvSpPr>
        <p:spPr bwMode="auto">
          <a:xfrm>
            <a:off x="586318" y="6657976"/>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2023 Boeing. All rights reserved.</a:t>
            </a:r>
          </a:p>
        </p:txBody>
      </p:sp>
      <p:sp>
        <p:nvSpPr>
          <p:cNvPr id="3" name="Slide Number Placeholder 2"/>
          <p:cNvSpPr>
            <a:spLocks noGrp="1"/>
          </p:cNvSpPr>
          <p:nvPr>
            <p:ph type="sldNum" sz="quarter" idx="11"/>
          </p:nvPr>
        </p:nvSpPr>
        <p:spPr/>
        <p:txBody>
          <a:bodyPr/>
          <a:lstStyle/>
          <a:p>
            <a:r>
              <a:rPr lang="en-US" sz="1000" dirty="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pic>
        <p:nvPicPr>
          <p:cNvPr id="4" name="Picture 5" descr="Boeing_RGBblue_largePPT"/>
          <p:cNvPicPr preferRelativeResize="0">
            <a:picLocks noChangeAspect="1" noChangeArrowheads="1"/>
          </p:cNvPicPr>
          <p:nvPr userDrawn="1"/>
        </p:nvPicPr>
        <p:blipFill>
          <a:blip r:embed="rId2" cstate="screen"/>
          <a:srcRect/>
          <a:stretch>
            <a:fillRect/>
          </a:stretch>
        </p:blipFill>
        <p:spPr bwMode="auto">
          <a:xfrm>
            <a:off x="4461688" y="2838450"/>
            <a:ext cx="3193785" cy="822960"/>
          </a:xfrm>
          <a:prstGeom prst="rect">
            <a:avLst/>
          </a:prstGeom>
          <a:noFill/>
          <a:ln w="9525">
            <a:noFill/>
            <a:miter lim="800000"/>
            <a:headEnd/>
            <a:tailEnd/>
          </a:ln>
        </p:spPr>
      </p:pic>
    </p:spTree>
    <p:extLst>
      <p:ext uri="{BB962C8B-B14F-4D97-AF65-F5344CB8AC3E}">
        <p14:creationId xmlns:p14="http://schemas.microsoft.com/office/powerpoint/2010/main" val="413600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pic>
        <p:nvPicPr>
          <p:cNvPr id="5" name="Picture 5" descr="Boeing_RGBblue_largePPT"/>
          <p:cNvPicPr preferRelativeResize="0">
            <a:picLocks noChangeAspect="1" noChangeArrowheads="1"/>
          </p:cNvPicPr>
          <p:nvPr userDrawn="1"/>
        </p:nvPicPr>
        <p:blipFill>
          <a:blip r:embed="rId2" cstate="screen"/>
          <a:srcRect/>
          <a:stretch>
            <a:fillRect/>
          </a:stretch>
        </p:blipFill>
        <p:spPr bwMode="auto">
          <a:xfrm>
            <a:off x="4448988" y="2927350"/>
            <a:ext cx="3193785" cy="822960"/>
          </a:xfrm>
          <a:prstGeom prst="rect">
            <a:avLst/>
          </a:prstGeom>
          <a:noFill/>
          <a:ln w="9525">
            <a:noFill/>
            <a:miter lim="800000"/>
            <a:headEnd/>
            <a:tailEnd/>
          </a:ln>
        </p:spPr>
      </p:pic>
    </p:spTree>
    <p:extLst>
      <p:ext uri="{BB962C8B-B14F-4D97-AF65-F5344CB8AC3E}">
        <p14:creationId xmlns:p14="http://schemas.microsoft.com/office/powerpoint/2010/main" val="2542824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1_Title Slide_without grid">
    <p:spTree>
      <p:nvGrpSpPr>
        <p:cNvPr id="1" name=""/>
        <p:cNvGrpSpPr/>
        <p:nvPr/>
      </p:nvGrpSpPr>
      <p:grpSpPr>
        <a:xfrm>
          <a:off x="0" y="0"/>
          <a:ext cx="0" cy="0"/>
          <a:chOff x="0" y="0"/>
          <a:chExt cx="0" cy="0"/>
        </a:xfrm>
      </p:grpSpPr>
      <p:sp>
        <p:nvSpPr>
          <p:cNvPr id="4103" name="Rectangle 7"/>
          <p:cNvSpPr>
            <a:spLocks noChangeArrowheads="1"/>
          </p:cNvSpPr>
          <p:nvPr/>
        </p:nvSpPr>
        <p:spPr bwMode="auto">
          <a:xfrm>
            <a:off x="414629" y="6658300"/>
            <a:ext cx="2753783" cy="110800"/>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hangingPunct="0"/>
            <a:r>
              <a:rPr lang="en-US" sz="600" dirty="0">
                <a:solidFill>
                  <a:schemeClr val="bg1">
                    <a:lumMod val="50000"/>
                  </a:schemeClr>
                </a:solidFill>
              </a:rPr>
              <a:t>Copyright © 2023 Boeing. </a:t>
            </a:r>
          </a:p>
        </p:txBody>
      </p:sp>
      <p:sp>
        <p:nvSpPr>
          <p:cNvPr id="4105" name="Rectangle 9"/>
          <p:cNvSpPr>
            <a:spLocks noGrp="1" noChangeArrowheads="1"/>
          </p:cNvSpPr>
          <p:nvPr>
            <p:ph type="ctrTitle"/>
          </p:nvPr>
        </p:nvSpPr>
        <p:spPr>
          <a:xfrm>
            <a:off x="457319" y="2552442"/>
            <a:ext cx="11286635" cy="655564"/>
          </a:xfrm>
        </p:spPr>
        <p:txBody>
          <a:bodyPr anchor="t"/>
          <a:lstStyle>
            <a:lvl1pPr>
              <a:defRPr sz="4400" b="1">
                <a:solidFill>
                  <a:schemeClr val="tx2"/>
                </a:solidFill>
              </a:defRPr>
            </a:lvl1pPr>
          </a:lstStyle>
          <a:p>
            <a:r>
              <a:rPr lang="en-US"/>
              <a:t>Click to edit Master title style</a:t>
            </a:r>
            <a:endParaRPr lang="en-US" dirty="0"/>
          </a:p>
        </p:txBody>
      </p:sp>
      <p:sp>
        <p:nvSpPr>
          <p:cNvPr id="4107" name="Rectangle 11"/>
          <p:cNvSpPr>
            <a:spLocks noGrp="1" noChangeArrowheads="1"/>
          </p:cNvSpPr>
          <p:nvPr>
            <p:ph type="ftr" sz="quarter" idx="3"/>
          </p:nvPr>
        </p:nvSpPr>
        <p:spPr>
          <a:xfrm>
            <a:off x="3962401" y="6394450"/>
            <a:ext cx="4267200" cy="374650"/>
          </a:xfrm>
          <a:prstGeom prst="rect">
            <a:avLst/>
          </a:prstGeom>
        </p:spPr>
        <p:txBody>
          <a:bodyPr/>
          <a:lstStyle>
            <a:lvl1pPr>
              <a:defRPr>
                <a:solidFill>
                  <a:schemeClr val="bg1">
                    <a:lumMod val="50000"/>
                  </a:schemeClr>
                </a:solidFill>
              </a:defRPr>
            </a:lvl1pPr>
          </a:lstStyle>
          <a:p>
            <a:r>
              <a:rPr lang="en-US"/>
              <a:t>BOEING PROPRIETARY</a:t>
            </a:r>
          </a:p>
        </p:txBody>
      </p:sp>
      <p:pic>
        <p:nvPicPr>
          <p:cNvPr id="11" name="Picture 2" descr="Boeing_RGBblue_standard"/>
          <p:cNvPicPr preferRelativeResize="0">
            <a:picLocks noChangeAspect="1" noChangeArrowheads="1"/>
          </p:cNvPicPr>
          <p:nvPr userDrawn="1"/>
        </p:nvPicPr>
        <p:blipFill>
          <a:blip r:embed="rId2" cstate="print"/>
          <a:srcRect/>
          <a:stretch>
            <a:fillRect/>
          </a:stretch>
        </p:blipFill>
        <p:spPr bwMode="auto">
          <a:xfrm>
            <a:off x="401743" y="361951"/>
            <a:ext cx="1838804" cy="442913"/>
          </a:xfrm>
          <a:prstGeom prst="rect">
            <a:avLst/>
          </a:prstGeom>
          <a:noFill/>
        </p:spPr>
      </p:pic>
      <p:sp>
        <p:nvSpPr>
          <p:cNvPr id="6" name="Text Placeholder 4"/>
          <p:cNvSpPr>
            <a:spLocks noGrp="1"/>
          </p:cNvSpPr>
          <p:nvPr>
            <p:ph type="body" sz="quarter" idx="10" hasCustomPrompt="1"/>
          </p:nvPr>
        </p:nvSpPr>
        <p:spPr>
          <a:xfrm>
            <a:off x="457319" y="4419602"/>
            <a:ext cx="5553910" cy="276999"/>
          </a:xfrm>
        </p:spPr>
        <p:txBody>
          <a:bodyPr/>
          <a:lstStyle>
            <a:lvl1pPr marL="0" indent="0">
              <a:buNone/>
              <a:defRPr sz="2000" b="1" baseline="0"/>
            </a:lvl1pPr>
          </a:lstStyle>
          <a:p>
            <a:pPr lvl="0"/>
            <a:r>
              <a:rPr lang="en-US" dirty="0"/>
              <a:t>Click to edit Presenter</a:t>
            </a:r>
          </a:p>
        </p:txBody>
      </p:sp>
      <p:sp>
        <p:nvSpPr>
          <p:cNvPr id="7" name="Content Placeholder 8"/>
          <p:cNvSpPr>
            <a:spLocks noGrp="1"/>
          </p:cNvSpPr>
          <p:nvPr>
            <p:ph sz="quarter" idx="11" hasCustomPrompt="1"/>
          </p:nvPr>
        </p:nvSpPr>
        <p:spPr>
          <a:xfrm>
            <a:off x="6168706" y="4419602"/>
            <a:ext cx="5575248" cy="307777"/>
          </a:xfrm>
        </p:spPr>
        <p:txBody>
          <a:bodyPr/>
          <a:lstStyle>
            <a:lvl1pPr marL="225425" marR="0" indent="-225425"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sz="2000" b="1" baseline="0"/>
            </a:lvl1pPr>
          </a:lstStyle>
          <a:p>
            <a:pPr marL="225425" marR="0" lvl="0" indent="-225425"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a:pPr>
            <a:r>
              <a:rPr lang="en-US" dirty="0"/>
              <a:t>Click to edit Presenter</a:t>
            </a:r>
          </a:p>
        </p:txBody>
      </p:sp>
      <p:sp>
        <p:nvSpPr>
          <p:cNvPr id="8" name="Text Placeholder 12"/>
          <p:cNvSpPr>
            <a:spLocks noGrp="1"/>
          </p:cNvSpPr>
          <p:nvPr>
            <p:ph type="body" sz="quarter" idx="12" hasCustomPrompt="1"/>
          </p:nvPr>
        </p:nvSpPr>
        <p:spPr>
          <a:xfrm>
            <a:off x="457319" y="4876801"/>
            <a:ext cx="5553911" cy="276999"/>
          </a:xfrm>
        </p:spPr>
        <p:txBody>
          <a:bodyPr/>
          <a:lstStyle>
            <a:lvl1pPr marL="0" indent="0">
              <a:buNone/>
              <a:defRPr sz="2000" b="0"/>
            </a:lvl1pPr>
          </a:lstStyle>
          <a:p>
            <a:pPr lvl="0"/>
            <a:r>
              <a:rPr lang="en-US" dirty="0"/>
              <a:t>Click to </a:t>
            </a:r>
            <a:r>
              <a:rPr lang="en-US"/>
              <a:t>edit Title</a:t>
            </a:r>
            <a:endParaRPr lang="en-US" dirty="0"/>
          </a:p>
        </p:txBody>
      </p:sp>
      <p:sp>
        <p:nvSpPr>
          <p:cNvPr id="9" name="Text Placeholder 14"/>
          <p:cNvSpPr>
            <a:spLocks noGrp="1"/>
          </p:cNvSpPr>
          <p:nvPr>
            <p:ph type="body" sz="quarter" idx="13" hasCustomPrompt="1"/>
          </p:nvPr>
        </p:nvSpPr>
        <p:spPr>
          <a:xfrm>
            <a:off x="6168706" y="4876801"/>
            <a:ext cx="5575248" cy="307777"/>
          </a:xfrm>
        </p:spPr>
        <p:txBody>
          <a:bodyPr/>
          <a:lstStyle>
            <a:lvl1pPr marL="0" marR="0" indent="0"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sz="2000" b="0" baseline="0"/>
            </a:lvl1pPr>
          </a:lstStyle>
          <a:p>
            <a:pPr marL="225425" marR="0" lvl="0" indent="-225425" algn="l" defTabSz="820738" rtl="0" eaLnBrk="0" fontAlgn="base" latinLnBrk="0" hangingPunct="0">
              <a:lnSpc>
                <a:spcPct val="100000"/>
              </a:lnSpc>
              <a:spcBef>
                <a:spcPct val="20000"/>
              </a:spcBef>
              <a:spcAft>
                <a:spcPct val="0"/>
              </a:spcAft>
              <a:buClr>
                <a:schemeClr val="hlink"/>
              </a:buClr>
              <a:buSzTx/>
              <a:buFont typeface="Wingdings" pitchFamily="2" charset="2"/>
              <a:buNone/>
              <a:tabLst/>
              <a:defRPr/>
            </a:pPr>
            <a:r>
              <a:rPr lang="en-US" dirty="0"/>
              <a:t>Click to edit Title</a:t>
            </a:r>
          </a:p>
        </p:txBody>
      </p:sp>
      <p:sp>
        <p:nvSpPr>
          <p:cNvPr id="10" name="Text Placeholder 16"/>
          <p:cNvSpPr>
            <a:spLocks noGrp="1"/>
          </p:cNvSpPr>
          <p:nvPr>
            <p:ph type="body" sz="quarter" idx="14" hasCustomPrompt="1"/>
          </p:nvPr>
        </p:nvSpPr>
        <p:spPr>
          <a:xfrm>
            <a:off x="457319" y="5596598"/>
            <a:ext cx="5428778" cy="221599"/>
          </a:xfrm>
        </p:spPr>
        <p:txBody>
          <a:bodyPr/>
          <a:lstStyle>
            <a:lvl1pPr marL="0" indent="0">
              <a:buNone/>
              <a:defRPr sz="1600" b="0"/>
            </a:lvl1pPr>
          </a:lstStyle>
          <a:p>
            <a:pPr lvl="0"/>
            <a:r>
              <a:rPr lang="en-US" dirty="0"/>
              <a:t>Click to edit Date [Month, Day, Year]</a:t>
            </a:r>
          </a:p>
        </p:txBody>
      </p:sp>
      <p:sp>
        <p:nvSpPr>
          <p:cNvPr id="12" name="Rectangle 14"/>
          <p:cNvSpPr/>
          <p:nvPr userDrawn="1"/>
        </p:nvSpPr>
        <p:spPr>
          <a:xfrm>
            <a:off x="454267" y="5959648"/>
            <a:ext cx="8353824" cy="461665"/>
          </a:xfrm>
          <a:prstGeom prst="rect">
            <a:avLst/>
          </a:prstGeom>
        </p:spPr>
        <p:txBody>
          <a:bodyPr wrap="square" lIns="0" tIns="0" rIns="0" bIns="0">
            <a:spAutoFit/>
          </a:bodyPr>
          <a:lstStyle/>
          <a:p>
            <a:pPr algn="l" eaLnBrk="0" hangingPunct="0"/>
            <a:r>
              <a:rPr lang="en-US" sz="600" b="1" kern="1200" baseline="0" dirty="0">
                <a:solidFill>
                  <a:schemeClr val="bg1">
                    <a:lumMod val="50000"/>
                  </a:schemeClr>
                </a:solidFill>
                <a:latin typeface="Arial" charset="0"/>
                <a:ea typeface="ＭＳ Ｐゴシック" pitchFamily="1" charset="-128"/>
                <a:cs typeface="+mn-cs"/>
              </a:rPr>
              <a:t>Proprietary:</a:t>
            </a:r>
          </a:p>
          <a:p>
            <a:pPr algn="l" eaLnBrk="0" hangingPunct="0"/>
            <a:r>
              <a:rPr lang="en-US" sz="600" kern="1200" baseline="0" dirty="0">
                <a:solidFill>
                  <a:schemeClr val="bg1">
                    <a:lumMod val="50000"/>
                  </a:schemeClr>
                </a:solidFill>
                <a:latin typeface="Arial" charset="0"/>
                <a:ea typeface="ＭＳ Ｐゴシック" pitchFamily="1" charset="-128"/>
                <a:cs typeface="+mn-cs"/>
              </a:rPr>
              <a:t>The information contained herein is proprietary to The Boeing Company and shall not be reproduced or disclosed in whole or in part or used for any reason except when such user possesses direct, written authorization from The Boeing Company.</a:t>
            </a:r>
          </a:p>
          <a:p>
            <a:pPr algn="l" eaLnBrk="0" hangingPunct="0"/>
            <a:endParaRPr lang="en-US" sz="600" kern="1200" baseline="0" dirty="0">
              <a:solidFill>
                <a:schemeClr val="bg1">
                  <a:lumMod val="50000"/>
                </a:schemeClr>
              </a:solidFill>
              <a:latin typeface="Arial" charset="0"/>
              <a:ea typeface="ＭＳ Ｐゴシック" pitchFamily="1" charset="-128"/>
              <a:cs typeface="+mn-cs"/>
            </a:endParaRPr>
          </a:p>
          <a:p>
            <a:pPr algn="l" eaLnBrk="0" hangingPunct="0"/>
            <a:r>
              <a:rPr lang="en-US" sz="600" kern="1200" dirty="0">
                <a:solidFill>
                  <a:schemeClr val="bg1">
                    <a:lumMod val="50000"/>
                  </a:schemeClr>
                </a:solidFill>
                <a:latin typeface="Arial" charset="0"/>
                <a:ea typeface="+mn-ea"/>
                <a:cs typeface="Arial" pitchFamily="34" charset="0"/>
              </a:rPr>
              <a:t>The statements contained herein are based on good faith assumptions and provided for general information purposes only. These statements do not constitute an offer, promise, warranty or guarantee of performance. Actual results may vary depending on certain events or conditions. This document should not be used or relied upon for any purpose other than that intended by Boeing.</a:t>
            </a:r>
          </a:p>
        </p:txBody>
      </p:sp>
    </p:spTree>
    <p:extLst>
      <p:ext uri="{BB962C8B-B14F-4D97-AF65-F5344CB8AC3E}">
        <p14:creationId xmlns:p14="http://schemas.microsoft.com/office/powerpoint/2010/main" val="308347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9" Type="http://schemas.openxmlformats.org/officeDocument/2006/relationships/image" Target="../media/image2.png"/><Relationship Id="rId21" Type="http://schemas.openxmlformats.org/officeDocument/2006/relationships/slideLayout" Target="../slideLayouts/slideLayout27.xml"/><Relationship Id="rId34" Type="http://schemas.openxmlformats.org/officeDocument/2006/relationships/slideLayout" Target="../slideLayouts/slideLayout40.xml"/><Relationship Id="rId7" Type="http://schemas.openxmlformats.org/officeDocument/2006/relationships/slideLayout" Target="../slideLayouts/slideLayout1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29" Type="http://schemas.openxmlformats.org/officeDocument/2006/relationships/slideLayout" Target="../slideLayouts/slideLayout35.xml"/><Relationship Id="rId41"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37" Type="http://schemas.openxmlformats.org/officeDocument/2006/relationships/slideLayout" Target="../slideLayouts/slideLayout43.xml"/><Relationship Id="rId40" Type="http://schemas.openxmlformats.org/officeDocument/2006/relationships/image" Target="../media/image3.png"/><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36" Type="http://schemas.openxmlformats.org/officeDocument/2006/relationships/slideLayout" Target="../slideLayouts/slideLayout42.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31" Type="http://schemas.openxmlformats.org/officeDocument/2006/relationships/slideLayout" Target="../slideLayouts/slideLayout37.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slideLayout" Target="../slideLayouts/slideLayout41.xml"/><Relationship Id="rId8" Type="http://schemas.openxmlformats.org/officeDocument/2006/relationships/slideLayout" Target="../slideLayouts/slideLayout14.xml"/><Relationship Id="rId3" Type="http://schemas.openxmlformats.org/officeDocument/2006/relationships/slideLayout" Target="../slideLayouts/slideLayout9.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3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theme" Target="../theme/theme3.xml"/><Relationship Id="rId21" Type="http://schemas.openxmlformats.org/officeDocument/2006/relationships/slideLayout" Target="../slideLayouts/slideLayout64.xml"/><Relationship Id="rId34" Type="http://schemas.openxmlformats.org/officeDocument/2006/relationships/slideLayout" Target="../slideLayouts/slideLayout77.xml"/><Relationship Id="rId42" Type="http://schemas.openxmlformats.org/officeDocument/2006/relationships/image" Target="../media/image4.png"/><Relationship Id="rId7" Type="http://schemas.openxmlformats.org/officeDocument/2006/relationships/slideLayout" Target="../slideLayouts/slideLayout5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29" Type="http://schemas.openxmlformats.org/officeDocument/2006/relationships/slideLayout" Target="../slideLayouts/slideLayout72.xml"/><Relationship Id="rId41" Type="http://schemas.openxmlformats.org/officeDocument/2006/relationships/image" Target="../media/image3.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slideLayout" Target="../slideLayouts/slideLayout80.xml"/><Relationship Id="rId40" Type="http://schemas.openxmlformats.org/officeDocument/2006/relationships/image" Target="../media/image2.png"/><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slideLayout" Target="../slideLayouts/slideLayout79.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slideLayout" Target="../slideLayouts/slideLayout78.xml"/><Relationship Id="rId8" Type="http://schemas.openxmlformats.org/officeDocument/2006/relationships/slideLayout" Target="../slideLayouts/slideLayout51.xml"/><Relationship Id="rId3" Type="http://schemas.openxmlformats.org/officeDocument/2006/relationships/slideLayout" Target="../slideLayouts/slideLayout46.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bwMode="auto">
          <a:xfrm>
            <a:off x="457320" y="236540"/>
            <a:ext cx="11282626" cy="820737"/>
          </a:xfrm>
          <a:prstGeom prst="rect">
            <a:avLst/>
          </a:prstGeom>
          <a:noFill/>
          <a:ln w="9525">
            <a:noFill/>
            <a:miter lim="800000"/>
            <a:headEnd/>
            <a:tailEnd/>
          </a:ln>
          <a:effectLst/>
        </p:spPr>
        <p:txBody>
          <a:bodyPr vert="horz" wrap="square" lIns="0" tIns="0" rIns="0" bIns="0" numCol="1" anchor="ctr" anchorCtr="0" compatLnSpc="1">
            <a:prstTxWarp prst="textNoShape">
              <a:avLst/>
            </a:prstTxWarp>
            <a:noAutofit/>
          </a:bodyPr>
          <a:lstStyle/>
          <a:p>
            <a:r>
              <a:rPr lang="en-US" altLang="en-US" b="1" kern="0" dirty="0"/>
              <a:t>Title: 28 Arial Bold</a:t>
            </a:r>
            <a:br>
              <a:rPr lang="en-US" altLang="en-US" b="1" kern="0" dirty="0"/>
            </a:br>
            <a:r>
              <a:rPr lang="en-US" altLang="en-US" b="1" kern="0" dirty="0"/>
              <a:t>Subtitle: 24 Arial Bold</a:t>
            </a:r>
          </a:p>
        </p:txBody>
      </p:sp>
      <p:sp>
        <p:nvSpPr>
          <p:cNvPr id="11268" name="Rectangle 4"/>
          <p:cNvSpPr>
            <a:spLocks noGrp="1" noChangeArrowheads="1"/>
          </p:cNvSpPr>
          <p:nvPr>
            <p:ph type="body" idx="1"/>
          </p:nvPr>
        </p:nvSpPr>
        <p:spPr bwMode="auto">
          <a:xfrm>
            <a:off x="457320" y="1394724"/>
            <a:ext cx="11344045" cy="1622425"/>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271" name="Rectangle 7"/>
          <p:cNvSpPr>
            <a:spLocks noGrp="1" noChangeArrowheads="1"/>
          </p:cNvSpPr>
          <p:nvPr>
            <p:ph type="ftr" sz="quarter" idx="3"/>
          </p:nvPr>
        </p:nvSpPr>
        <p:spPr bwMode="auto">
          <a:xfrm>
            <a:off x="3962401" y="6394450"/>
            <a:ext cx="4267200" cy="37465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ctr" eaLnBrk="0" hangingPunct="0">
              <a:defRPr sz="1000" b="0">
                <a:solidFill>
                  <a:schemeClr val="bg1">
                    <a:lumMod val="50000"/>
                  </a:schemeClr>
                </a:solidFill>
              </a:defRPr>
            </a:lvl1pPr>
          </a:lstStyle>
          <a:p>
            <a:r>
              <a:rPr lang="en-US"/>
              <a:t>Subject to the first page of this document, Distribution D.</a:t>
            </a:r>
            <a:endParaRPr lang="en-US" dirty="0"/>
          </a:p>
        </p:txBody>
      </p:sp>
      <p:sp>
        <p:nvSpPr>
          <p:cNvPr id="7" name="Rectangle 7"/>
          <p:cNvSpPr>
            <a:spLocks noGrp="1" noChangeArrowheads="1"/>
          </p:cNvSpPr>
          <p:nvPr>
            <p:ph type="sldNum" sz="quarter" idx="4"/>
          </p:nvPr>
        </p:nvSpPr>
        <p:spPr bwMode="auto">
          <a:xfrm>
            <a:off x="9398240"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1000">
                <a:solidFill>
                  <a:schemeClr val="bg1">
                    <a:lumMod val="50000"/>
                  </a:schemeClr>
                </a:solidFill>
              </a:defRPr>
            </a:lvl1pPr>
          </a:lstStyle>
          <a:p>
            <a:fld id="{689318A1-174D-4DEE-8106-03A37B9BCF15}" type="slidenum">
              <a:rPr lang="en-US" smtClean="0"/>
              <a:pPr/>
              <a:t>‹#›</a:t>
            </a:fld>
            <a:endParaRPr lang="en-US" dirty="0"/>
          </a:p>
        </p:txBody>
      </p:sp>
      <p:sp>
        <p:nvSpPr>
          <p:cNvPr id="11" name="Line 3"/>
          <p:cNvSpPr>
            <a:spLocks noChangeShapeType="1"/>
          </p:cNvSpPr>
          <p:nvPr userDrawn="1"/>
        </p:nvSpPr>
        <p:spPr bwMode="auto">
          <a:xfrm>
            <a:off x="353577" y="1109663"/>
            <a:ext cx="11488025" cy="0"/>
          </a:xfrm>
          <a:prstGeom prst="line">
            <a:avLst/>
          </a:prstGeom>
          <a:noFill/>
          <a:ln w="25400">
            <a:solidFill>
              <a:srgbClr val="A3AAAE"/>
            </a:solidFill>
            <a:round/>
            <a:headEnd type="none" w="sm" len="sm"/>
            <a:tailEnd type="none" w="sm" len="sm"/>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1800" dirty="0">
              <a:solidFill>
                <a:srgbClr val="000000"/>
              </a:solidFill>
              <a:cs typeface="Arial" pitchFamily="34" charset="0"/>
            </a:endParaRPr>
          </a:p>
        </p:txBody>
      </p:sp>
      <p:sp>
        <p:nvSpPr>
          <p:cNvPr id="12" name="Line 3"/>
          <p:cNvSpPr>
            <a:spLocks noChangeShapeType="1"/>
          </p:cNvSpPr>
          <p:nvPr userDrawn="1"/>
        </p:nvSpPr>
        <p:spPr bwMode="auto">
          <a:xfrm>
            <a:off x="353577" y="1109663"/>
            <a:ext cx="11488025" cy="0"/>
          </a:xfrm>
          <a:prstGeom prst="line">
            <a:avLst/>
          </a:prstGeom>
          <a:noFill/>
          <a:ln w="25400">
            <a:solidFill>
              <a:srgbClr val="A3AAAE"/>
            </a:solidFill>
            <a:round/>
            <a:headEnd type="none" w="sm" len="sm"/>
            <a:tailEnd type="none" w="sm" len="sm"/>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sz="1800" b="1" dirty="0">
              <a:solidFill>
                <a:srgbClr val="000000"/>
              </a:solidFill>
              <a:cs typeface="Arial" pitchFamily="34" charset="0"/>
            </a:endParaRPr>
          </a:p>
        </p:txBody>
      </p:sp>
    </p:spTree>
    <p:extLst>
      <p:ext uri="{BB962C8B-B14F-4D97-AF65-F5344CB8AC3E}">
        <p14:creationId xmlns:p14="http://schemas.microsoft.com/office/powerpoint/2010/main" val="11336426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020763" rtl="0" eaLnBrk="1" fontAlgn="base" hangingPunct="1">
        <a:lnSpc>
          <a:spcPct val="90000"/>
        </a:lnSpc>
        <a:spcBef>
          <a:spcPct val="0"/>
        </a:spcBef>
        <a:spcAft>
          <a:spcPct val="0"/>
        </a:spcAft>
        <a:defRPr sz="2800" b="1">
          <a:solidFill>
            <a:schemeClr val="tx2"/>
          </a:solidFill>
          <a:latin typeface="+mj-lt"/>
          <a:ea typeface="+mj-ea"/>
          <a:cs typeface="+mj-cs"/>
        </a:defRPr>
      </a:lvl1pPr>
      <a:lvl2pPr algn="l" defTabSz="1020763" rtl="0" eaLnBrk="1" fontAlgn="base" hangingPunct="1">
        <a:lnSpc>
          <a:spcPct val="90000"/>
        </a:lnSpc>
        <a:spcBef>
          <a:spcPct val="0"/>
        </a:spcBef>
        <a:spcAft>
          <a:spcPct val="0"/>
        </a:spcAft>
        <a:defRPr sz="3200" b="1">
          <a:solidFill>
            <a:schemeClr val="tx2"/>
          </a:solidFill>
          <a:latin typeface="Arial" charset="0"/>
        </a:defRPr>
      </a:lvl2pPr>
      <a:lvl3pPr algn="l" defTabSz="1020763" rtl="0" eaLnBrk="1" fontAlgn="base" hangingPunct="1">
        <a:lnSpc>
          <a:spcPct val="90000"/>
        </a:lnSpc>
        <a:spcBef>
          <a:spcPct val="0"/>
        </a:spcBef>
        <a:spcAft>
          <a:spcPct val="0"/>
        </a:spcAft>
        <a:defRPr sz="3200" b="1">
          <a:solidFill>
            <a:schemeClr val="tx2"/>
          </a:solidFill>
          <a:latin typeface="Arial" charset="0"/>
        </a:defRPr>
      </a:lvl3pPr>
      <a:lvl4pPr algn="l" defTabSz="1020763" rtl="0" eaLnBrk="1" fontAlgn="base" hangingPunct="1">
        <a:lnSpc>
          <a:spcPct val="90000"/>
        </a:lnSpc>
        <a:spcBef>
          <a:spcPct val="0"/>
        </a:spcBef>
        <a:spcAft>
          <a:spcPct val="0"/>
        </a:spcAft>
        <a:defRPr sz="3200" b="1">
          <a:solidFill>
            <a:schemeClr val="tx2"/>
          </a:solidFill>
          <a:latin typeface="Arial" charset="0"/>
        </a:defRPr>
      </a:lvl4pPr>
      <a:lvl5pPr algn="l" defTabSz="1020763" rtl="0" eaLnBrk="1" fontAlgn="base" hangingPunct="1">
        <a:lnSpc>
          <a:spcPct val="90000"/>
        </a:lnSpc>
        <a:spcBef>
          <a:spcPct val="0"/>
        </a:spcBef>
        <a:spcAft>
          <a:spcPct val="0"/>
        </a:spcAft>
        <a:defRPr sz="3200" b="1">
          <a:solidFill>
            <a:schemeClr val="tx2"/>
          </a:solidFill>
          <a:latin typeface="Arial" charset="0"/>
        </a:defRPr>
      </a:lvl5pPr>
      <a:lvl6pPr marL="457200" algn="l" defTabSz="1020763" rtl="0" eaLnBrk="1" fontAlgn="base" hangingPunct="1">
        <a:lnSpc>
          <a:spcPct val="90000"/>
        </a:lnSpc>
        <a:spcBef>
          <a:spcPct val="0"/>
        </a:spcBef>
        <a:spcAft>
          <a:spcPct val="0"/>
        </a:spcAft>
        <a:defRPr sz="3200" b="1">
          <a:solidFill>
            <a:schemeClr val="tx2"/>
          </a:solidFill>
          <a:latin typeface="Arial" charset="0"/>
        </a:defRPr>
      </a:lvl6pPr>
      <a:lvl7pPr marL="914400" algn="l" defTabSz="1020763" rtl="0" eaLnBrk="1" fontAlgn="base" hangingPunct="1">
        <a:lnSpc>
          <a:spcPct val="90000"/>
        </a:lnSpc>
        <a:spcBef>
          <a:spcPct val="0"/>
        </a:spcBef>
        <a:spcAft>
          <a:spcPct val="0"/>
        </a:spcAft>
        <a:defRPr sz="3200" b="1">
          <a:solidFill>
            <a:schemeClr val="tx2"/>
          </a:solidFill>
          <a:latin typeface="Arial" charset="0"/>
        </a:defRPr>
      </a:lvl7pPr>
      <a:lvl8pPr marL="1371600" algn="l" defTabSz="1020763" rtl="0" eaLnBrk="1" fontAlgn="base" hangingPunct="1">
        <a:lnSpc>
          <a:spcPct val="90000"/>
        </a:lnSpc>
        <a:spcBef>
          <a:spcPct val="0"/>
        </a:spcBef>
        <a:spcAft>
          <a:spcPct val="0"/>
        </a:spcAft>
        <a:defRPr sz="3200" b="1">
          <a:solidFill>
            <a:schemeClr val="tx2"/>
          </a:solidFill>
          <a:latin typeface="Arial" charset="0"/>
        </a:defRPr>
      </a:lvl8pPr>
      <a:lvl9pPr marL="1828800" algn="l" defTabSz="1020763" rtl="0" eaLnBrk="1" fontAlgn="base" hangingPunct="1">
        <a:lnSpc>
          <a:spcPct val="90000"/>
        </a:lnSpc>
        <a:spcBef>
          <a:spcPct val="0"/>
        </a:spcBef>
        <a:spcAft>
          <a:spcPct val="0"/>
        </a:spcAft>
        <a:defRPr sz="3200" b="1">
          <a:solidFill>
            <a:schemeClr val="tx2"/>
          </a:solidFill>
          <a:latin typeface="Arial" charset="0"/>
        </a:defRPr>
      </a:lvl9pPr>
    </p:titleStyle>
    <p:bodyStyle>
      <a:lvl1pPr marL="169863" indent="-169863" algn="l" defTabSz="820738" rtl="0" eaLnBrk="1" fontAlgn="base" hangingPunct="1">
        <a:lnSpc>
          <a:spcPct val="90000"/>
        </a:lnSpc>
        <a:spcBef>
          <a:spcPct val="30000"/>
        </a:spcBef>
        <a:spcAft>
          <a:spcPct val="0"/>
        </a:spcAft>
        <a:buClr>
          <a:schemeClr val="tx2"/>
        </a:buClr>
        <a:buFont typeface="Wingdings" pitchFamily="2" charset="2"/>
        <a:buChar char="§"/>
        <a:defRPr sz="2200" b="1">
          <a:solidFill>
            <a:schemeClr val="tx1">
              <a:lumMod val="75000"/>
              <a:lumOff val="25000"/>
            </a:schemeClr>
          </a:solidFill>
          <a:latin typeface="+mn-lt"/>
          <a:ea typeface="+mn-ea"/>
          <a:cs typeface="+mn-cs"/>
        </a:defRPr>
      </a:lvl1pPr>
      <a:lvl2pPr marL="376238" indent="-204788" algn="l" defTabSz="820738" rtl="0" eaLnBrk="1" fontAlgn="base" hangingPunct="1">
        <a:lnSpc>
          <a:spcPct val="90000"/>
        </a:lnSpc>
        <a:spcBef>
          <a:spcPct val="30000"/>
        </a:spcBef>
        <a:spcAft>
          <a:spcPct val="0"/>
        </a:spcAft>
        <a:buClr>
          <a:schemeClr val="tx2"/>
        </a:buClr>
        <a:buFont typeface="Arial" panose="020B0604020202020204" pitchFamily="34" charset="0"/>
        <a:buChar char="−"/>
        <a:defRPr sz="2000" b="0">
          <a:solidFill>
            <a:schemeClr val="tx1">
              <a:lumMod val="75000"/>
              <a:lumOff val="25000"/>
            </a:schemeClr>
          </a:solidFill>
          <a:latin typeface="+mn-lt"/>
        </a:defRPr>
      </a:lvl2pPr>
      <a:lvl3pPr marL="627063" indent="-185738" algn="l" defTabSz="820738" rtl="0" eaLnBrk="1" fontAlgn="base" hangingPunct="1">
        <a:lnSpc>
          <a:spcPct val="90000"/>
        </a:lnSpc>
        <a:spcBef>
          <a:spcPct val="30000"/>
        </a:spcBef>
        <a:spcAft>
          <a:spcPct val="0"/>
        </a:spcAft>
        <a:buClr>
          <a:schemeClr val="tx2"/>
        </a:buClr>
        <a:buFont typeface="Wingdings" panose="05000000000000000000" pitchFamily="2" charset="2"/>
        <a:buChar char="§"/>
        <a:defRPr b="0">
          <a:solidFill>
            <a:schemeClr val="tx1">
              <a:lumMod val="75000"/>
              <a:lumOff val="25000"/>
            </a:schemeClr>
          </a:solidFill>
          <a:latin typeface="+mn-lt"/>
        </a:defRPr>
      </a:lvl3pPr>
      <a:lvl4pPr marL="792163" indent="-163513" algn="l" defTabSz="820738" rtl="0" eaLnBrk="1" fontAlgn="base" hangingPunct="1">
        <a:lnSpc>
          <a:spcPct val="90000"/>
        </a:lnSpc>
        <a:spcBef>
          <a:spcPct val="30000"/>
        </a:spcBef>
        <a:spcAft>
          <a:spcPct val="0"/>
        </a:spcAft>
        <a:buClr>
          <a:schemeClr val="tx2"/>
        </a:buClr>
        <a:buFont typeface="Wingdings" panose="05000000000000000000" pitchFamily="2" charset="2"/>
        <a:buChar char="§"/>
        <a:defRPr b="0">
          <a:solidFill>
            <a:schemeClr val="tx1">
              <a:lumMod val="75000"/>
              <a:lumOff val="25000"/>
            </a:schemeClr>
          </a:solidFill>
          <a:latin typeface="+mn-lt"/>
        </a:defRPr>
      </a:lvl4pPr>
      <a:lvl5pPr marL="957263" indent="-163513" algn="l" defTabSz="820738" rtl="0" eaLnBrk="1" fontAlgn="base" hangingPunct="1">
        <a:lnSpc>
          <a:spcPct val="90000"/>
        </a:lnSpc>
        <a:spcBef>
          <a:spcPct val="30000"/>
        </a:spcBef>
        <a:spcAft>
          <a:spcPct val="0"/>
        </a:spcAft>
        <a:buClr>
          <a:schemeClr val="tx2"/>
        </a:buClr>
        <a:buFont typeface="Wingdings" panose="05000000000000000000" pitchFamily="2" charset="2"/>
        <a:buChar char="§"/>
        <a:defRPr sz="1600" b="0">
          <a:solidFill>
            <a:schemeClr val="tx1">
              <a:lumMod val="75000"/>
              <a:lumOff val="25000"/>
            </a:schemeClr>
          </a:solidFill>
          <a:latin typeface="+mn-lt"/>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9144"/>
            <a:ext cx="12192000" cy="283464"/>
          </a:xfrm>
          <a:prstGeom prst="rect">
            <a:avLst/>
          </a:prstGeom>
          <a:solidFill>
            <a:schemeClr val="tx2"/>
          </a:solidFill>
          <a:ln w="9525">
            <a:noFill/>
            <a:miter lim="800000"/>
            <a:headEnd type="none" w="sm" len="sm"/>
            <a:tailEnd type="none" w="sm" len="sm"/>
          </a:ln>
          <a:effectLst/>
        </p:spPr>
        <p:txBody>
          <a:bodyPr wrap="none" anchor="ctr"/>
          <a:lstStyle/>
          <a:p>
            <a:pPr fontAlgn="base">
              <a:spcBef>
                <a:spcPct val="0"/>
              </a:spcBef>
              <a:spcAft>
                <a:spcPct val="0"/>
              </a:spcAft>
            </a:pPr>
            <a:endParaRPr lang="en-US" sz="1800">
              <a:solidFill>
                <a:srgbClr val="000000"/>
              </a:solidFill>
            </a:endParaRPr>
          </a:p>
        </p:txBody>
      </p:sp>
      <p:sp>
        <p:nvSpPr>
          <p:cNvPr id="3075" name="Rectangle 3"/>
          <p:cNvSpPr>
            <a:spLocks noGrp="1" noChangeArrowheads="1"/>
          </p:cNvSpPr>
          <p:nvPr>
            <p:ph type="title"/>
          </p:nvPr>
        </p:nvSpPr>
        <p:spPr bwMode="auto">
          <a:xfrm>
            <a:off x="613833" y="356617"/>
            <a:ext cx="10972800" cy="378565"/>
          </a:xfrm>
          <a:prstGeom prst="rect">
            <a:avLst/>
          </a:prstGeom>
          <a:noFill/>
          <a:ln w="9525">
            <a:noFill/>
            <a:miter lim="800000"/>
            <a:headEnd/>
            <a:tailEnd/>
          </a:ln>
          <a:effectLst/>
        </p:spPr>
        <p:txBody>
          <a:bodyPr vert="horz" wrap="square" lIns="0" tIns="45720" rIns="0" bIns="0" numCol="1" anchor="t" anchorCtr="0" compatLnSpc="1">
            <a:prstTxWarp prst="textNoShape">
              <a:avLst/>
            </a:prstTxWarp>
            <a:spAutoFit/>
          </a:bodyPr>
          <a:lstStyle/>
          <a:p>
            <a:pPr lvl="0"/>
            <a:r>
              <a:rPr lang="en-US"/>
              <a:t>Click to edit Master title style</a:t>
            </a:r>
            <a:endParaRPr lang="en-US" dirty="0"/>
          </a:p>
        </p:txBody>
      </p:sp>
      <p:sp>
        <p:nvSpPr>
          <p:cNvPr id="3076" name="Rectangle 4"/>
          <p:cNvSpPr>
            <a:spLocks noGrp="1" noChangeArrowheads="1"/>
          </p:cNvSpPr>
          <p:nvPr>
            <p:ph type="body" idx="1"/>
          </p:nvPr>
        </p:nvSpPr>
        <p:spPr bwMode="auto">
          <a:xfrm>
            <a:off x="613833" y="1218599"/>
            <a:ext cx="10972800" cy="1163395"/>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078" name="Rectangle 6"/>
          <p:cNvSpPr>
            <a:spLocks noChangeArrowheads="1"/>
          </p:cNvSpPr>
          <p:nvPr/>
        </p:nvSpPr>
        <p:spPr bwMode="auto">
          <a:xfrm>
            <a:off x="586318" y="6657976"/>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2023 Boeing. All rights reserved.</a:t>
            </a:r>
          </a:p>
        </p:txBody>
      </p:sp>
      <p:sp>
        <p:nvSpPr>
          <p:cNvPr id="11"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solidFill>
                  <a:schemeClr val="bg1">
                    <a:lumMod val="50000"/>
                  </a:schemeClr>
                </a:solidFill>
              </a:defRPr>
            </a:lvl1p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pic>
        <p:nvPicPr>
          <p:cNvPr id="18" name="Picture 17" descr="ET&amp;T.png"/>
          <p:cNvPicPr>
            <a:picLocks noChangeAspect="1"/>
          </p:cNvPicPr>
          <p:nvPr/>
        </p:nvPicPr>
        <p:blipFill>
          <a:blip r:embed="rId39" cstate="print">
            <a:extLst>
              <a:ext uri="{28A0092B-C50C-407E-A947-70E740481C1C}">
                <a14:useLocalDpi xmlns:a14="http://schemas.microsoft.com/office/drawing/2010/main" val="0"/>
              </a:ext>
            </a:extLst>
          </a:blip>
          <a:stretch>
            <a:fillRect/>
          </a:stretch>
        </p:blipFill>
        <p:spPr>
          <a:xfrm>
            <a:off x="538687" y="16945"/>
            <a:ext cx="3314035" cy="260258"/>
          </a:xfrm>
          <a:prstGeom prst="rect">
            <a:avLst/>
          </a:prstGeom>
        </p:spPr>
      </p:pic>
      <p:pic>
        <p:nvPicPr>
          <p:cNvPr id="2" name="Picture 1"/>
          <p:cNvPicPr>
            <a:picLocks noChangeAspect="1"/>
          </p:cNvPicPr>
          <p:nvPr userDrawn="1"/>
        </p:nvPicPr>
        <p:blipFill>
          <a:blip r:embed="rId40" cstate="print">
            <a:extLst>
              <a:ext uri="{28A0092B-C50C-407E-A947-70E740481C1C}">
                <a14:useLocalDpi xmlns:a14="http://schemas.microsoft.com/office/drawing/2010/main" val="0"/>
              </a:ext>
            </a:extLst>
          </a:blip>
          <a:stretch>
            <a:fillRect/>
          </a:stretch>
        </p:blipFill>
        <p:spPr>
          <a:xfrm>
            <a:off x="10101665" y="-42623"/>
            <a:ext cx="1748959" cy="350421"/>
          </a:xfrm>
          <a:prstGeom prst="rect">
            <a:avLst/>
          </a:prstGeom>
        </p:spPr>
      </p:pic>
    </p:spTree>
    <p:extLst>
      <p:ext uri="{BB962C8B-B14F-4D97-AF65-F5344CB8AC3E}">
        <p14:creationId xmlns:p14="http://schemas.microsoft.com/office/powerpoint/2010/main" val="145360333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91" r:id="rId24"/>
    <p:sldLayoutId id="2147483692" r:id="rId25"/>
    <p:sldLayoutId id="2147483693" r:id="rId26"/>
    <p:sldLayoutId id="2147483694" r:id="rId27"/>
    <p:sldLayoutId id="2147483695" r:id="rId28"/>
    <p:sldLayoutId id="2147483696" r:id="rId29"/>
    <p:sldLayoutId id="2147483697" r:id="rId30"/>
    <p:sldLayoutId id="2147483698" r:id="rId31"/>
    <p:sldLayoutId id="2147483699" r:id="rId32"/>
    <p:sldLayoutId id="2147483700" r:id="rId33"/>
    <p:sldLayoutId id="2147483701" r:id="rId34"/>
    <p:sldLayoutId id="2147483702" r:id="rId35"/>
    <p:sldLayoutId id="2147483703" r:id="rId36"/>
    <p:sldLayoutId id="2147483704"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020763" rtl="0" eaLnBrk="1" fontAlgn="base" hangingPunct="1">
        <a:lnSpc>
          <a:spcPct val="90000"/>
        </a:lnSpc>
        <a:spcBef>
          <a:spcPct val="0"/>
        </a:spcBef>
        <a:spcAft>
          <a:spcPct val="0"/>
        </a:spcAft>
        <a:defRPr sz="2400" b="1">
          <a:solidFill>
            <a:schemeClr val="tx2"/>
          </a:solidFill>
          <a:latin typeface="+mj-lt"/>
          <a:ea typeface="+mj-ea"/>
          <a:cs typeface="+mj-cs"/>
        </a:defRPr>
      </a:lvl1pPr>
      <a:lvl2pPr algn="l" defTabSz="1020763" rtl="0" eaLnBrk="1" fontAlgn="base" hangingPunct="1">
        <a:lnSpc>
          <a:spcPct val="90000"/>
        </a:lnSpc>
        <a:spcBef>
          <a:spcPct val="0"/>
        </a:spcBef>
        <a:spcAft>
          <a:spcPct val="0"/>
        </a:spcAft>
        <a:defRPr sz="3200" b="1">
          <a:solidFill>
            <a:schemeClr val="bg1"/>
          </a:solidFill>
          <a:latin typeface="Arial" charset="0"/>
        </a:defRPr>
      </a:lvl2pPr>
      <a:lvl3pPr algn="l" defTabSz="1020763" rtl="0" eaLnBrk="1" fontAlgn="base" hangingPunct="1">
        <a:lnSpc>
          <a:spcPct val="90000"/>
        </a:lnSpc>
        <a:spcBef>
          <a:spcPct val="0"/>
        </a:spcBef>
        <a:spcAft>
          <a:spcPct val="0"/>
        </a:spcAft>
        <a:defRPr sz="3200" b="1">
          <a:solidFill>
            <a:schemeClr val="bg1"/>
          </a:solidFill>
          <a:latin typeface="Arial" charset="0"/>
        </a:defRPr>
      </a:lvl3pPr>
      <a:lvl4pPr algn="l" defTabSz="1020763" rtl="0" eaLnBrk="1" fontAlgn="base" hangingPunct="1">
        <a:lnSpc>
          <a:spcPct val="90000"/>
        </a:lnSpc>
        <a:spcBef>
          <a:spcPct val="0"/>
        </a:spcBef>
        <a:spcAft>
          <a:spcPct val="0"/>
        </a:spcAft>
        <a:defRPr sz="3200" b="1">
          <a:solidFill>
            <a:schemeClr val="bg1"/>
          </a:solidFill>
          <a:latin typeface="Arial" charset="0"/>
        </a:defRPr>
      </a:lvl4pPr>
      <a:lvl5pPr algn="l" defTabSz="1020763" rtl="0" eaLnBrk="1" fontAlgn="base" hangingPunct="1">
        <a:lnSpc>
          <a:spcPct val="90000"/>
        </a:lnSpc>
        <a:spcBef>
          <a:spcPct val="0"/>
        </a:spcBef>
        <a:spcAft>
          <a:spcPct val="0"/>
        </a:spcAft>
        <a:defRPr sz="3200" b="1">
          <a:solidFill>
            <a:schemeClr val="bg1"/>
          </a:solidFill>
          <a:latin typeface="Arial" charset="0"/>
        </a:defRPr>
      </a:lvl5pPr>
      <a:lvl6pPr marL="457200" algn="l" defTabSz="1020763" rtl="0" eaLnBrk="1" fontAlgn="base" hangingPunct="1">
        <a:lnSpc>
          <a:spcPct val="90000"/>
        </a:lnSpc>
        <a:spcBef>
          <a:spcPct val="0"/>
        </a:spcBef>
        <a:spcAft>
          <a:spcPct val="0"/>
        </a:spcAft>
        <a:defRPr sz="3200" b="1">
          <a:solidFill>
            <a:schemeClr val="bg1"/>
          </a:solidFill>
          <a:latin typeface="Arial" charset="0"/>
        </a:defRPr>
      </a:lvl6pPr>
      <a:lvl7pPr marL="914400" algn="l" defTabSz="1020763" rtl="0" eaLnBrk="1" fontAlgn="base" hangingPunct="1">
        <a:lnSpc>
          <a:spcPct val="90000"/>
        </a:lnSpc>
        <a:spcBef>
          <a:spcPct val="0"/>
        </a:spcBef>
        <a:spcAft>
          <a:spcPct val="0"/>
        </a:spcAft>
        <a:defRPr sz="3200" b="1">
          <a:solidFill>
            <a:schemeClr val="bg1"/>
          </a:solidFill>
          <a:latin typeface="Arial" charset="0"/>
        </a:defRPr>
      </a:lvl7pPr>
      <a:lvl8pPr marL="1371600" algn="l" defTabSz="1020763" rtl="0" eaLnBrk="1" fontAlgn="base" hangingPunct="1">
        <a:lnSpc>
          <a:spcPct val="90000"/>
        </a:lnSpc>
        <a:spcBef>
          <a:spcPct val="0"/>
        </a:spcBef>
        <a:spcAft>
          <a:spcPct val="0"/>
        </a:spcAft>
        <a:defRPr sz="3200" b="1">
          <a:solidFill>
            <a:schemeClr val="bg1"/>
          </a:solidFill>
          <a:latin typeface="Arial" charset="0"/>
        </a:defRPr>
      </a:lvl8pPr>
      <a:lvl9pPr marL="1828800" algn="l" defTabSz="1020763" rtl="0" eaLnBrk="1" fontAlgn="base" hangingPunct="1">
        <a:lnSpc>
          <a:spcPct val="90000"/>
        </a:lnSpc>
        <a:spcBef>
          <a:spcPct val="0"/>
        </a:spcBef>
        <a:spcAft>
          <a:spcPct val="0"/>
        </a:spcAft>
        <a:defRPr sz="3200" b="1">
          <a:solidFill>
            <a:schemeClr val="bg1"/>
          </a:solidFill>
          <a:latin typeface="Arial" charset="0"/>
        </a:defRPr>
      </a:lvl9pPr>
    </p:titleStyle>
    <p:bodyStyle>
      <a:lvl1pPr marL="274320" indent="-274320" algn="l" defTabSz="820738" rtl="0" eaLnBrk="1" fontAlgn="base" hangingPunct="1">
        <a:lnSpc>
          <a:spcPct val="90000"/>
        </a:lnSpc>
        <a:spcBef>
          <a:spcPct val="30000"/>
        </a:spcBef>
        <a:spcAft>
          <a:spcPct val="0"/>
        </a:spcAft>
        <a:buClr>
          <a:schemeClr val="tx2"/>
        </a:buClr>
        <a:buSzPct val="125000"/>
        <a:buFontTx/>
        <a:buBlip>
          <a:blip r:embed="rId41"/>
        </a:buBlip>
        <a:defRPr sz="2000" b="1">
          <a:solidFill>
            <a:schemeClr val="tx1">
              <a:lumMod val="75000"/>
              <a:lumOff val="25000"/>
            </a:schemeClr>
          </a:solidFill>
          <a:latin typeface="+mn-lt"/>
          <a:ea typeface="+mn-ea"/>
          <a:cs typeface="+mn-cs"/>
        </a:defRPr>
      </a:lvl1pPr>
      <a:lvl2pPr marL="457200" indent="-182880" algn="l" defTabSz="820738" rtl="0" eaLnBrk="1" fontAlgn="base" hangingPunct="1">
        <a:lnSpc>
          <a:spcPct val="90000"/>
        </a:lnSpc>
        <a:spcBef>
          <a:spcPct val="30000"/>
        </a:spcBef>
        <a:spcAft>
          <a:spcPct val="0"/>
        </a:spcAft>
        <a:buClr>
          <a:schemeClr val="tx2"/>
        </a:buClr>
        <a:buSzPct val="100000"/>
        <a:buFont typeface="Wingdings" panose="05000000000000000000" pitchFamily="2" charset="2"/>
        <a:buChar char="§"/>
        <a:defRPr sz="1800">
          <a:solidFill>
            <a:schemeClr val="tx1">
              <a:lumMod val="75000"/>
              <a:lumOff val="25000"/>
            </a:schemeClr>
          </a:solidFill>
          <a:latin typeface="+mn-lt"/>
        </a:defRPr>
      </a:lvl2pPr>
      <a:lvl3pPr marL="640080" indent="-184150" algn="l" defTabSz="820738" rtl="0" eaLnBrk="1" fontAlgn="base" hangingPunct="1">
        <a:lnSpc>
          <a:spcPct val="90000"/>
        </a:lnSpc>
        <a:spcBef>
          <a:spcPct val="30000"/>
        </a:spcBef>
        <a:spcAft>
          <a:spcPct val="0"/>
        </a:spcAft>
        <a:buClr>
          <a:schemeClr val="tx2"/>
        </a:buClr>
        <a:buFont typeface="Courier New" panose="02070309020205020404" pitchFamily="49" charset="0"/>
        <a:buChar char="o"/>
        <a:defRPr sz="1600" b="0">
          <a:solidFill>
            <a:schemeClr val="tx1">
              <a:lumMod val="75000"/>
              <a:lumOff val="25000"/>
            </a:schemeClr>
          </a:solidFill>
          <a:latin typeface="+mn-lt"/>
        </a:defRPr>
      </a:lvl3pPr>
      <a:lvl4pPr marL="822960" indent="-182880" algn="l" defTabSz="820738" rtl="0" eaLnBrk="1" fontAlgn="base" hangingPunct="1">
        <a:lnSpc>
          <a:spcPct val="90000"/>
        </a:lnSpc>
        <a:spcBef>
          <a:spcPct val="30000"/>
        </a:spcBef>
        <a:spcAft>
          <a:spcPct val="0"/>
        </a:spcAft>
        <a:buClr>
          <a:schemeClr val="tx2"/>
        </a:buClr>
        <a:buFont typeface="Arial" charset="0"/>
        <a:buChar char="–"/>
        <a:defRPr sz="1400">
          <a:solidFill>
            <a:schemeClr val="tx1">
              <a:lumMod val="75000"/>
              <a:lumOff val="25000"/>
            </a:schemeClr>
          </a:solidFill>
          <a:latin typeface="+mn-lt"/>
        </a:defRPr>
      </a:lvl4pPr>
      <a:lvl5pPr marL="9572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lumMod val="75000"/>
              <a:lumOff val="25000"/>
            </a:schemeClr>
          </a:solidFill>
          <a:latin typeface="+mn-lt"/>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9144"/>
            <a:ext cx="12192000" cy="283464"/>
          </a:xfrm>
          <a:prstGeom prst="rect">
            <a:avLst/>
          </a:prstGeom>
          <a:solidFill>
            <a:schemeClr val="tx2"/>
          </a:solidFill>
          <a:ln w="9525">
            <a:noFill/>
            <a:miter lim="800000"/>
            <a:headEnd type="none" w="sm" len="sm"/>
            <a:tailEnd type="none" w="sm" len="sm"/>
          </a:ln>
          <a:effectLst/>
        </p:spPr>
        <p:txBody>
          <a:bodyPr wrap="none" anchor="ctr"/>
          <a:lstStyle/>
          <a:p>
            <a:pPr fontAlgn="base">
              <a:spcBef>
                <a:spcPct val="0"/>
              </a:spcBef>
              <a:spcAft>
                <a:spcPct val="0"/>
              </a:spcAft>
            </a:pPr>
            <a:endParaRPr lang="en-US" sz="1800">
              <a:solidFill>
                <a:srgbClr val="000000"/>
              </a:solidFill>
            </a:endParaRPr>
          </a:p>
        </p:txBody>
      </p:sp>
      <p:sp>
        <p:nvSpPr>
          <p:cNvPr id="3075" name="Rectangle 3"/>
          <p:cNvSpPr>
            <a:spLocks noGrp="1" noChangeArrowheads="1"/>
          </p:cNvSpPr>
          <p:nvPr>
            <p:ph type="title"/>
          </p:nvPr>
        </p:nvSpPr>
        <p:spPr bwMode="auto">
          <a:xfrm>
            <a:off x="613833" y="356617"/>
            <a:ext cx="10972800" cy="378565"/>
          </a:xfrm>
          <a:prstGeom prst="rect">
            <a:avLst/>
          </a:prstGeom>
          <a:noFill/>
          <a:ln w="9525">
            <a:noFill/>
            <a:miter lim="800000"/>
            <a:headEnd/>
            <a:tailEnd/>
          </a:ln>
          <a:effectLst/>
        </p:spPr>
        <p:txBody>
          <a:bodyPr vert="horz" wrap="square" lIns="0" tIns="45720" rIns="0" bIns="0" numCol="1" anchor="t" anchorCtr="0" compatLnSpc="1">
            <a:prstTxWarp prst="textNoShape">
              <a:avLst/>
            </a:prstTxWarp>
            <a:spAutoFit/>
          </a:bodyPr>
          <a:lstStyle/>
          <a:p>
            <a:pPr lvl="0"/>
            <a:r>
              <a:rPr lang="en-US"/>
              <a:t>Click to edit Master title style</a:t>
            </a:r>
            <a:endParaRPr lang="en-US" dirty="0"/>
          </a:p>
        </p:txBody>
      </p:sp>
      <p:sp>
        <p:nvSpPr>
          <p:cNvPr id="3076" name="Rectangle 4"/>
          <p:cNvSpPr>
            <a:spLocks noGrp="1" noChangeArrowheads="1"/>
          </p:cNvSpPr>
          <p:nvPr>
            <p:ph type="body" idx="1"/>
          </p:nvPr>
        </p:nvSpPr>
        <p:spPr bwMode="auto">
          <a:xfrm>
            <a:off x="613833" y="1218599"/>
            <a:ext cx="10972800" cy="1163395"/>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078" name="Rectangle 6"/>
          <p:cNvSpPr>
            <a:spLocks noChangeArrowheads="1"/>
          </p:cNvSpPr>
          <p:nvPr/>
        </p:nvSpPr>
        <p:spPr bwMode="auto">
          <a:xfrm>
            <a:off x="586318" y="6657976"/>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a:solidFill>
                  <a:srgbClr val="FFFFFF">
                    <a:lumMod val="50000"/>
                  </a:srgbClr>
                </a:solidFill>
              </a:rPr>
              <a:t>Copyright © 2023 Boeing. All rights reserved.</a:t>
            </a:r>
          </a:p>
        </p:txBody>
      </p:sp>
      <p:sp>
        <p:nvSpPr>
          <p:cNvPr id="11"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solidFill>
                  <a:schemeClr val="bg1">
                    <a:lumMod val="50000"/>
                  </a:schemeClr>
                </a:solidFill>
              </a:defRPr>
            </a:lvl1p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pic>
        <p:nvPicPr>
          <p:cNvPr id="18" name="Picture 17" descr="ET&amp;T.png"/>
          <p:cNvPicPr>
            <a:picLocks noChangeAspect="1"/>
          </p:cNvPicPr>
          <p:nvPr/>
        </p:nvPicPr>
        <p:blipFill>
          <a:blip r:embed="rId40" cstate="print">
            <a:extLst>
              <a:ext uri="{28A0092B-C50C-407E-A947-70E740481C1C}">
                <a14:useLocalDpi xmlns:a14="http://schemas.microsoft.com/office/drawing/2010/main" val="0"/>
              </a:ext>
            </a:extLst>
          </a:blip>
          <a:stretch>
            <a:fillRect/>
          </a:stretch>
        </p:blipFill>
        <p:spPr>
          <a:xfrm>
            <a:off x="538687" y="16945"/>
            <a:ext cx="3314035" cy="260258"/>
          </a:xfrm>
          <a:prstGeom prst="rect">
            <a:avLst/>
          </a:prstGeom>
        </p:spPr>
      </p:pic>
      <p:pic>
        <p:nvPicPr>
          <p:cNvPr id="2" name="Picture 1"/>
          <p:cNvPicPr>
            <a:picLocks noChangeAspect="1"/>
          </p:cNvPicPr>
          <p:nvPr userDrawn="1"/>
        </p:nvPicPr>
        <p:blipFill>
          <a:blip r:embed="rId41" cstate="print">
            <a:extLst>
              <a:ext uri="{28A0092B-C50C-407E-A947-70E740481C1C}">
                <a14:useLocalDpi xmlns:a14="http://schemas.microsoft.com/office/drawing/2010/main" val="0"/>
              </a:ext>
            </a:extLst>
          </a:blip>
          <a:stretch>
            <a:fillRect/>
          </a:stretch>
        </p:blipFill>
        <p:spPr>
          <a:xfrm>
            <a:off x="10101665" y="-42623"/>
            <a:ext cx="1748959" cy="350421"/>
          </a:xfrm>
          <a:prstGeom prst="rect">
            <a:avLst/>
          </a:prstGeom>
        </p:spPr>
      </p:pic>
      <p:sp>
        <p:nvSpPr>
          <p:cNvPr id="10" name="TextBox 9"/>
          <p:cNvSpPr txBox="1"/>
          <p:nvPr userDrawn="1"/>
        </p:nvSpPr>
        <p:spPr>
          <a:xfrm>
            <a:off x="4058164" y="6440071"/>
            <a:ext cx="4075672" cy="677108"/>
          </a:xfrm>
          <a:prstGeom prst="rect">
            <a:avLst/>
          </a:prstGeom>
          <a:noFill/>
        </p:spPr>
        <p:txBody>
          <a:bodyPr wrap="square" rtlCol="0">
            <a:spAutoFit/>
          </a:bodyPr>
          <a:lstStyle/>
          <a:p>
            <a:pPr algn="ctr"/>
            <a:r>
              <a:rPr lang="en-US" sz="1000" b="0" kern="1200" dirty="0">
                <a:solidFill>
                  <a:srgbClr val="898989"/>
                </a:solidFill>
                <a:latin typeface="Arial" charset="0"/>
                <a:ea typeface="+mn-ea"/>
                <a:cs typeface="+mn-cs"/>
              </a:rPr>
              <a:t>BOEING PROPRIETARY- Competition Sensitive Information</a:t>
            </a:r>
          </a:p>
          <a:p>
            <a:pPr algn="ctr"/>
            <a:r>
              <a:rPr lang="en-US" sz="1000" b="0" kern="1200" dirty="0">
                <a:solidFill>
                  <a:srgbClr val="898989"/>
                </a:solidFill>
                <a:latin typeface="Arial" charset="0"/>
                <a:ea typeface="+mn-ea"/>
                <a:cs typeface="+mn-cs"/>
              </a:rPr>
              <a:t>Release or Disclose only to Authorized Boeing Employees</a:t>
            </a:r>
          </a:p>
          <a:p>
            <a:endParaRPr lang="en-US" dirty="0"/>
          </a:p>
        </p:txBody>
      </p:sp>
    </p:spTree>
    <p:extLst>
      <p:ext uri="{BB962C8B-B14F-4D97-AF65-F5344CB8AC3E}">
        <p14:creationId xmlns:p14="http://schemas.microsoft.com/office/powerpoint/2010/main" val="2807328599"/>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020763" rtl="0" eaLnBrk="1" fontAlgn="base" hangingPunct="1">
        <a:lnSpc>
          <a:spcPct val="90000"/>
        </a:lnSpc>
        <a:spcBef>
          <a:spcPct val="0"/>
        </a:spcBef>
        <a:spcAft>
          <a:spcPct val="0"/>
        </a:spcAft>
        <a:defRPr sz="2400" b="1">
          <a:solidFill>
            <a:schemeClr val="tx2"/>
          </a:solidFill>
          <a:latin typeface="+mj-lt"/>
          <a:ea typeface="+mj-ea"/>
          <a:cs typeface="+mj-cs"/>
        </a:defRPr>
      </a:lvl1pPr>
      <a:lvl2pPr algn="l" defTabSz="1020763" rtl="0" eaLnBrk="1" fontAlgn="base" hangingPunct="1">
        <a:lnSpc>
          <a:spcPct val="90000"/>
        </a:lnSpc>
        <a:spcBef>
          <a:spcPct val="0"/>
        </a:spcBef>
        <a:spcAft>
          <a:spcPct val="0"/>
        </a:spcAft>
        <a:defRPr sz="3200" b="1">
          <a:solidFill>
            <a:schemeClr val="bg1"/>
          </a:solidFill>
          <a:latin typeface="Arial" charset="0"/>
        </a:defRPr>
      </a:lvl2pPr>
      <a:lvl3pPr algn="l" defTabSz="1020763" rtl="0" eaLnBrk="1" fontAlgn="base" hangingPunct="1">
        <a:lnSpc>
          <a:spcPct val="90000"/>
        </a:lnSpc>
        <a:spcBef>
          <a:spcPct val="0"/>
        </a:spcBef>
        <a:spcAft>
          <a:spcPct val="0"/>
        </a:spcAft>
        <a:defRPr sz="3200" b="1">
          <a:solidFill>
            <a:schemeClr val="bg1"/>
          </a:solidFill>
          <a:latin typeface="Arial" charset="0"/>
        </a:defRPr>
      </a:lvl3pPr>
      <a:lvl4pPr algn="l" defTabSz="1020763" rtl="0" eaLnBrk="1" fontAlgn="base" hangingPunct="1">
        <a:lnSpc>
          <a:spcPct val="90000"/>
        </a:lnSpc>
        <a:spcBef>
          <a:spcPct val="0"/>
        </a:spcBef>
        <a:spcAft>
          <a:spcPct val="0"/>
        </a:spcAft>
        <a:defRPr sz="3200" b="1">
          <a:solidFill>
            <a:schemeClr val="bg1"/>
          </a:solidFill>
          <a:latin typeface="Arial" charset="0"/>
        </a:defRPr>
      </a:lvl4pPr>
      <a:lvl5pPr algn="l" defTabSz="1020763" rtl="0" eaLnBrk="1" fontAlgn="base" hangingPunct="1">
        <a:lnSpc>
          <a:spcPct val="90000"/>
        </a:lnSpc>
        <a:spcBef>
          <a:spcPct val="0"/>
        </a:spcBef>
        <a:spcAft>
          <a:spcPct val="0"/>
        </a:spcAft>
        <a:defRPr sz="3200" b="1">
          <a:solidFill>
            <a:schemeClr val="bg1"/>
          </a:solidFill>
          <a:latin typeface="Arial" charset="0"/>
        </a:defRPr>
      </a:lvl5pPr>
      <a:lvl6pPr marL="457200" algn="l" defTabSz="1020763" rtl="0" eaLnBrk="1" fontAlgn="base" hangingPunct="1">
        <a:lnSpc>
          <a:spcPct val="90000"/>
        </a:lnSpc>
        <a:spcBef>
          <a:spcPct val="0"/>
        </a:spcBef>
        <a:spcAft>
          <a:spcPct val="0"/>
        </a:spcAft>
        <a:defRPr sz="3200" b="1">
          <a:solidFill>
            <a:schemeClr val="bg1"/>
          </a:solidFill>
          <a:latin typeface="Arial" charset="0"/>
        </a:defRPr>
      </a:lvl6pPr>
      <a:lvl7pPr marL="914400" algn="l" defTabSz="1020763" rtl="0" eaLnBrk="1" fontAlgn="base" hangingPunct="1">
        <a:lnSpc>
          <a:spcPct val="90000"/>
        </a:lnSpc>
        <a:spcBef>
          <a:spcPct val="0"/>
        </a:spcBef>
        <a:spcAft>
          <a:spcPct val="0"/>
        </a:spcAft>
        <a:defRPr sz="3200" b="1">
          <a:solidFill>
            <a:schemeClr val="bg1"/>
          </a:solidFill>
          <a:latin typeface="Arial" charset="0"/>
        </a:defRPr>
      </a:lvl7pPr>
      <a:lvl8pPr marL="1371600" algn="l" defTabSz="1020763" rtl="0" eaLnBrk="1" fontAlgn="base" hangingPunct="1">
        <a:lnSpc>
          <a:spcPct val="90000"/>
        </a:lnSpc>
        <a:spcBef>
          <a:spcPct val="0"/>
        </a:spcBef>
        <a:spcAft>
          <a:spcPct val="0"/>
        </a:spcAft>
        <a:defRPr sz="3200" b="1">
          <a:solidFill>
            <a:schemeClr val="bg1"/>
          </a:solidFill>
          <a:latin typeface="Arial" charset="0"/>
        </a:defRPr>
      </a:lvl8pPr>
      <a:lvl9pPr marL="1828800" algn="l" defTabSz="1020763" rtl="0" eaLnBrk="1" fontAlgn="base" hangingPunct="1">
        <a:lnSpc>
          <a:spcPct val="90000"/>
        </a:lnSpc>
        <a:spcBef>
          <a:spcPct val="0"/>
        </a:spcBef>
        <a:spcAft>
          <a:spcPct val="0"/>
        </a:spcAft>
        <a:defRPr sz="3200" b="1">
          <a:solidFill>
            <a:schemeClr val="bg1"/>
          </a:solidFill>
          <a:latin typeface="Arial" charset="0"/>
        </a:defRPr>
      </a:lvl9pPr>
    </p:titleStyle>
    <p:bodyStyle>
      <a:lvl1pPr marL="274320" indent="-274320" algn="l" defTabSz="820738" rtl="0" eaLnBrk="1" fontAlgn="base" hangingPunct="1">
        <a:lnSpc>
          <a:spcPct val="90000"/>
        </a:lnSpc>
        <a:spcBef>
          <a:spcPct val="30000"/>
        </a:spcBef>
        <a:spcAft>
          <a:spcPct val="0"/>
        </a:spcAft>
        <a:buClr>
          <a:schemeClr val="tx2"/>
        </a:buClr>
        <a:buSzPct val="125000"/>
        <a:buFontTx/>
        <a:buBlip>
          <a:blip r:embed="rId42"/>
        </a:buBlip>
        <a:defRPr sz="2000" b="1">
          <a:solidFill>
            <a:schemeClr val="tx1">
              <a:lumMod val="75000"/>
              <a:lumOff val="25000"/>
            </a:schemeClr>
          </a:solidFill>
          <a:latin typeface="+mn-lt"/>
          <a:ea typeface="+mn-ea"/>
          <a:cs typeface="+mn-cs"/>
        </a:defRPr>
      </a:lvl1pPr>
      <a:lvl2pPr marL="457200" indent="-182880" algn="l" defTabSz="820738" rtl="0" eaLnBrk="1" fontAlgn="base" hangingPunct="1">
        <a:lnSpc>
          <a:spcPct val="90000"/>
        </a:lnSpc>
        <a:spcBef>
          <a:spcPct val="30000"/>
        </a:spcBef>
        <a:spcAft>
          <a:spcPct val="0"/>
        </a:spcAft>
        <a:buClr>
          <a:schemeClr val="tx2"/>
        </a:buClr>
        <a:buSzPct val="100000"/>
        <a:buFont typeface="Wingdings" panose="05000000000000000000" pitchFamily="2" charset="2"/>
        <a:buChar char="§"/>
        <a:defRPr sz="1800">
          <a:solidFill>
            <a:schemeClr val="tx1">
              <a:lumMod val="75000"/>
              <a:lumOff val="25000"/>
            </a:schemeClr>
          </a:solidFill>
          <a:latin typeface="+mn-lt"/>
        </a:defRPr>
      </a:lvl2pPr>
      <a:lvl3pPr marL="640080" indent="-184150" algn="l" defTabSz="820738" rtl="0" eaLnBrk="1" fontAlgn="base" hangingPunct="1">
        <a:lnSpc>
          <a:spcPct val="90000"/>
        </a:lnSpc>
        <a:spcBef>
          <a:spcPct val="30000"/>
        </a:spcBef>
        <a:spcAft>
          <a:spcPct val="0"/>
        </a:spcAft>
        <a:buClr>
          <a:schemeClr val="tx2"/>
        </a:buClr>
        <a:buFont typeface="Courier New" panose="02070309020205020404" pitchFamily="49" charset="0"/>
        <a:buChar char="o"/>
        <a:defRPr sz="1600" b="0">
          <a:solidFill>
            <a:schemeClr val="tx1">
              <a:lumMod val="75000"/>
              <a:lumOff val="25000"/>
            </a:schemeClr>
          </a:solidFill>
          <a:latin typeface="+mn-lt"/>
        </a:defRPr>
      </a:lvl3pPr>
      <a:lvl4pPr marL="822960" indent="-182880" algn="l" defTabSz="820738" rtl="0" eaLnBrk="1" fontAlgn="base" hangingPunct="1">
        <a:lnSpc>
          <a:spcPct val="90000"/>
        </a:lnSpc>
        <a:spcBef>
          <a:spcPct val="30000"/>
        </a:spcBef>
        <a:spcAft>
          <a:spcPct val="0"/>
        </a:spcAft>
        <a:buClr>
          <a:schemeClr val="tx2"/>
        </a:buClr>
        <a:buFont typeface="Arial" charset="0"/>
        <a:buChar char="–"/>
        <a:defRPr sz="1400">
          <a:solidFill>
            <a:schemeClr val="tx1">
              <a:lumMod val="75000"/>
              <a:lumOff val="25000"/>
            </a:schemeClr>
          </a:solidFill>
          <a:latin typeface="+mn-lt"/>
        </a:defRPr>
      </a:lvl4pPr>
      <a:lvl5pPr marL="9572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lumMod val="75000"/>
              <a:lumOff val="25000"/>
            </a:schemeClr>
          </a:solidFill>
          <a:latin typeface="+mn-lt"/>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a:xfrm>
            <a:off x="457319" y="2552442"/>
            <a:ext cx="11286635" cy="1264962"/>
          </a:xfrm>
        </p:spPr>
        <p:txBody>
          <a:bodyPr/>
          <a:lstStyle/>
          <a:p>
            <a:r>
              <a:rPr lang="en-US" dirty="0"/>
              <a:t>Procurement Timing Improvement</a:t>
            </a:r>
            <a:br>
              <a:rPr lang="en-US" dirty="0"/>
            </a:br>
            <a:r>
              <a:rPr lang="en-US" dirty="0"/>
              <a:t>Value Stream Mapping Project</a:t>
            </a:r>
            <a:endParaRPr lang="en-US" b="0" dirty="0"/>
          </a:p>
        </p:txBody>
      </p:sp>
      <p:sp>
        <p:nvSpPr>
          <p:cNvPr id="4" name="Rectangle 11"/>
          <p:cNvSpPr>
            <a:spLocks noGrp="1" noChangeArrowheads="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lumMod val="50000"/>
                  </a:srgbClr>
                </a:solidFill>
                <a:effectLst/>
                <a:uLnTx/>
                <a:uFillTx/>
                <a:latin typeface="Arial"/>
                <a:ea typeface="+mn-ea"/>
                <a:cs typeface="+mn-cs"/>
              </a:rPr>
              <a:t>BOEING PROPRIETARY</a:t>
            </a:r>
          </a:p>
        </p:txBody>
      </p:sp>
      <p:sp>
        <p:nvSpPr>
          <p:cNvPr id="16" name="Text Placeholder 15"/>
          <p:cNvSpPr>
            <a:spLocks noGrp="1"/>
          </p:cNvSpPr>
          <p:nvPr>
            <p:ph type="body" sz="quarter" idx="14"/>
          </p:nvPr>
        </p:nvSpPr>
        <p:spPr>
          <a:xfrm>
            <a:off x="448628" y="5596598"/>
            <a:ext cx="5427364" cy="221599"/>
          </a:xfrm>
        </p:spPr>
        <p:txBody>
          <a:bodyPr/>
          <a:lstStyle/>
          <a:p>
            <a:r>
              <a:rPr lang="en-US" dirty="0"/>
              <a:t>19-December-2023</a:t>
            </a:r>
          </a:p>
        </p:txBody>
      </p:sp>
      <p:pic>
        <p:nvPicPr>
          <p:cNvPr id="7" name="Picture 6">
            <a:extLst>
              <a:ext uri="{FF2B5EF4-FFF2-40B4-BE49-F238E27FC236}">
                <a16:creationId xmlns:a16="http://schemas.microsoft.com/office/drawing/2014/main" id="{904B584D-7383-4C13-AFAD-3EC421D78711}"/>
              </a:ext>
            </a:extLst>
          </p:cNvPr>
          <p:cNvPicPr>
            <a:picLocks noChangeAspect="1"/>
          </p:cNvPicPr>
          <p:nvPr/>
        </p:nvPicPr>
        <p:blipFill>
          <a:blip r:embed="rId3"/>
          <a:stretch>
            <a:fillRect/>
          </a:stretch>
        </p:blipFill>
        <p:spPr>
          <a:xfrm>
            <a:off x="7388851" y="-19076"/>
            <a:ext cx="4761640" cy="1148396"/>
          </a:xfrm>
          <a:prstGeom prst="rect">
            <a:avLst/>
          </a:prstGeom>
        </p:spPr>
      </p:pic>
      <p:sp>
        <p:nvSpPr>
          <p:cNvPr id="6" name="TextBox 5">
            <a:extLst>
              <a:ext uri="{FF2B5EF4-FFF2-40B4-BE49-F238E27FC236}">
                <a16:creationId xmlns:a16="http://schemas.microsoft.com/office/drawing/2014/main" id="{E762FE0C-B969-4C6C-9EB8-B895714D5B11}"/>
              </a:ext>
            </a:extLst>
          </p:cNvPr>
          <p:cNvSpPr txBox="1"/>
          <p:nvPr/>
        </p:nvSpPr>
        <p:spPr>
          <a:xfrm>
            <a:off x="9310973" y="6078723"/>
            <a:ext cx="2720617" cy="415498"/>
          </a:xfrm>
          <a:prstGeom prst="rect">
            <a:avLst/>
          </a:prstGeom>
          <a:noFill/>
        </p:spPr>
        <p:txBody>
          <a:bodyPr wrap="none" rtlCol="0">
            <a:spAutoFit/>
          </a:bodyPr>
          <a:lstStyle/>
          <a:p>
            <a:r>
              <a:rPr lang="en-US" sz="1050" i="1" dirty="0">
                <a:solidFill>
                  <a:srgbClr val="0000FF"/>
                </a:solidFill>
              </a:rPr>
              <a:t>Blue Font = Updates from Todays meeting</a:t>
            </a:r>
          </a:p>
          <a:p>
            <a:endParaRPr lang="en-US" sz="1050" i="1" dirty="0"/>
          </a:p>
        </p:txBody>
      </p:sp>
    </p:spTree>
    <p:extLst>
      <p:ext uri="{BB962C8B-B14F-4D97-AF65-F5344CB8AC3E}">
        <p14:creationId xmlns:p14="http://schemas.microsoft.com/office/powerpoint/2010/main" val="3069149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81AFC-6E29-4665-AF2D-D5812754FEA8}"/>
              </a:ext>
            </a:extLst>
          </p:cNvPr>
          <p:cNvSpPr>
            <a:spLocks noGrp="1"/>
          </p:cNvSpPr>
          <p:nvPr>
            <p:ph type="title"/>
          </p:nvPr>
        </p:nvSpPr>
        <p:spPr>
          <a:xfrm>
            <a:off x="613832" y="356617"/>
            <a:ext cx="11388319" cy="378565"/>
          </a:xfrm>
        </p:spPr>
        <p:txBody>
          <a:bodyPr/>
          <a:lstStyle/>
          <a:p>
            <a:r>
              <a:rPr lang="en-US" dirty="0"/>
              <a:t>AvionX Lean Value Stream Mapping Project:  </a:t>
            </a:r>
            <a:r>
              <a:rPr lang="en-US" b="0" dirty="0"/>
              <a:t>AvionX Procurement Flow Time</a:t>
            </a:r>
          </a:p>
        </p:txBody>
      </p:sp>
      <p:sp>
        <p:nvSpPr>
          <p:cNvPr id="3" name="Slide Number Placeholder 2">
            <a:extLst>
              <a:ext uri="{FF2B5EF4-FFF2-40B4-BE49-F238E27FC236}">
                <a16:creationId xmlns:a16="http://schemas.microsoft.com/office/drawing/2014/main" id="{D4875EB8-FC27-4EDE-9901-32C7AB9C12C8}"/>
              </a:ext>
            </a:extLst>
          </p:cNvPr>
          <p:cNvSpPr>
            <a:spLocks noGrp="1"/>
          </p:cNvSpPr>
          <p:nvPr>
            <p:ph type="sldNum" sz="quarter" idx="11"/>
          </p:nvPr>
        </p:nvSpPr>
        <p:spPr/>
        <p:txBody>
          <a:bodyPr/>
          <a:lstStyle/>
          <a:p>
            <a:r>
              <a:rPr lang="en-US" sz="1000">
                <a:solidFill>
                  <a:srgbClr val="FFFFFF">
                    <a:lumMod val="50000"/>
                  </a:srgbClr>
                </a:solidFill>
              </a:rPr>
              <a:t> </a:t>
            </a:r>
            <a:fld id="{689318A1-174D-4DEE-8106-03A37B9BCF15}" type="slidenum">
              <a:rPr lang="en-US" sz="1000" smtClean="0">
                <a:solidFill>
                  <a:srgbClr val="FFFFFF">
                    <a:lumMod val="50000"/>
                  </a:srgbClr>
                </a:solidFill>
              </a:rPr>
              <a:pPr/>
              <a:t>2</a:t>
            </a:fld>
            <a:endParaRPr lang="en-US" sz="1000" dirty="0">
              <a:solidFill>
                <a:srgbClr val="FFFFFF">
                  <a:lumMod val="50000"/>
                </a:srgbClr>
              </a:solidFill>
            </a:endParaRPr>
          </a:p>
        </p:txBody>
      </p:sp>
      <p:sp>
        <p:nvSpPr>
          <p:cNvPr id="4" name="TextBox 3">
            <a:extLst>
              <a:ext uri="{FF2B5EF4-FFF2-40B4-BE49-F238E27FC236}">
                <a16:creationId xmlns:a16="http://schemas.microsoft.com/office/drawing/2014/main" id="{B074AD6B-D16F-470B-BE57-A82F90EABE45}"/>
              </a:ext>
            </a:extLst>
          </p:cNvPr>
          <p:cNvSpPr txBox="1"/>
          <p:nvPr/>
        </p:nvSpPr>
        <p:spPr>
          <a:xfrm>
            <a:off x="646981" y="1069678"/>
            <a:ext cx="8558753" cy="2308324"/>
          </a:xfrm>
          <a:prstGeom prst="rect">
            <a:avLst/>
          </a:prstGeom>
          <a:noFill/>
        </p:spPr>
        <p:txBody>
          <a:bodyPr wrap="none" rtlCol="0">
            <a:spAutoFit/>
          </a:bodyPr>
          <a:lstStyle/>
          <a:p>
            <a:r>
              <a:rPr lang="en-US" b="1" dirty="0"/>
              <a:t>Scope:		</a:t>
            </a:r>
            <a:r>
              <a:rPr lang="en-US" dirty="0"/>
              <a:t>Lab / Production Procurement (Government) Build to Print Parts</a:t>
            </a:r>
            <a:endParaRPr lang="en-US" i="1" dirty="0"/>
          </a:p>
          <a:p>
            <a:endParaRPr lang="en-US" b="1" dirty="0"/>
          </a:p>
          <a:p>
            <a:r>
              <a:rPr lang="en-US" b="1" dirty="0"/>
              <a:t>Workstreams:  	</a:t>
            </a:r>
            <a:r>
              <a:rPr lang="en-US" dirty="0"/>
              <a:t>Developing Requirement (Need to Procure)</a:t>
            </a:r>
          </a:p>
          <a:p>
            <a:r>
              <a:rPr lang="en-US" dirty="0"/>
              <a:t>		Creating the Buy Package</a:t>
            </a:r>
          </a:p>
          <a:p>
            <a:r>
              <a:rPr lang="en-US" dirty="0"/>
              <a:t>		Soliciting Buy Package</a:t>
            </a:r>
          </a:p>
          <a:p>
            <a:r>
              <a:rPr lang="en-US" dirty="0"/>
              <a:t>		Supplier Selection</a:t>
            </a:r>
          </a:p>
          <a:p>
            <a:r>
              <a:rPr lang="en-US" dirty="0"/>
              <a:t>		Procurement Documentation</a:t>
            </a:r>
          </a:p>
          <a:p>
            <a:r>
              <a:rPr lang="en-US" dirty="0"/>
              <a:t>		Contract Placement</a:t>
            </a:r>
          </a:p>
        </p:txBody>
      </p:sp>
      <p:sp>
        <p:nvSpPr>
          <p:cNvPr id="7" name="Rectangle 6">
            <a:extLst>
              <a:ext uri="{FF2B5EF4-FFF2-40B4-BE49-F238E27FC236}">
                <a16:creationId xmlns:a16="http://schemas.microsoft.com/office/drawing/2014/main" id="{D2134CF2-1337-443E-8395-D4DD42BA399D}"/>
              </a:ext>
            </a:extLst>
          </p:cNvPr>
          <p:cNvSpPr/>
          <p:nvPr/>
        </p:nvSpPr>
        <p:spPr>
          <a:xfrm>
            <a:off x="655606" y="3574432"/>
            <a:ext cx="11188461" cy="646331"/>
          </a:xfrm>
          <a:prstGeom prst="rect">
            <a:avLst/>
          </a:prstGeom>
        </p:spPr>
        <p:txBody>
          <a:bodyPr wrap="square">
            <a:spAutoFit/>
          </a:bodyPr>
          <a:lstStyle/>
          <a:p>
            <a:pPr lvl="0" fontAlgn="base">
              <a:spcBef>
                <a:spcPts val="200"/>
              </a:spcBef>
              <a:spcAft>
                <a:spcPct val="0"/>
              </a:spcAft>
              <a:defRPr/>
            </a:pPr>
            <a:r>
              <a:rPr lang="en-US" b="1" dirty="0">
                <a:solidFill>
                  <a:srgbClr val="000000"/>
                </a:solidFill>
                <a:ea typeface="Adobe Ming Std L" panose="02020300000000000000" pitchFamily="18" charset="-128"/>
                <a:cs typeface="Arial" panose="020B0604020202020204" pitchFamily="34" charset="0"/>
              </a:rPr>
              <a:t>Goal:		</a:t>
            </a:r>
            <a:r>
              <a:rPr lang="en-US" dirty="0">
                <a:solidFill>
                  <a:srgbClr val="000000"/>
                </a:solidFill>
                <a:ea typeface="Adobe Ming Std L" panose="02020300000000000000" pitchFamily="18" charset="-128"/>
                <a:cs typeface="Arial" panose="020B0604020202020204" pitchFamily="34" charset="0"/>
              </a:rPr>
              <a:t>Develop Lean process &amp; standard timing for COTS, Non COTS Lab &amp; Production 			Procurement Flows </a:t>
            </a:r>
            <a:r>
              <a:rPr lang="en-US" b="1" dirty="0">
                <a:solidFill>
                  <a:srgbClr val="000000"/>
                </a:solidFill>
                <a:ea typeface="Adobe Ming Std L" panose="02020300000000000000" pitchFamily="18" charset="-128"/>
                <a:cs typeface="Arial" panose="020B0604020202020204" pitchFamily="34" charset="0"/>
              </a:rPr>
              <a:t>	</a:t>
            </a:r>
            <a:r>
              <a:rPr lang="en-US" dirty="0">
                <a:solidFill>
                  <a:srgbClr val="000000"/>
                </a:solidFill>
                <a:ea typeface="Adobe Ming Std L" panose="02020300000000000000" pitchFamily="18" charset="-128"/>
                <a:cs typeface="Arial" panose="020B0604020202020204" pitchFamily="34" charset="0"/>
              </a:rPr>
              <a:t> </a:t>
            </a:r>
          </a:p>
        </p:txBody>
      </p:sp>
      <p:sp>
        <p:nvSpPr>
          <p:cNvPr id="8" name="TextBox 7">
            <a:extLst>
              <a:ext uri="{FF2B5EF4-FFF2-40B4-BE49-F238E27FC236}">
                <a16:creationId xmlns:a16="http://schemas.microsoft.com/office/drawing/2014/main" id="{99EBD8D2-49AA-4A77-BF34-46E8AA88F5A2}"/>
              </a:ext>
            </a:extLst>
          </p:cNvPr>
          <p:cNvSpPr txBox="1"/>
          <p:nvPr/>
        </p:nvSpPr>
        <p:spPr>
          <a:xfrm>
            <a:off x="655607" y="4417194"/>
            <a:ext cx="11341566" cy="1856919"/>
          </a:xfrm>
          <a:prstGeom prst="rect">
            <a:avLst/>
          </a:prstGeom>
          <a:noFill/>
        </p:spPr>
        <p:txBody>
          <a:bodyPr wrap="none" rtlCol="0">
            <a:spAutoFit/>
          </a:bodyPr>
          <a:lstStyle/>
          <a:p>
            <a:pPr lvl="0" fontAlgn="base">
              <a:spcBef>
                <a:spcPts val="200"/>
              </a:spcBef>
              <a:spcAft>
                <a:spcPct val="0"/>
              </a:spcAft>
              <a:defRPr/>
            </a:pPr>
            <a:r>
              <a:rPr lang="en-US" b="1" dirty="0"/>
              <a:t>Deliverables:</a:t>
            </a:r>
            <a:r>
              <a:rPr lang="en-US" dirty="0"/>
              <a:t>	</a:t>
            </a:r>
            <a:r>
              <a:rPr lang="en-US" dirty="0">
                <a:solidFill>
                  <a:srgbClr val="000000"/>
                </a:solidFill>
                <a:ea typeface="Adobe Ming Std L" panose="02020300000000000000" pitchFamily="18" charset="-128"/>
                <a:cs typeface="Arial" panose="020B0604020202020204" pitchFamily="34" charset="0"/>
              </a:rPr>
              <a:t>Develop a consistent, predictable, repeatable, clearly defined process with optimized timing</a:t>
            </a:r>
          </a:p>
          <a:p>
            <a:pPr marL="2057400" lvl="4" indent="-228600" fontAlgn="base">
              <a:spcBef>
                <a:spcPts val="200"/>
              </a:spcBef>
              <a:spcAft>
                <a:spcPct val="0"/>
              </a:spcAft>
              <a:buFont typeface="+mj-lt"/>
              <a:buAutoNum type="arabicPeriod"/>
              <a:defRPr/>
            </a:pPr>
            <a:r>
              <a:rPr lang="en-US" dirty="0">
                <a:solidFill>
                  <a:srgbClr val="000000"/>
                </a:solidFill>
                <a:ea typeface="Adobe Ming Std L" panose="02020300000000000000" pitchFamily="18" charset="-128"/>
                <a:cs typeface="Arial" panose="020B0604020202020204" pitchFamily="34" charset="0"/>
              </a:rPr>
              <a:t>Identify current state</a:t>
            </a:r>
          </a:p>
          <a:p>
            <a:pPr marL="2057400" lvl="4" indent="-228600" fontAlgn="base">
              <a:spcBef>
                <a:spcPts val="200"/>
              </a:spcBef>
              <a:spcAft>
                <a:spcPct val="0"/>
              </a:spcAft>
              <a:buFont typeface="+mj-lt"/>
              <a:buAutoNum type="arabicPeriod"/>
              <a:defRPr/>
            </a:pPr>
            <a:r>
              <a:rPr lang="en-US" dirty="0">
                <a:solidFill>
                  <a:srgbClr val="000000"/>
                </a:solidFill>
                <a:ea typeface="Adobe Ming Std L" panose="02020300000000000000" pitchFamily="18" charset="-128"/>
                <a:cs typeface="Arial" panose="020B0604020202020204" pitchFamily="34" charset="0"/>
              </a:rPr>
              <a:t>Identify waste / improvement opportunities</a:t>
            </a:r>
          </a:p>
          <a:p>
            <a:pPr marL="2057400" lvl="4" indent="-228600" fontAlgn="base">
              <a:spcBef>
                <a:spcPts val="200"/>
              </a:spcBef>
              <a:spcAft>
                <a:spcPct val="0"/>
              </a:spcAft>
              <a:buFont typeface="+mj-lt"/>
              <a:buAutoNum type="arabicPeriod"/>
              <a:defRPr/>
            </a:pPr>
            <a:r>
              <a:rPr lang="en-US" dirty="0">
                <a:solidFill>
                  <a:srgbClr val="000000"/>
                </a:solidFill>
                <a:ea typeface="Adobe Ming Std L" panose="02020300000000000000" pitchFamily="18" charset="-128"/>
                <a:cs typeface="Arial" panose="020B0604020202020204" pitchFamily="34" charset="0"/>
              </a:rPr>
              <a:t>Create a future state map &amp; plan to implement required improvements</a:t>
            </a:r>
          </a:p>
          <a:p>
            <a:pPr marL="2057400" lvl="4" indent="-228600" fontAlgn="base">
              <a:spcBef>
                <a:spcPts val="200"/>
              </a:spcBef>
              <a:spcAft>
                <a:spcPct val="0"/>
              </a:spcAft>
              <a:buFont typeface="+mj-lt"/>
              <a:buAutoNum type="arabicPeriod"/>
              <a:defRPr/>
            </a:pPr>
            <a:r>
              <a:rPr lang="en-US" dirty="0">
                <a:solidFill>
                  <a:srgbClr val="000000"/>
                </a:solidFill>
                <a:ea typeface="Adobe Ming Std L" panose="02020300000000000000" pitchFamily="18" charset="-128"/>
                <a:cs typeface="Arial" panose="020B0604020202020204" pitchFamily="34" charset="0"/>
              </a:rPr>
              <a:t>Creating aligned standard timing &amp; inputs for Procurement activities</a:t>
            </a:r>
          </a:p>
          <a:p>
            <a:endParaRPr lang="en-US" dirty="0"/>
          </a:p>
        </p:txBody>
      </p:sp>
      <p:sp>
        <p:nvSpPr>
          <p:cNvPr id="10" name="TextBox 9">
            <a:extLst>
              <a:ext uri="{FF2B5EF4-FFF2-40B4-BE49-F238E27FC236}">
                <a16:creationId xmlns:a16="http://schemas.microsoft.com/office/drawing/2014/main" id="{9B33065E-2852-48CA-BF4A-474A7D81A68F}"/>
              </a:ext>
            </a:extLst>
          </p:cNvPr>
          <p:cNvSpPr txBox="1"/>
          <p:nvPr/>
        </p:nvSpPr>
        <p:spPr>
          <a:xfrm>
            <a:off x="655606" y="6163231"/>
            <a:ext cx="12187952" cy="923330"/>
          </a:xfrm>
          <a:prstGeom prst="rect">
            <a:avLst/>
          </a:prstGeom>
          <a:noFill/>
        </p:spPr>
        <p:txBody>
          <a:bodyPr wrap="none" rtlCol="0">
            <a:spAutoFit/>
          </a:bodyPr>
          <a:lstStyle/>
          <a:p>
            <a:r>
              <a:rPr lang="en-US" b="1" dirty="0">
                <a:latin typeface="+mj-lt"/>
              </a:rPr>
              <a:t>Team:</a:t>
            </a:r>
            <a:r>
              <a:rPr lang="en-US" dirty="0">
                <a:latin typeface="+mj-lt"/>
              </a:rPr>
              <a:t>		</a:t>
            </a:r>
            <a:r>
              <a:rPr lang="en-US" sz="1200" dirty="0">
                <a:latin typeface="+mj-lt"/>
              </a:rPr>
              <a:t>Brandon Ady		Tracy Compton		Caitlin Fitzgerald		</a:t>
            </a:r>
            <a:r>
              <a:rPr lang="en-US" sz="1200" dirty="0">
                <a:solidFill>
                  <a:srgbClr val="0000FF"/>
                </a:solidFill>
                <a:latin typeface="+mj-lt"/>
              </a:rPr>
              <a:t>Laura </a:t>
            </a:r>
            <a:r>
              <a:rPr lang="en-US" sz="1200" dirty="0" err="1">
                <a:solidFill>
                  <a:srgbClr val="0000FF"/>
                </a:solidFill>
                <a:latin typeface="+mj-lt"/>
              </a:rPr>
              <a:t>Piontek</a:t>
            </a:r>
            <a:r>
              <a:rPr lang="en-US" sz="1200" dirty="0">
                <a:latin typeface="+mj-lt"/>
              </a:rPr>
              <a:t>		</a:t>
            </a:r>
          </a:p>
          <a:p>
            <a:r>
              <a:rPr lang="en-US" sz="1200" dirty="0">
                <a:latin typeface="+mj-lt"/>
              </a:rPr>
              <a:t>		Param Krishnan	Noah Mass			Jeff McElfresh		</a:t>
            </a:r>
            <a:r>
              <a:rPr lang="en-US" sz="1200" dirty="0">
                <a:solidFill>
                  <a:srgbClr val="0000FF"/>
                </a:solidFill>
                <a:latin typeface="+mj-lt"/>
              </a:rPr>
              <a:t>Amy Hensley</a:t>
            </a:r>
          </a:p>
          <a:p>
            <a:r>
              <a:rPr lang="en-US" sz="1200" dirty="0">
                <a:latin typeface="+mj-lt"/>
              </a:rPr>
              <a:t>		Isaac Rosabal 	Kelly Weiser </a:t>
            </a:r>
          </a:p>
          <a:p>
            <a:r>
              <a:rPr lang="en-US" sz="1200" dirty="0">
                <a:latin typeface="+mj-lt"/>
              </a:rPr>
              <a:t>					</a:t>
            </a:r>
          </a:p>
        </p:txBody>
      </p:sp>
      <p:sp>
        <p:nvSpPr>
          <p:cNvPr id="5" name="Rectangle: Rounded Corners 4">
            <a:extLst>
              <a:ext uri="{FF2B5EF4-FFF2-40B4-BE49-F238E27FC236}">
                <a16:creationId xmlns:a16="http://schemas.microsoft.com/office/drawing/2014/main" id="{C9917FB0-7B90-4986-8EB1-9B4B1D9DB099}"/>
              </a:ext>
            </a:extLst>
          </p:cNvPr>
          <p:cNvSpPr/>
          <p:nvPr/>
        </p:nvSpPr>
        <p:spPr>
          <a:xfrm>
            <a:off x="7772400" y="3479999"/>
            <a:ext cx="1669774" cy="49565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FECACE-B19E-4D2A-8175-DBA5E15202C4}"/>
              </a:ext>
            </a:extLst>
          </p:cNvPr>
          <p:cNvSpPr txBox="1"/>
          <p:nvPr/>
        </p:nvSpPr>
        <p:spPr>
          <a:xfrm>
            <a:off x="7931720" y="3162093"/>
            <a:ext cx="891591" cy="307777"/>
          </a:xfrm>
          <a:prstGeom prst="rect">
            <a:avLst/>
          </a:prstGeom>
          <a:noFill/>
        </p:spPr>
        <p:txBody>
          <a:bodyPr wrap="none" rtlCol="0">
            <a:spAutoFit/>
          </a:bodyPr>
          <a:lstStyle/>
          <a:p>
            <a:r>
              <a:rPr lang="en-US" sz="1400" i="1" dirty="0">
                <a:solidFill>
                  <a:srgbClr val="0000FF"/>
                </a:solidFill>
              </a:rPr>
              <a:t>Project 1</a:t>
            </a:r>
          </a:p>
        </p:txBody>
      </p:sp>
      <p:sp>
        <p:nvSpPr>
          <p:cNvPr id="11" name="TextBox 10">
            <a:extLst>
              <a:ext uri="{FF2B5EF4-FFF2-40B4-BE49-F238E27FC236}">
                <a16:creationId xmlns:a16="http://schemas.microsoft.com/office/drawing/2014/main" id="{27CB0674-221B-469E-B981-B5CAEFE771DA}"/>
              </a:ext>
            </a:extLst>
          </p:cNvPr>
          <p:cNvSpPr txBox="1"/>
          <p:nvPr/>
        </p:nvSpPr>
        <p:spPr>
          <a:xfrm>
            <a:off x="7217548" y="2899977"/>
            <a:ext cx="1531245" cy="338554"/>
          </a:xfrm>
          <a:prstGeom prst="rect">
            <a:avLst/>
          </a:prstGeom>
          <a:noFill/>
        </p:spPr>
        <p:txBody>
          <a:bodyPr wrap="square" rtlCol="0">
            <a:spAutoFit/>
          </a:bodyPr>
          <a:lstStyle/>
          <a:p>
            <a:r>
              <a:rPr lang="en-US" sz="1600" dirty="0"/>
              <a:t>BDS &amp; BR&amp;T</a:t>
            </a:r>
          </a:p>
        </p:txBody>
      </p:sp>
      <p:sp>
        <p:nvSpPr>
          <p:cNvPr id="12" name="Rectangle: Rounded Corners 11">
            <a:extLst>
              <a:ext uri="{FF2B5EF4-FFF2-40B4-BE49-F238E27FC236}">
                <a16:creationId xmlns:a16="http://schemas.microsoft.com/office/drawing/2014/main" id="{64D38C99-D668-4174-8C66-71152257684C}"/>
              </a:ext>
            </a:extLst>
          </p:cNvPr>
          <p:cNvSpPr/>
          <p:nvPr/>
        </p:nvSpPr>
        <p:spPr>
          <a:xfrm>
            <a:off x="7095667" y="3503446"/>
            <a:ext cx="607722" cy="49565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B598DB8-AF31-459C-9ECE-403E44BF191D}"/>
              </a:ext>
            </a:extLst>
          </p:cNvPr>
          <p:cNvSpPr txBox="1"/>
          <p:nvPr/>
        </p:nvSpPr>
        <p:spPr>
          <a:xfrm>
            <a:off x="6960429" y="3147634"/>
            <a:ext cx="891591" cy="307777"/>
          </a:xfrm>
          <a:prstGeom prst="rect">
            <a:avLst/>
          </a:prstGeom>
          <a:noFill/>
          <a:ln>
            <a:solidFill>
              <a:schemeClr val="bg1"/>
            </a:solidFill>
          </a:ln>
        </p:spPr>
        <p:txBody>
          <a:bodyPr wrap="none" rtlCol="0">
            <a:spAutoFit/>
          </a:bodyPr>
          <a:lstStyle/>
          <a:p>
            <a:r>
              <a:rPr lang="en-US" sz="1400" i="1" dirty="0">
                <a:solidFill>
                  <a:srgbClr val="0000FF"/>
                </a:solidFill>
              </a:rPr>
              <a:t>Project 2</a:t>
            </a:r>
          </a:p>
        </p:txBody>
      </p:sp>
    </p:spTree>
    <p:extLst>
      <p:ext uri="{BB962C8B-B14F-4D97-AF65-F5344CB8AC3E}">
        <p14:creationId xmlns:p14="http://schemas.microsoft.com/office/powerpoint/2010/main" val="236346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8D01-5B0B-4B2E-8DB8-D7C480A57B4E}"/>
              </a:ext>
            </a:extLst>
          </p:cNvPr>
          <p:cNvSpPr>
            <a:spLocks noGrp="1"/>
          </p:cNvSpPr>
          <p:nvPr>
            <p:ph type="title"/>
          </p:nvPr>
        </p:nvSpPr>
        <p:spPr/>
        <p:txBody>
          <a:bodyPr/>
          <a:lstStyle/>
          <a:p>
            <a:r>
              <a:rPr lang="en-US" dirty="0"/>
              <a:t>Project 2 – AvionX COTS Lab Parts:</a:t>
            </a:r>
          </a:p>
        </p:txBody>
      </p:sp>
      <p:sp>
        <p:nvSpPr>
          <p:cNvPr id="3" name="Slide Number Placeholder 2">
            <a:extLst>
              <a:ext uri="{FF2B5EF4-FFF2-40B4-BE49-F238E27FC236}">
                <a16:creationId xmlns:a16="http://schemas.microsoft.com/office/drawing/2014/main" id="{3154C9C8-238F-474A-ADF9-DA6FE90B966A}"/>
              </a:ext>
            </a:extLst>
          </p:cNvPr>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a:ea typeface="+mn-ea"/>
                <a:cs typeface="+mn-cs"/>
              </a:rPr>
              <a:t> </a:t>
            </a:r>
            <a:fld id="{689318A1-174D-4DEE-8106-03A37B9BCF15}" type="slidenum">
              <a:rPr kumimoji="0" lang="en-US" sz="1000" b="0" i="0" u="none" strike="noStrike" kern="1200" cap="none" spc="0" normalizeH="0" baseline="0" noProof="0" smtClean="0">
                <a:ln>
                  <a:noFill/>
                </a:ln>
                <a:solidFill>
                  <a:srgbClr val="FFFFFF">
                    <a:lumMod val="50000"/>
                  </a:srgbClr>
                </a:solidFill>
                <a:effectLst/>
                <a:uLnTx/>
                <a:uFillTx/>
                <a:latin typeface="Arial"/>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0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4" name="TextBox 3">
            <a:extLst>
              <a:ext uri="{FF2B5EF4-FFF2-40B4-BE49-F238E27FC236}">
                <a16:creationId xmlns:a16="http://schemas.microsoft.com/office/drawing/2014/main" id="{9F477DB0-64E4-40AD-A565-E6CCE8F5E9C3}"/>
              </a:ext>
            </a:extLst>
          </p:cNvPr>
          <p:cNvSpPr txBox="1"/>
          <p:nvPr/>
        </p:nvSpPr>
        <p:spPr>
          <a:xfrm>
            <a:off x="613832" y="1103296"/>
            <a:ext cx="10119117" cy="1754326"/>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i="0" u="none" strike="noStrike" kern="1200" cap="none" spc="0" normalizeH="0" baseline="0" noProof="0" dirty="0">
                <a:ln>
                  <a:noFill/>
                </a:ln>
                <a:solidFill>
                  <a:srgbClr val="0000FF"/>
                </a:solidFill>
                <a:effectLst/>
                <a:uLnTx/>
                <a:uFillTx/>
                <a:latin typeface="Arial"/>
                <a:ea typeface="+mn-ea"/>
                <a:cs typeface="+mn-cs"/>
              </a:rPr>
              <a:t>Identify any key stakeholders that should be involved in the process development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FF"/>
                </a:solidFill>
                <a:latin typeface="Arial"/>
              </a:rPr>
              <a:t>Quick Run through of Project 1 process flow</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FF"/>
                </a:solidFill>
                <a:latin typeface="Arial"/>
              </a:rPr>
              <a:t>Update Project 1 baseline to reflect revised scope of work</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i="0" u="none" strike="noStrike" kern="1200" cap="none" spc="0" normalizeH="0" baseline="0" noProof="0" dirty="0">
                <a:ln>
                  <a:noFill/>
                </a:ln>
                <a:solidFill>
                  <a:srgbClr val="0000FF"/>
                </a:solidFill>
                <a:effectLst/>
                <a:uLnTx/>
                <a:uFillTx/>
                <a:latin typeface="Arial"/>
                <a:ea typeface="+mn-ea"/>
                <a:cs typeface="+mn-cs"/>
              </a:rPr>
              <a:t>Identify new opportunities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FF"/>
                </a:solidFill>
                <a:latin typeface="Arial"/>
              </a:rPr>
              <a:t>Assign opportunities to team members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FF"/>
                </a:solidFill>
                <a:latin typeface="Arial"/>
              </a:rPr>
              <a:t>Work to implement opportunities into processes and process guidance (Command Media, etc)</a:t>
            </a:r>
            <a:endParaRPr kumimoji="0" lang="en-US" sz="1800" i="0" u="none" strike="noStrike" kern="1200" cap="none" spc="0" normalizeH="0" baseline="0" noProof="0" dirty="0">
              <a:ln>
                <a:noFill/>
              </a:ln>
              <a:solidFill>
                <a:srgbClr val="0000FF"/>
              </a:solidFill>
              <a:effectLst/>
              <a:uLnTx/>
              <a:uFillTx/>
              <a:latin typeface="Arial"/>
            </a:endParaRPr>
          </a:p>
        </p:txBody>
      </p:sp>
    </p:spTree>
    <p:extLst>
      <p:ext uri="{BB962C8B-B14F-4D97-AF65-F5344CB8AC3E}">
        <p14:creationId xmlns:p14="http://schemas.microsoft.com/office/powerpoint/2010/main" val="283393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C90-CAF1-42DE-9205-7DEDADF021CD}"/>
              </a:ext>
            </a:extLst>
          </p:cNvPr>
          <p:cNvSpPr>
            <a:spLocks noGrp="1"/>
          </p:cNvSpPr>
          <p:nvPr>
            <p:ph type="title"/>
          </p:nvPr>
        </p:nvSpPr>
        <p:spPr/>
        <p:txBody>
          <a:bodyPr/>
          <a:lstStyle/>
          <a:p>
            <a:r>
              <a:rPr lang="en-US" dirty="0"/>
              <a:t>VSM Map Future State:</a:t>
            </a:r>
          </a:p>
        </p:txBody>
      </p:sp>
      <p:sp>
        <p:nvSpPr>
          <p:cNvPr id="14" name="Rectangle: Rounded Corners 13">
            <a:extLst>
              <a:ext uri="{FF2B5EF4-FFF2-40B4-BE49-F238E27FC236}">
                <a16:creationId xmlns:a16="http://schemas.microsoft.com/office/drawing/2014/main" id="{9E80EEDA-28C0-44D2-9321-141457BA08FF}"/>
              </a:ext>
            </a:extLst>
          </p:cNvPr>
          <p:cNvSpPr/>
          <p:nvPr/>
        </p:nvSpPr>
        <p:spPr>
          <a:xfrm rot="1296490">
            <a:off x="10460028" y="319175"/>
            <a:ext cx="1742536" cy="453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DRAFT</a:t>
            </a:r>
          </a:p>
        </p:txBody>
      </p:sp>
      <p:sp>
        <p:nvSpPr>
          <p:cNvPr id="15" name="Rectangle 14">
            <a:extLst>
              <a:ext uri="{FF2B5EF4-FFF2-40B4-BE49-F238E27FC236}">
                <a16:creationId xmlns:a16="http://schemas.microsoft.com/office/drawing/2014/main" id="{D1299F42-C063-4FF5-850D-BA962F4BB1F7}"/>
              </a:ext>
            </a:extLst>
          </p:cNvPr>
          <p:cNvSpPr/>
          <p:nvPr/>
        </p:nvSpPr>
        <p:spPr>
          <a:xfrm>
            <a:off x="1112812" y="3394760"/>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Populate New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New Request Template</a:t>
            </a:r>
          </a:p>
        </p:txBody>
      </p:sp>
      <p:sp>
        <p:nvSpPr>
          <p:cNvPr id="16" name="TextBox 15">
            <a:extLst>
              <a:ext uri="{FF2B5EF4-FFF2-40B4-BE49-F238E27FC236}">
                <a16:creationId xmlns:a16="http://schemas.microsoft.com/office/drawing/2014/main" id="{DA2E9D79-9786-4B1A-8FB8-09326B3A92A8}"/>
              </a:ext>
            </a:extLst>
          </p:cNvPr>
          <p:cNvSpPr txBox="1"/>
          <p:nvPr/>
        </p:nvSpPr>
        <p:spPr>
          <a:xfrm>
            <a:off x="-17977" y="4421267"/>
            <a:ext cx="11095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Task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Total Duration:</a:t>
            </a:r>
          </a:p>
        </p:txBody>
      </p:sp>
      <p:sp>
        <p:nvSpPr>
          <p:cNvPr id="17" name="Rectangle 16">
            <a:extLst>
              <a:ext uri="{FF2B5EF4-FFF2-40B4-BE49-F238E27FC236}">
                <a16:creationId xmlns:a16="http://schemas.microsoft.com/office/drawing/2014/main" id="{643BB617-06C2-406D-B960-1E7CCADCF2DA}"/>
              </a:ext>
            </a:extLst>
          </p:cNvPr>
          <p:cNvSpPr/>
          <p:nvPr/>
        </p:nvSpPr>
        <p:spPr>
          <a:xfrm>
            <a:off x="0" y="5128796"/>
            <a:ext cx="1109599" cy="1446550"/>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SBM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err="1">
                <a:ln>
                  <a:noFill/>
                </a:ln>
                <a:solidFill>
                  <a:srgbClr val="000000"/>
                </a:solidFill>
                <a:effectLst/>
                <a:uLnTx/>
                <a:uFillTx/>
                <a:latin typeface="Arial"/>
                <a:ea typeface="+mn-ea"/>
                <a:cs typeface="+mn-cs"/>
              </a:rPr>
              <a:t>Eng</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Finance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Prog </a:t>
            </a:r>
            <a:r>
              <a:rPr kumimoji="0" lang="en-US" sz="105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Other</a:t>
            </a:r>
          </a:p>
        </p:txBody>
      </p:sp>
      <p:cxnSp>
        <p:nvCxnSpPr>
          <p:cNvPr id="19" name="Straight Connector 18">
            <a:extLst>
              <a:ext uri="{FF2B5EF4-FFF2-40B4-BE49-F238E27FC236}">
                <a16:creationId xmlns:a16="http://schemas.microsoft.com/office/drawing/2014/main" id="{009DB1AD-F045-4E43-AF32-D6CFE4FD3DF5}"/>
              </a:ext>
            </a:extLst>
          </p:cNvPr>
          <p:cNvCxnSpPr/>
          <p:nvPr/>
        </p:nvCxnSpPr>
        <p:spPr>
          <a:xfrm>
            <a:off x="60385" y="5358067"/>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69FA31-BDF8-4D3C-BEA1-4053EE731045}"/>
              </a:ext>
            </a:extLst>
          </p:cNvPr>
          <p:cNvCxnSpPr/>
          <p:nvPr/>
        </p:nvCxnSpPr>
        <p:spPr>
          <a:xfrm>
            <a:off x="60385" y="561398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AECD06-D3C9-454B-88B7-E03AB405966B}"/>
              </a:ext>
            </a:extLst>
          </p:cNvPr>
          <p:cNvCxnSpPr/>
          <p:nvPr/>
        </p:nvCxnSpPr>
        <p:spPr>
          <a:xfrm>
            <a:off x="60385" y="585552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5C7842-2A78-4CC3-85E3-E7B58A9A16E4}"/>
              </a:ext>
            </a:extLst>
          </p:cNvPr>
          <p:cNvCxnSpPr/>
          <p:nvPr/>
        </p:nvCxnSpPr>
        <p:spPr>
          <a:xfrm>
            <a:off x="60385" y="6088436"/>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984967-2487-4244-98D6-A671999BF787}"/>
              </a:ext>
            </a:extLst>
          </p:cNvPr>
          <p:cNvCxnSpPr/>
          <p:nvPr/>
        </p:nvCxnSpPr>
        <p:spPr>
          <a:xfrm>
            <a:off x="28853" y="6332689"/>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A1A73D-40FC-43E5-AE89-E76996A6A522}"/>
              </a:ext>
            </a:extLst>
          </p:cNvPr>
          <p:cNvCxnSpPr/>
          <p:nvPr/>
        </p:nvCxnSpPr>
        <p:spPr>
          <a:xfrm>
            <a:off x="60385" y="6562889"/>
            <a:ext cx="1180093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AF52AC3-300D-4675-9C9F-DF2B8E5833D0}"/>
              </a:ext>
            </a:extLst>
          </p:cNvPr>
          <p:cNvSpPr txBox="1"/>
          <p:nvPr/>
        </p:nvSpPr>
        <p:spPr>
          <a:xfrm>
            <a:off x="1834345" y="3642695"/>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0</a:t>
            </a:r>
          </a:p>
        </p:txBody>
      </p:sp>
      <p:sp>
        <p:nvSpPr>
          <p:cNvPr id="30" name="TextBox 29">
            <a:extLst>
              <a:ext uri="{FF2B5EF4-FFF2-40B4-BE49-F238E27FC236}">
                <a16:creationId xmlns:a16="http://schemas.microsoft.com/office/drawing/2014/main" id="{0E257F3A-7C35-4545-A6EB-1C137AE052D1}"/>
              </a:ext>
            </a:extLst>
          </p:cNvPr>
          <p:cNvSpPr txBox="1"/>
          <p:nvPr/>
        </p:nvSpPr>
        <p:spPr>
          <a:xfrm>
            <a:off x="3226620" y="364038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0</a:t>
            </a:r>
          </a:p>
        </p:txBody>
      </p:sp>
      <p:sp>
        <p:nvSpPr>
          <p:cNvPr id="33" name="TextBox 32">
            <a:extLst>
              <a:ext uri="{FF2B5EF4-FFF2-40B4-BE49-F238E27FC236}">
                <a16:creationId xmlns:a16="http://schemas.microsoft.com/office/drawing/2014/main" id="{4DB2C2B2-5670-477C-9180-F08C00075A4D}"/>
              </a:ext>
            </a:extLst>
          </p:cNvPr>
          <p:cNvSpPr txBox="1"/>
          <p:nvPr/>
        </p:nvSpPr>
        <p:spPr>
          <a:xfrm>
            <a:off x="5929321" y="363775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0</a:t>
            </a:r>
          </a:p>
        </p:txBody>
      </p:sp>
      <p:cxnSp>
        <p:nvCxnSpPr>
          <p:cNvPr id="41" name="Straight Connector 40">
            <a:extLst>
              <a:ext uri="{FF2B5EF4-FFF2-40B4-BE49-F238E27FC236}">
                <a16:creationId xmlns:a16="http://schemas.microsoft.com/office/drawing/2014/main" id="{96CDED72-31BC-4B6C-A833-F2A0FEA0A1F3}"/>
              </a:ext>
            </a:extLst>
          </p:cNvPr>
          <p:cNvCxnSpPr/>
          <p:nvPr/>
        </p:nvCxnSpPr>
        <p:spPr>
          <a:xfrm>
            <a:off x="2104855" y="4534435"/>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A64977E-BC04-4B7E-BFC1-2096C7F3C369}"/>
              </a:ext>
            </a:extLst>
          </p:cNvPr>
          <p:cNvCxnSpPr/>
          <p:nvPr/>
        </p:nvCxnSpPr>
        <p:spPr>
          <a:xfrm>
            <a:off x="3600279" y="4534434"/>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F64DBC9-3B85-42C8-9C11-91F920AD06B9}"/>
              </a:ext>
            </a:extLst>
          </p:cNvPr>
          <p:cNvCxnSpPr/>
          <p:nvPr/>
        </p:nvCxnSpPr>
        <p:spPr>
          <a:xfrm>
            <a:off x="4962448" y="4534433"/>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AD76E50-372E-408C-803F-CFA19D395849}"/>
              </a:ext>
            </a:extLst>
          </p:cNvPr>
          <p:cNvCxnSpPr/>
          <p:nvPr/>
        </p:nvCxnSpPr>
        <p:spPr>
          <a:xfrm>
            <a:off x="7683262" y="4543894"/>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154A697-A876-4156-B080-CCD15A588C2E}"/>
              </a:ext>
            </a:extLst>
          </p:cNvPr>
          <p:cNvSpPr txBox="1"/>
          <p:nvPr/>
        </p:nvSpPr>
        <p:spPr>
          <a:xfrm>
            <a:off x="1197294" y="4446556"/>
            <a:ext cx="5677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Day</a:t>
            </a:r>
          </a:p>
        </p:txBody>
      </p:sp>
      <p:sp>
        <p:nvSpPr>
          <p:cNvPr id="46" name="Rectangle 45">
            <a:extLst>
              <a:ext uri="{FF2B5EF4-FFF2-40B4-BE49-F238E27FC236}">
                <a16:creationId xmlns:a16="http://schemas.microsoft.com/office/drawing/2014/main" id="{D452111A-FA2B-46BE-8F0D-D2EFE66F5D99}"/>
              </a:ext>
            </a:extLst>
          </p:cNvPr>
          <p:cNvSpPr/>
          <p:nvPr/>
        </p:nvSpPr>
        <p:spPr>
          <a:xfrm>
            <a:off x="5213616" y="340072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Obtain list of potential suppliers (if required)</a:t>
            </a:r>
          </a:p>
        </p:txBody>
      </p:sp>
      <p:sp>
        <p:nvSpPr>
          <p:cNvPr id="47" name="TextBox 46">
            <a:extLst>
              <a:ext uri="{FF2B5EF4-FFF2-40B4-BE49-F238E27FC236}">
                <a16:creationId xmlns:a16="http://schemas.microsoft.com/office/drawing/2014/main" id="{F1951269-CC15-416B-970A-8A5DFC5BCD60}"/>
              </a:ext>
            </a:extLst>
          </p:cNvPr>
          <p:cNvSpPr txBox="1"/>
          <p:nvPr/>
        </p:nvSpPr>
        <p:spPr>
          <a:xfrm>
            <a:off x="5272492" y="4431505"/>
            <a:ext cx="63190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2 Hours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Day</a:t>
            </a:r>
          </a:p>
        </p:txBody>
      </p:sp>
      <p:cxnSp>
        <p:nvCxnSpPr>
          <p:cNvPr id="49" name="Straight Connector 48">
            <a:extLst>
              <a:ext uri="{FF2B5EF4-FFF2-40B4-BE49-F238E27FC236}">
                <a16:creationId xmlns:a16="http://schemas.microsoft.com/office/drawing/2014/main" id="{772AF93E-FA2B-4F8F-871D-D52838B5F07A}"/>
              </a:ext>
            </a:extLst>
          </p:cNvPr>
          <p:cNvCxnSpPr/>
          <p:nvPr/>
        </p:nvCxnSpPr>
        <p:spPr>
          <a:xfrm>
            <a:off x="6324617" y="4522155"/>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73B9311-B04B-4A3A-9364-36C2A833581D}"/>
              </a:ext>
            </a:extLst>
          </p:cNvPr>
          <p:cNvCxnSpPr/>
          <p:nvPr/>
        </p:nvCxnSpPr>
        <p:spPr>
          <a:xfrm>
            <a:off x="9036092" y="4543501"/>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E5397447-5E45-4ED0-B9CB-9AC4A173774E}"/>
              </a:ext>
            </a:extLst>
          </p:cNvPr>
          <p:cNvSpPr txBox="1"/>
          <p:nvPr/>
        </p:nvSpPr>
        <p:spPr>
          <a:xfrm>
            <a:off x="8695066" y="3626129"/>
            <a:ext cx="723275"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0</a:t>
            </a:r>
          </a:p>
        </p:txBody>
      </p:sp>
      <p:cxnSp>
        <p:nvCxnSpPr>
          <p:cNvPr id="60" name="Straight Connector 59">
            <a:extLst>
              <a:ext uri="{FF2B5EF4-FFF2-40B4-BE49-F238E27FC236}">
                <a16:creationId xmlns:a16="http://schemas.microsoft.com/office/drawing/2014/main" id="{054746AC-F315-49CB-82AC-C80427EB7C1F}"/>
              </a:ext>
            </a:extLst>
          </p:cNvPr>
          <p:cNvCxnSpPr/>
          <p:nvPr/>
        </p:nvCxnSpPr>
        <p:spPr>
          <a:xfrm>
            <a:off x="10404963" y="4550377"/>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9DDCB595-EE32-4520-AF35-011937FE5868}"/>
              </a:ext>
            </a:extLst>
          </p:cNvPr>
          <p:cNvSpPr/>
          <p:nvPr/>
        </p:nvSpPr>
        <p:spPr>
          <a:xfrm>
            <a:off x="2504330" y="1474791"/>
            <a:ext cx="509652" cy="4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mn-ea"/>
                <a:cs typeface="+mn-cs"/>
              </a:rPr>
              <a:t>Develop Parts List</a:t>
            </a:r>
          </a:p>
        </p:txBody>
      </p:sp>
      <p:sp>
        <p:nvSpPr>
          <p:cNvPr id="66" name="Rectangle 65">
            <a:extLst>
              <a:ext uri="{FF2B5EF4-FFF2-40B4-BE49-F238E27FC236}">
                <a16:creationId xmlns:a16="http://schemas.microsoft.com/office/drawing/2014/main" id="{FBBDFE43-3962-4EB6-B1D3-EA9C5C8510EB}"/>
              </a:ext>
            </a:extLst>
          </p:cNvPr>
          <p:cNvSpPr/>
          <p:nvPr/>
        </p:nvSpPr>
        <p:spPr>
          <a:xfrm>
            <a:off x="3251649" y="1439413"/>
            <a:ext cx="509652" cy="553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mn-ea"/>
                <a:cs typeface="+mn-cs"/>
              </a:rPr>
              <a:t>Identify Hazardous or EEE Parts</a:t>
            </a:r>
          </a:p>
        </p:txBody>
      </p:sp>
      <p:sp>
        <p:nvSpPr>
          <p:cNvPr id="68" name="TextBox 67">
            <a:extLst>
              <a:ext uri="{FF2B5EF4-FFF2-40B4-BE49-F238E27FC236}">
                <a16:creationId xmlns:a16="http://schemas.microsoft.com/office/drawing/2014/main" id="{53406A62-FEF1-46EB-B7F2-D8556C99F35C}"/>
              </a:ext>
            </a:extLst>
          </p:cNvPr>
          <p:cNvSpPr txBox="1"/>
          <p:nvPr/>
        </p:nvSpPr>
        <p:spPr>
          <a:xfrm>
            <a:off x="4615521" y="3640879"/>
            <a:ext cx="723275"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0</a:t>
            </a:r>
          </a:p>
        </p:txBody>
      </p:sp>
      <p:sp>
        <p:nvSpPr>
          <p:cNvPr id="26" name="TextBox 25">
            <a:extLst>
              <a:ext uri="{FF2B5EF4-FFF2-40B4-BE49-F238E27FC236}">
                <a16:creationId xmlns:a16="http://schemas.microsoft.com/office/drawing/2014/main" id="{B346041B-268C-4079-AC13-B179C63B4E91}"/>
              </a:ext>
            </a:extLst>
          </p:cNvPr>
          <p:cNvSpPr txBox="1"/>
          <p:nvPr/>
        </p:nvSpPr>
        <p:spPr>
          <a:xfrm>
            <a:off x="82564" y="4743035"/>
            <a:ext cx="80707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Estimates are ROM</a:t>
            </a:r>
          </a:p>
        </p:txBody>
      </p:sp>
      <p:sp>
        <p:nvSpPr>
          <p:cNvPr id="73" name="Oval 72">
            <a:extLst>
              <a:ext uri="{FF2B5EF4-FFF2-40B4-BE49-F238E27FC236}">
                <a16:creationId xmlns:a16="http://schemas.microsoft.com/office/drawing/2014/main" id="{CD1151D9-E8DB-4EB7-AADB-C9A147867016}"/>
              </a:ext>
            </a:extLst>
          </p:cNvPr>
          <p:cNvSpPr>
            <a:spLocks noChangeAspect="1"/>
          </p:cNvSpPr>
          <p:nvPr/>
        </p:nvSpPr>
        <p:spPr>
          <a:xfrm>
            <a:off x="1353117" y="566079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8" name="Oval 77">
            <a:extLst>
              <a:ext uri="{FF2B5EF4-FFF2-40B4-BE49-F238E27FC236}">
                <a16:creationId xmlns:a16="http://schemas.microsoft.com/office/drawing/2014/main" id="{8C403709-F0BA-49F8-9735-35DBEA809F93}"/>
              </a:ext>
            </a:extLst>
          </p:cNvPr>
          <p:cNvSpPr>
            <a:spLocks noChangeAspect="1"/>
          </p:cNvSpPr>
          <p:nvPr/>
        </p:nvSpPr>
        <p:spPr>
          <a:xfrm>
            <a:off x="5495836" y="512879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9" name="Oval 78">
            <a:extLst>
              <a:ext uri="{FF2B5EF4-FFF2-40B4-BE49-F238E27FC236}">
                <a16:creationId xmlns:a16="http://schemas.microsoft.com/office/drawing/2014/main" id="{E5E53E84-2130-4D33-AAC8-8D7FCEDB9D27}"/>
              </a:ext>
            </a:extLst>
          </p:cNvPr>
          <p:cNvSpPr>
            <a:spLocks noChangeAspect="1"/>
          </p:cNvSpPr>
          <p:nvPr/>
        </p:nvSpPr>
        <p:spPr>
          <a:xfrm>
            <a:off x="5495836" y="539509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7" name="Oval 86">
            <a:extLst>
              <a:ext uri="{FF2B5EF4-FFF2-40B4-BE49-F238E27FC236}">
                <a16:creationId xmlns:a16="http://schemas.microsoft.com/office/drawing/2014/main" id="{D694043F-0B7B-4581-8DE1-2E098BC11D04}"/>
              </a:ext>
            </a:extLst>
          </p:cNvPr>
          <p:cNvSpPr>
            <a:spLocks noChangeAspect="1"/>
          </p:cNvSpPr>
          <p:nvPr/>
        </p:nvSpPr>
        <p:spPr>
          <a:xfrm>
            <a:off x="5487642" y="564486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48A89223-2BD9-4AE9-BE99-598A9DA7F039}"/>
              </a:ext>
            </a:extLst>
          </p:cNvPr>
          <p:cNvSpPr txBox="1"/>
          <p:nvPr/>
        </p:nvSpPr>
        <p:spPr>
          <a:xfrm>
            <a:off x="5239470" y="2052137"/>
            <a:ext cx="71686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mn-ea"/>
                <a:cs typeface="+mn-cs"/>
              </a:rPr>
              <a:t>Proprietary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mn-ea"/>
                <a:cs typeface="+mn-cs"/>
              </a:rPr>
              <a:t>Info</a:t>
            </a:r>
          </a:p>
        </p:txBody>
      </p:sp>
      <p:sp>
        <p:nvSpPr>
          <p:cNvPr id="35" name="TextBox 34">
            <a:extLst>
              <a:ext uri="{FF2B5EF4-FFF2-40B4-BE49-F238E27FC236}">
                <a16:creationId xmlns:a16="http://schemas.microsoft.com/office/drawing/2014/main" id="{901F5ED6-E436-42AD-BA68-C32C14D440A0}"/>
              </a:ext>
            </a:extLst>
          </p:cNvPr>
          <p:cNvSpPr txBox="1"/>
          <p:nvPr/>
        </p:nvSpPr>
        <p:spPr>
          <a:xfrm>
            <a:off x="3227894" y="1059536"/>
            <a:ext cx="649537"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00FF"/>
                </a:solidFill>
                <a:effectLst/>
                <a:uLnTx/>
                <a:uFillTx/>
                <a:latin typeface="Arial"/>
                <a:ea typeface="+mn-ea"/>
                <a:cs typeface="+mn-cs"/>
              </a:rPr>
              <a:t>Eng</a:t>
            </a:r>
            <a:r>
              <a:rPr kumimoji="0" lang="en-US" sz="800" b="0" i="0" u="none" strike="noStrike" kern="1200" cap="none" spc="0" normalizeH="0" baseline="0" noProof="0" dirty="0">
                <a:ln>
                  <a:noFill/>
                </a:ln>
                <a:solidFill>
                  <a:srgbClr val="0000FF"/>
                </a:solidFill>
                <a:effectLst/>
                <a:uLnTx/>
                <a:uFillTx/>
                <a:latin typeface="Arial"/>
                <a:ea typeface="+mn-ea"/>
                <a:cs typeface="+mn-cs"/>
              </a:rPr>
              <a:t> &amp; SM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FF"/>
                </a:solidFill>
                <a:effectLst/>
                <a:uLnTx/>
                <a:uFillTx/>
                <a:latin typeface="Arial"/>
                <a:ea typeface="+mn-ea"/>
                <a:cs typeface="+mn-cs"/>
              </a:rPr>
              <a:t>Together</a:t>
            </a:r>
          </a:p>
        </p:txBody>
      </p:sp>
      <p:cxnSp>
        <p:nvCxnSpPr>
          <p:cNvPr id="37" name="Straight Arrow Connector 36">
            <a:extLst>
              <a:ext uri="{FF2B5EF4-FFF2-40B4-BE49-F238E27FC236}">
                <a16:creationId xmlns:a16="http://schemas.microsoft.com/office/drawing/2014/main" id="{AD7B5875-3BD0-472E-883D-CA0C4D99E459}"/>
              </a:ext>
            </a:extLst>
          </p:cNvPr>
          <p:cNvCxnSpPr>
            <a:cxnSpLocks/>
          </p:cNvCxnSpPr>
          <p:nvPr/>
        </p:nvCxnSpPr>
        <p:spPr>
          <a:xfrm flipH="1">
            <a:off x="3038200" y="1231702"/>
            <a:ext cx="311885" cy="241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B66B9F94-F033-4361-8CE1-879C45905927}"/>
              </a:ext>
            </a:extLst>
          </p:cNvPr>
          <p:cNvSpPr/>
          <p:nvPr/>
        </p:nvSpPr>
        <p:spPr>
          <a:xfrm>
            <a:off x="3922231" y="3391494"/>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Conduct Kickoff Meeting</a:t>
            </a:r>
          </a:p>
        </p:txBody>
      </p:sp>
      <p:sp>
        <p:nvSpPr>
          <p:cNvPr id="95" name="TextBox 94">
            <a:extLst>
              <a:ext uri="{FF2B5EF4-FFF2-40B4-BE49-F238E27FC236}">
                <a16:creationId xmlns:a16="http://schemas.microsoft.com/office/drawing/2014/main" id="{4BE9822C-E280-4DEB-A1F7-D7347A125C2E}"/>
              </a:ext>
            </a:extLst>
          </p:cNvPr>
          <p:cNvSpPr txBox="1"/>
          <p:nvPr/>
        </p:nvSpPr>
        <p:spPr>
          <a:xfrm>
            <a:off x="4006713" y="4443290"/>
            <a:ext cx="5677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Day</a:t>
            </a:r>
          </a:p>
        </p:txBody>
      </p:sp>
      <p:sp>
        <p:nvSpPr>
          <p:cNvPr id="96" name="Oval 95">
            <a:extLst>
              <a:ext uri="{FF2B5EF4-FFF2-40B4-BE49-F238E27FC236}">
                <a16:creationId xmlns:a16="http://schemas.microsoft.com/office/drawing/2014/main" id="{8532A772-C9F4-4D7A-B986-29C5FC1064F2}"/>
              </a:ext>
            </a:extLst>
          </p:cNvPr>
          <p:cNvSpPr>
            <a:spLocks noChangeAspect="1"/>
          </p:cNvSpPr>
          <p:nvPr/>
        </p:nvSpPr>
        <p:spPr>
          <a:xfrm>
            <a:off x="4162536" y="565752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7" name="Oval 96">
            <a:extLst>
              <a:ext uri="{FF2B5EF4-FFF2-40B4-BE49-F238E27FC236}">
                <a16:creationId xmlns:a16="http://schemas.microsoft.com/office/drawing/2014/main" id="{44AB9AD3-350A-467F-A6A2-0AEC5903C0EC}"/>
              </a:ext>
            </a:extLst>
          </p:cNvPr>
          <p:cNvSpPr>
            <a:spLocks noChangeAspect="1"/>
          </p:cNvSpPr>
          <p:nvPr/>
        </p:nvSpPr>
        <p:spPr>
          <a:xfrm>
            <a:off x="4162536" y="539902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8" name="Oval 97">
            <a:extLst>
              <a:ext uri="{FF2B5EF4-FFF2-40B4-BE49-F238E27FC236}">
                <a16:creationId xmlns:a16="http://schemas.microsoft.com/office/drawing/2014/main" id="{312D7631-6875-4FB0-B776-C1249B2A146B}"/>
              </a:ext>
            </a:extLst>
          </p:cNvPr>
          <p:cNvSpPr>
            <a:spLocks noChangeAspect="1"/>
          </p:cNvSpPr>
          <p:nvPr/>
        </p:nvSpPr>
        <p:spPr>
          <a:xfrm>
            <a:off x="4136800" y="610918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9" name="Oval 98">
            <a:extLst>
              <a:ext uri="{FF2B5EF4-FFF2-40B4-BE49-F238E27FC236}">
                <a16:creationId xmlns:a16="http://schemas.microsoft.com/office/drawing/2014/main" id="{A7D94924-2980-4F40-8DCD-6F24AB654EEC}"/>
              </a:ext>
            </a:extLst>
          </p:cNvPr>
          <p:cNvSpPr>
            <a:spLocks noChangeAspect="1"/>
          </p:cNvSpPr>
          <p:nvPr/>
        </p:nvSpPr>
        <p:spPr>
          <a:xfrm>
            <a:off x="4159134" y="514311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5" name="TextBox 4">
            <a:extLst>
              <a:ext uri="{FF2B5EF4-FFF2-40B4-BE49-F238E27FC236}">
                <a16:creationId xmlns:a16="http://schemas.microsoft.com/office/drawing/2014/main" id="{6DC390CF-9645-4D8F-A1BD-9F6BBFE5430B}"/>
              </a:ext>
            </a:extLst>
          </p:cNvPr>
          <p:cNvSpPr txBox="1"/>
          <p:nvPr/>
        </p:nvSpPr>
        <p:spPr>
          <a:xfrm>
            <a:off x="119205" y="859481"/>
            <a:ext cx="2409634" cy="530915"/>
          </a:xfrm>
          <a:prstGeom prst="rect">
            <a:avLst/>
          </a:prstGeom>
          <a:noFill/>
        </p:spPr>
        <p:txBody>
          <a:bodyPr wrap="none" rtlCol="0">
            <a:spAutoFit/>
          </a:bodyPr>
          <a:lstStyle/>
          <a:p>
            <a:r>
              <a:rPr lang="en-US" b="1" dirty="0">
                <a:solidFill>
                  <a:srgbClr val="0000FF"/>
                </a:solidFill>
              </a:rPr>
              <a:t>PROJECT 2</a:t>
            </a:r>
          </a:p>
          <a:p>
            <a:r>
              <a:rPr lang="en-US" sz="1050" i="1" dirty="0">
                <a:solidFill>
                  <a:srgbClr val="0000FF"/>
                </a:solidFill>
              </a:rPr>
              <a:t>(Starting with Project 1 Process Map)</a:t>
            </a:r>
          </a:p>
        </p:txBody>
      </p:sp>
      <p:sp>
        <p:nvSpPr>
          <p:cNvPr id="101" name="Explosion: 14 Points 100">
            <a:extLst>
              <a:ext uri="{FF2B5EF4-FFF2-40B4-BE49-F238E27FC236}">
                <a16:creationId xmlns:a16="http://schemas.microsoft.com/office/drawing/2014/main" id="{6F31646B-FA46-4D06-8344-F4D1C9ACEADB}"/>
              </a:ext>
            </a:extLst>
          </p:cNvPr>
          <p:cNvSpPr/>
          <p:nvPr/>
        </p:nvSpPr>
        <p:spPr>
          <a:xfrm>
            <a:off x="2236294" y="1933088"/>
            <a:ext cx="1295343"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Look at developing a template</a:t>
            </a:r>
          </a:p>
        </p:txBody>
      </p:sp>
      <p:cxnSp>
        <p:nvCxnSpPr>
          <p:cNvPr id="32" name="Straight Arrow Connector 31">
            <a:extLst>
              <a:ext uri="{FF2B5EF4-FFF2-40B4-BE49-F238E27FC236}">
                <a16:creationId xmlns:a16="http://schemas.microsoft.com/office/drawing/2014/main" id="{CC46FED9-C94D-4794-964F-F74C2579B177}"/>
              </a:ext>
            </a:extLst>
          </p:cNvPr>
          <p:cNvCxnSpPr>
            <a:cxnSpLocks/>
            <a:stCxn id="64" idx="2"/>
          </p:cNvCxnSpPr>
          <p:nvPr/>
        </p:nvCxnSpPr>
        <p:spPr>
          <a:xfrm>
            <a:off x="2759156" y="1900203"/>
            <a:ext cx="1163075" cy="1498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6829916-8DCE-40EA-BD5C-A3AF60040677}"/>
              </a:ext>
            </a:extLst>
          </p:cNvPr>
          <p:cNvSpPr txBox="1"/>
          <p:nvPr/>
        </p:nvSpPr>
        <p:spPr>
          <a:xfrm>
            <a:off x="0" y="6560997"/>
            <a:ext cx="476412" cy="261610"/>
          </a:xfrm>
          <a:prstGeom prst="rect">
            <a:avLst/>
          </a:prstGeom>
          <a:noFill/>
        </p:spPr>
        <p:txBody>
          <a:bodyPr wrap="none" rtlCol="0">
            <a:spAutoFit/>
          </a:bodyPr>
          <a:lstStyle/>
          <a:p>
            <a:r>
              <a:rPr lang="en-US" sz="1050" dirty="0"/>
              <a:t>SRE</a:t>
            </a:r>
            <a:endParaRPr lang="en-US" dirty="0"/>
          </a:p>
        </p:txBody>
      </p:sp>
      <p:sp>
        <p:nvSpPr>
          <p:cNvPr id="102" name="Oval 101">
            <a:extLst>
              <a:ext uri="{FF2B5EF4-FFF2-40B4-BE49-F238E27FC236}">
                <a16:creationId xmlns:a16="http://schemas.microsoft.com/office/drawing/2014/main" id="{F9B96911-0C37-4A84-BF3F-74BA85214F8D}"/>
              </a:ext>
            </a:extLst>
          </p:cNvPr>
          <p:cNvSpPr>
            <a:spLocks noChangeAspect="1"/>
          </p:cNvSpPr>
          <p:nvPr/>
        </p:nvSpPr>
        <p:spPr>
          <a:xfrm>
            <a:off x="4143063" y="588209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03" name="Oval 102">
            <a:extLst>
              <a:ext uri="{FF2B5EF4-FFF2-40B4-BE49-F238E27FC236}">
                <a16:creationId xmlns:a16="http://schemas.microsoft.com/office/drawing/2014/main" id="{D81E2D6F-D531-45A0-9D7E-F77811C8C9A0}"/>
              </a:ext>
            </a:extLst>
          </p:cNvPr>
          <p:cNvSpPr>
            <a:spLocks noChangeAspect="1"/>
          </p:cNvSpPr>
          <p:nvPr/>
        </p:nvSpPr>
        <p:spPr>
          <a:xfrm>
            <a:off x="4135629" y="6609810"/>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05" name="Oval 104">
            <a:extLst>
              <a:ext uri="{FF2B5EF4-FFF2-40B4-BE49-F238E27FC236}">
                <a16:creationId xmlns:a16="http://schemas.microsoft.com/office/drawing/2014/main" id="{DC2F78F3-3C84-4DD2-8463-848C217C053F}"/>
              </a:ext>
            </a:extLst>
          </p:cNvPr>
          <p:cNvSpPr>
            <a:spLocks noChangeAspect="1"/>
          </p:cNvSpPr>
          <p:nvPr/>
        </p:nvSpPr>
        <p:spPr>
          <a:xfrm>
            <a:off x="2698149" y="587914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08" name="Oval 107">
            <a:extLst>
              <a:ext uri="{FF2B5EF4-FFF2-40B4-BE49-F238E27FC236}">
                <a16:creationId xmlns:a16="http://schemas.microsoft.com/office/drawing/2014/main" id="{F3C83095-A034-4E04-91C4-EA2801D2CC7D}"/>
              </a:ext>
            </a:extLst>
          </p:cNvPr>
          <p:cNvSpPr>
            <a:spLocks noChangeAspect="1"/>
          </p:cNvSpPr>
          <p:nvPr/>
        </p:nvSpPr>
        <p:spPr>
          <a:xfrm>
            <a:off x="2702112" y="612382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76" name="Straight Arrow Connector 75">
            <a:extLst>
              <a:ext uri="{FF2B5EF4-FFF2-40B4-BE49-F238E27FC236}">
                <a16:creationId xmlns:a16="http://schemas.microsoft.com/office/drawing/2014/main" id="{81DBBFA3-2874-45D0-AC66-1201C9966802}"/>
              </a:ext>
            </a:extLst>
          </p:cNvPr>
          <p:cNvCxnSpPr>
            <a:cxnSpLocks/>
            <a:endCxn id="101" idx="3"/>
          </p:cNvCxnSpPr>
          <p:nvPr/>
        </p:nvCxnSpPr>
        <p:spPr>
          <a:xfrm flipH="1" flipV="1">
            <a:off x="3531637" y="2313715"/>
            <a:ext cx="8595788" cy="700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33D1C643-079C-4E4C-83D2-316F6FF2601A}"/>
              </a:ext>
            </a:extLst>
          </p:cNvPr>
          <p:cNvSpPr/>
          <p:nvPr/>
        </p:nvSpPr>
        <p:spPr>
          <a:xfrm>
            <a:off x="2485330" y="3398634"/>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Obtain Chargelines (Material &amp; Labor)</a:t>
            </a:r>
          </a:p>
        </p:txBody>
      </p:sp>
      <p:sp>
        <p:nvSpPr>
          <p:cNvPr id="75" name="Rectangle 74">
            <a:extLst>
              <a:ext uri="{FF2B5EF4-FFF2-40B4-BE49-F238E27FC236}">
                <a16:creationId xmlns:a16="http://schemas.microsoft.com/office/drawing/2014/main" id="{EB72DE49-335C-44F4-B601-6DE4C9E116C5}"/>
              </a:ext>
            </a:extLst>
          </p:cNvPr>
          <p:cNvSpPr/>
          <p:nvPr/>
        </p:nvSpPr>
        <p:spPr>
          <a:xfrm>
            <a:off x="3930458" y="2274627"/>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Confirm Chargelines Are Active (Finance)</a:t>
            </a:r>
          </a:p>
        </p:txBody>
      </p:sp>
      <p:sp>
        <p:nvSpPr>
          <p:cNvPr id="85" name="Rectangle 84">
            <a:extLst>
              <a:ext uri="{FF2B5EF4-FFF2-40B4-BE49-F238E27FC236}">
                <a16:creationId xmlns:a16="http://schemas.microsoft.com/office/drawing/2014/main" id="{2090D086-A45B-4C24-A745-0076CA4CB93D}"/>
              </a:ext>
            </a:extLst>
          </p:cNvPr>
          <p:cNvSpPr/>
          <p:nvPr/>
        </p:nvSpPr>
        <p:spPr>
          <a:xfrm>
            <a:off x="6681718" y="3389844"/>
            <a:ext cx="747319" cy="9758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Populate </a:t>
            </a:r>
            <a:r>
              <a:rPr kumimoji="0" lang="en-US" sz="700" b="0" i="0" u="none" strike="noStrike" kern="1200" cap="none" spc="0" normalizeH="0" baseline="0" noProof="0" dirty="0">
                <a:ln>
                  <a:noFill/>
                </a:ln>
                <a:solidFill>
                  <a:srgbClr val="FFFFFF"/>
                </a:solidFill>
                <a:effectLst/>
                <a:uLnTx/>
                <a:uFillTx/>
                <a:latin typeface="Arial"/>
                <a:ea typeface="+mn-ea"/>
                <a:cs typeface="+mn-cs"/>
              </a:rPr>
              <a:t>Requirements </a:t>
            </a:r>
            <a:r>
              <a:rPr kumimoji="0" lang="en-US" sz="700" b="0" i="0" u="none" strike="noStrike" kern="1200" cap="none" spc="0" normalizeH="0" baseline="0" noProof="0" dirty="0" err="1">
                <a:ln>
                  <a:noFill/>
                </a:ln>
                <a:solidFill>
                  <a:srgbClr val="FFFFFF"/>
                </a:solidFill>
                <a:effectLst/>
                <a:uLnTx/>
                <a:uFillTx/>
                <a:latin typeface="Arial"/>
                <a:ea typeface="+mn-ea"/>
                <a:cs typeface="+mn-cs"/>
              </a:rPr>
              <a:t>Justifcation</a:t>
            </a:r>
            <a:r>
              <a:rPr kumimoji="0" lang="en-US" sz="900" b="0" i="0" u="none" strike="noStrike" kern="1200" cap="none" spc="0" normalizeH="0" baseline="0" noProof="0" dirty="0">
                <a:ln>
                  <a:noFill/>
                </a:ln>
                <a:solidFill>
                  <a:srgbClr val="FFFFFF"/>
                </a:solidFill>
                <a:effectLst/>
                <a:uLnTx/>
                <a:uFillTx/>
                <a:latin typeface="Arial"/>
                <a:ea typeface="+mn-ea"/>
                <a:cs typeface="+mn-cs"/>
              </a:rPr>
              <a:t> Form (</a:t>
            </a:r>
            <a:r>
              <a:rPr kumimoji="0" lang="en-US" sz="900" b="0" i="0" u="none" strike="noStrike" kern="1200" cap="none" spc="0" normalizeH="0" baseline="0" noProof="0" dirty="0" err="1">
                <a:ln>
                  <a:noFill/>
                </a:ln>
                <a:solidFill>
                  <a:srgbClr val="FFFFFF"/>
                </a:solidFill>
                <a:effectLst/>
                <a:uLnTx/>
                <a:uFillTx/>
                <a:latin typeface="Arial"/>
                <a:ea typeface="+mn-ea"/>
                <a:cs typeface="+mn-cs"/>
              </a:rPr>
              <a:t>Eparts</a:t>
            </a:r>
            <a:r>
              <a:rPr kumimoji="0" lang="en-US" sz="900" b="0" i="0" u="none" strike="noStrike" kern="1200" cap="none" spc="0" normalizeH="0" baseline="0" noProof="0" dirty="0">
                <a:ln>
                  <a:noFill/>
                </a:ln>
                <a:solidFill>
                  <a:srgbClr val="FFFFFF"/>
                </a:solidFill>
                <a:effectLst/>
                <a:uLnTx/>
                <a:uFillTx/>
                <a:latin typeface="Arial"/>
                <a:ea typeface="+mn-ea"/>
                <a:cs typeface="+mn-cs"/>
              </a:rPr>
              <a:t>) or CAPRS Req Form</a:t>
            </a:r>
          </a:p>
        </p:txBody>
      </p:sp>
      <p:sp>
        <p:nvSpPr>
          <p:cNvPr id="86" name="Oval 85">
            <a:extLst>
              <a:ext uri="{FF2B5EF4-FFF2-40B4-BE49-F238E27FC236}">
                <a16:creationId xmlns:a16="http://schemas.microsoft.com/office/drawing/2014/main" id="{7F9E165D-2984-43DC-A03A-25FFF75ECABA}"/>
              </a:ext>
            </a:extLst>
          </p:cNvPr>
          <p:cNvSpPr>
            <a:spLocks noChangeAspect="1"/>
          </p:cNvSpPr>
          <p:nvPr/>
        </p:nvSpPr>
        <p:spPr>
          <a:xfrm>
            <a:off x="6983792" y="563435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0" name="TextBox 89">
            <a:extLst>
              <a:ext uri="{FF2B5EF4-FFF2-40B4-BE49-F238E27FC236}">
                <a16:creationId xmlns:a16="http://schemas.microsoft.com/office/drawing/2014/main" id="{927BEBFA-68D9-4122-BDBE-5A9584EA8433}"/>
              </a:ext>
            </a:extLst>
          </p:cNvPr>
          <p:cNvSpPr txBox="1"/>
          <p:nvPr/>
        </p:nvSpPr>
        <p:spPr>
          <a:xfrm>
            <a:off x="6746112" y="4448933"/>
            <a:ext cx="567783"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91" name="TextBox 90">
            <a:extLst>
              <a:ext uri="{FF2B5EF4-FFF2-40B4-BE49-F238E27FC236}">
                <a16:creationId xmlns:a16="http://schemas.microsoft.com/office/drawing/2014/main" id="{4E2A7826-7FFA-40A3-ABA7-1FDBC787CDDB}"/>
              </a:ext>
            </a:extLst>
          </p:cNvPr>
          <p:cNvSpPr txBox="1"/>
          <p:nvPr/>
        </p:nvSpPr>
        <p:spPr>
          <a:xfrm>
            <a:off x="8106401" y="4431505"/>
            <a:ext cx="5677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92" name="Rectangle 91">
            <a:extLst>
              <a:ext uri="{FF2B5EF4-FFF2-40B4-BE49-F238E27FC236}">
                <a16:creationId xmlns:a16="http://schemas.microsoft.com/office/drawing/2014/main" id="{5564B3B3-86A9-49CC-84FF-3EC46114D163}"/>
              </a:ext>
            </a:extLst>
          </p:cNvPr>
          <p:cNvSpPr/>
          <p:nvPr/>
        </p:nvSpPr>
        <p:spPr>
          <a:xfrm>
            <a:off x="8017675" y="338406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Enter order into </a:t>
            </a:r>
            <a:r>
              <a:rPr kumimoji="0" lang="en-US" sz="900" b="0" i="0" u="none" strike="noStrike" kern="1200" cap="none" spc="0" normalizeH="0" baseline="0" noProof="0" dirty="0" err="1">
                <a:ln>
                  <a:noFill/>
                </a:ln>
                <a:solidFill>
                  <a:srgbClr val="FFFFFF"/>
                </a:solidFill>
                <a:effectLst/>
                <a:uLnTx/>
                <a:uFillTx/>
                <a:latin typeface="Arial"/>
                <a:ea typeface="+mn-ea"/>
                <a:cs typeface="+mn-cs"/>
              </a:rPr>
              <a:t>E-Parts</a:t>
            </a:r>
            <a:r>
              <a:rPr kumimoji="0" lang="en-US" sz="900" b="0" i="0" u="none" strike="noStrike" kern="1200" cap="none" spc="0" normalizeH="0" baseline="0" noProof="0" dirty="0">
                <a:ln>
                  <a:noFill/>
                </a:ln>
                <a:solidFill>
                  <a:srgbClr val="FFFFFF"/>
                </a:solidFill>
                <a:effectLst/>
                <a:uLnTx/>
                <a:uFillTx/>
                <a:latin typeface="Arial"/>
                <a:ea typeface="+mn-ea"/>
                <a:cs typeface="+mn-cs"/>
              </a:rPr>
              <a:t> / CAPRS</a:t>
            </a:r>
          </a:p>
        </p:txBody>
      </p:sp>
      <p:sp>
        <p:nvSpPr>
          <p:cNvPr id="104" name="TextBox 103">
            <a:extLst>
              <a:ext uri="{FF2B5EF4-FFF2-40B4-BE49-F238E27FC236}">
                <a16:creationId xmlns:a16="http://schemas.microsoft.com/office/drawing/2014/main" id="{AD48D7F0-86A7-4E8F-93A9-3D166968ED6E}"/>
              </a:ext>
            </a:extLst>
          </p:cNvPr>
          <p:cNvSpPr txBox="1"/>
          <p:nvPr/>
        </p:nvSpPr>
        <p:spPr>
          <a:xfrm>
            <a:off x="9365074" y="4441891"/>
            <a:ext cx="80823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Minutes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0-</a:t>
            </a: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110" name="Rectangle 109">
            <a:extLst>
              <a:ext uri="{FF2B5EF4-FFF2-40B4-BE49-F238E27FC236}">
                <a16:creationId xmlns:a16="http://schemas.microsoft.com/office/drawing/2014/main" id="{02092ED4-C829-4059-AF40-B17F877E3EFF}"/>
              </a:ext>
            </a:extLst>
          </p:cNvPr>
          <p:cNvSpPr/>
          <p:nvPr/>
        </p:nvSpPr>
        <p:spPr>
          <a:xfrm>
            <a:off x="9403050" y="3391799"/>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Engineering Management Signoff </a:t>
            </a:r>
          </a:p>
        </p:txBody>
      </p:sp>
      <p:sp>
        <p:nvSpPr>
          <p:cNvPr id="111" name="Rectangle 110">
            <a:extLst>
              <a:ext uri="{FF2B5EF4-FFF2-40B4-BE49-F238E27FC236}">
                <a16:creationId xmlns:a16="http://schemas.microsoft.com/office/drawing/2014/main" id="{CC7DC6DD-2FF6-4B0F-BE37-83C7E91818CC}"/>
              </a:ext>
            </a:extLst>
          </p:cNvPr>
          <p:cNvSpPr/>
          <p:nvPr/>
        </p:nvSpPr>
        <p:spPr>
          <a:xfrm>
            <a:off x="10858187" y="3398675"/>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Property Management Signoff </a:t>
            </a:r>
          </a:p>
        </p:txBody>
      </p:sp>
      <p:sp>
        <p:nvSpPr>
          <p:cNvPr id="112" name="Oval 111">
            <a:extLst>
              <a:ext uri="{FF2B5EF4-FFF2-40B4-BE49-F238E27FC236}">
                <a16:creationId xmlns:a16="http://schemas.microsoft.com/office/drawing/2014/main" id="{E5F91320-5E76-4DE2-9B5C-1E00CF321034}"/>
              </a:ext>
            </a:extLst>
          </p:cNvPr>
          <p:cNvSpPr>
            <a:spLocks noChangeAspect="1"/>
          </p:cNvSpPr>
          <p:nvPr/>
        </p:nvSpPr>
        <p:spPr>
          <a:xfrm>
            <a:off x="8249214" y="564318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13" name="Oval 112">
            <a:extLst>
              <a:ext uri="{FF2B5EF4-FFF2-40B4-BE49-F238E27FC236}">
                <a16:creationId xmlns:a16="http://schemas.microsoft.com/office/drawing/2014/main" id="{863A9B27-3849-44BF-A5F7-A888B2C14FFC}"/>
              </a:ext>
            </a:extLst>
          </p:cNvPr>
          <p:cNvSpPr>
            <a:spLocks noChangeAspect="1"/>
          </p:cNvSpPr>
          <p:nvPr/>
        </p:nvSpPr>
        <p:spPr>
          <a:xfrm>
            <a:off x="9677752" y="633557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14" name="TextBox 113">
            <a:extLst>
              <a:ext uri="{FF2B5EF4-FFF2-40B4-BE49-F238E27FC236}">
                <a16:creationId xmlns:a16="http://schemas.microsoft.com/office/drawing/2014/main" id="{DDDFE229-34A4-4B65-BDC7-EF3E1293DDCB}"/>
              </a:ext>
            </a:extLst>
          </p:cNvPr>
          <p:cNvSpPr txBox="1"/>
          <p:nvPr/>
        </p:nvSpPr>
        <p:spPr>
          <a:xfrm>
            <a:off x="9784152" y="6391616"/>
            <a:ext cx="80823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0000"/>
                </a:solidFill>
                <a:effectLst/>
                <a:uLnTx/>
                <a:uFillTx/>
                <a:latin typeface="Arial"/>
                <a:ea typeface="+mn-ea"/>
                <a:cs typeface="+mn-cs"/>
              </a:rPr>
              <a:t>E-Parts</a:t>
            </a:r>
            <a:r>
              <a:rPr kumimoji="0" lang="en-US" sz="800" b="0" i="0" u="none" strike="noStrike" kern="1200" cap="none" spc="0" normalizeH="0" baseline="0" noProof="0" dirty="0">
                <a:ln>
                  <a:noFill/>
                </a:ln>
                <a:solidFill>
                  <a:srgbClr val="000000"/>
                </a:solidFill>
                <a:effectLst/>
                <a:uLnTx/>
                <a:uFillTx/>
                <a:latin typeface="Arial"/>
                <a:ea typeface="+mn-ea"/>
                <a:cs typeface="+mn-cs"/>
              </a:rPr>
              <a:t> Focal</a:t>
            </a:r>
          </a:p>
        </p:txBody>
      </p:sp>
      <p:sp>
        <p:nvSpPr>
          <p:cNvPr id="115" name="Oval 114">
            <a:extLst>
              <a:ext uri="{FF2B5EF4-FFF2-40B4-BE49-F238E27FC236}">
                <a16:creationId xmlns:a16="http://schemas.microsoft.com/office/drawing/2014/main" id="{E9B43893-B0AE-41E3-B448-62269A9E310A}"/>
              </a:ext>
            </a:extLst>
          </p:cNvPr>
          <p:cNvSpPr>
            <a:spLocks noChangeAspect="1"/>
          </p:cNvSpPr>
          <p:nvPr/>
        </p:nvSpPr>
        <p:spPr>
          <a:xfrm>
            <a:off x="11103697" y="634336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16" name="TextBox 115">
            <a:extLst>
              <a:ext uri="{FF2B5EF4-FFF2-40B4-BE49-F238E27FC236}">
                <a16:creationId xmlns:a16="http://schemas.microsoft.com/office/drawing/2014/main" id="{DC60B236-53E2-4A66-803F-20CC9936C31C}"/>
              </a:ext>
            </a:extLst>
          </p:cNvPr>
          <p:cNvSpPr txBox="1"/>
          <p:nvPr/>
        </p:nvSpPr>
        <p:spPr>
          <a:xfrm>
            <a:off x="10831915" y="4451449"/>
            <a:ext cx="80823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Minutes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0-</a:t>
            </a: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117" name="Oval 116">
            <a:extLst>
              <a:ext uri="{FF2B5EF4-FFF2-40B4-BE49-F238E27FC236}">
                <a16:creationId xmlns:a16="http://schemas.microsoft.com/office/drawing/2014/main" id="{CE356863-C372-4541-9B47-DD7A1B300DC7}"/>
              </a:ext>
            </a:extLst>
          </p:cNvPr>
          <p:cNvSpPr>
            <a:spLocks noChangeAspect="1"/>
          </p:cNvSpPr>
          <p:nvPr/>
        </p:nvSpPr>
        <p:spPr>
          <a:xfrm>
            <a:off x="9681892" y="564925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8" name="Oval 117">
            <a:extLst>
              <a:ext uri="{FF2B5EF4-FFF2-40B4-BE49-F238E27FC236}">
                <a16:creationId xmlns:a16="http://schemas.microsoft.com/office/drawing/2014/main" id="{D480617A-548C-4A43-BA0D-2E542667C6CA}"/>
              </a:ext>
            </a:extLst>
          </p:cNvPr>
          <p:cNvSpPr>
            <a:spLocks noChangeAspect="1"/>
          </p:cNvSpPr>
          <p:nvPr/>
        </p:nvSpPr>
        <p:spPr>
          <a:xfrm>
            <a:off x="8275163" y="660084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22572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C90-CAF1-42DE-9205-7DEDADF021CD}"/>
              </a:ext>
            </a:extLst>
          </p:cNvPr>
          <p:cNvSpPr>
            <a:spLocks noGrp="1"/>
          </p:cNvSpPr>
          <p:nvPr>
            <p:ph type="title"/>
          </p:nvPr>
        </p:nvSpPr>
        <p:spPr/>
        <p:txBody>
          <a:bodyPr/>
          <a:lstStyle/>
          <a:p>
            <a:r>
              <a:rPr lang="en-US" dirty="0"/>
              <a:t>VSM Map Future State:</a:t>
            </a:r>
          </a:p>
        </p:txBody>
      </p:sp>
      <p:sp>
        <p:nvSpPr>
          <p:cNvPr id="14" name="Rectangle: Rounded Corners 13">
            <a:extLst>
              <a:ext uri="{FF2B5EF4-FFF2-40B4-BE49-F238E27FC236}">
                <a16:creationId xmlns:a16="http://schemas.microsoft.com/office/drawing/2014/main" id="{9E80EEDA-28C0-44D2-9321-141457BA08FF}"/>
              </a:ext>
            </a:extLst>
          </p:cNvPr>
          <p:cNvSpPr/>
          <p:nvPr/>
        </p:nvSpPr>
        <p:spPr>
          <a:xfrm rot="1296490">
            <a:off x="10609582" y="488219"/>
            <a:ext cx="1742536" cy="453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DRAFT</a:t>
            </a:r>
          </a:p>
        </p:txBody>
      </p:sp>
      <p:sp>
        <p:nvSpPr>
          <p:cNvPr id="16" name="TextBox 15">
            <a:extLst>
              <a:ext uri="{FF2B5EF4-FFF2-40B4-BE49-F238E27FC236}">
                <a16:creationId xmlns:a16="http://schemas.microsoft.com/office/drawing/2014/main" id="{DA2E9D79-9786-4B1A-8FB8-09326B3A92A8}"/>
              </a:ext>
            </a:extLst>
          </p:cNvPr>
          <p:cNvSpPr txBox="1"/>
          <p:nvPr/>
        </p:nvSpPr>
        <p:spPr>
          <a:xfrm>
            <a:off x="-17977" y="4421267"/>
            <a:ext cx="11095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Task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Total Duration:</a:t>
            </a:r>
          </a:p>
        </p:txBody>
      </p:sp>
      <p:cxnSp>
        <p:nvCxnSpPr>
          <p:cNvPr id="19" name="Straight Connector 18">
            <a:extLst>
              <a:ext uri="{FF2B5EF4-FFF2-40B4-BE49-F238E27FC236}">
                <a16:creationId xmlns:a16="http://schemas.microsoft.com/office/drawing/2014/main" id="{009DB1AD-F045-4E43-AF32-D6CFE4FD3DF5}"/>
              </a:ext>
            </a:extLst>
          </p:cNvPr>
          <p:cNvCxnSpPr/>
          <p:nvPr/>
        </p:nvCxnSpPr>
        <p:spPr>
          <a:xfrm>
            <a:off x="60385" y="5358067"/>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69FA31-BDF8-4D3C-BEA1-4053EE731045}"/>
              </a:ext>
            </a:extLst>
          </p:cNvPr>
          <p:cNvCxnSpPr/>
          <p:nvPr/>
        </p:nvCxnSpPr>
        <p:spPr>
          <a:xfrm>
            <a:off x="60385" y="561398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AECD06-D3C9-454B-88B7-E03AB405966B}"/>
              </a:ext>
            </a:extLst>
          </p:cNvPr>
          <p:cNvCxnSpPr/>
          <p:nvPr/>
        </p:nvCxnSpPr>
        <p:spPr>
          <a:xfrm>
            <a:off x="60385" y="585552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5C7842-2A78-4CC3-85E3-E7B58A9A16E4}"/>
              </a:ext>
            </a:extLst>
          </p:cNvPr>
          <p:cNvCxnSpPr/>
          <p:nvPr/>
        </p:nvCxnSpPr>
        <p:spPr>
          <a:xfrm>
            <a:off x="60385" y="6088436"/>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984967-2487-4244-98D6-A671999BF787}"/>
              </a:ext>
            </a:extLst>
          </p:cNvPr>
          <p:cNvCxnSpPr/>
          <p:nvPr/>
        </p:nvCxnSpPr>
        <p:spPr>
          <a:xfrm>
            <a:off x="60385" y="6321349"/>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A1A73D-40FC-43E5-AE89-E76996A6A522}"/>
              </a:ext>
            </a:extLst>
          </p:cNvPr>
          <p:cNvCxnSpPr/>
          <p:nvPr/>
        </p:nvCxnSpPr>
        <p:spPr>
          <a:xfrm>
            <a:off x="60385" y="6562889"/>
            <a:ext cx="1180093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70D92E5-FDBF-44EE-954F-3B318EA2ADB8}"/>
              </a:ext>
            </a:extLst>
          </p:cNvPr>
          <p:cNvSpPr/>
          <p:nvPr/>
        </p:nvSpPr>
        <p:spPr>
          <a:xfrm>
            <a:off x="2837679" y="3392135"/>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MMO Team Review (EPARTS/CAPRS as req)</a:t>
            </a:r>
          </a:p>
        </p:txBody>
      </p:sp>
      <p:sp>
        <p:nvSpPr>
          <p:cNvPr id="27" name="TextBox 26">
            <a:extLst>
              <a:ext uri="{FF2B5EF4-FFF2-40B4-BE49-F238E27FC236}">
                <a16:creationId xmlns:a16="http://schemas.microsoft.com/office/drawing/2014/main" id="{2AF52AC3-300D-4675-9C9F-DF2B8E5833D0}"/>
              </a:ext>
            </a:extLst>
          </p:cNvPr>
          <p:cNvSpPr txBox="1"/>
          <p:nvPr/>
        </p:nvSpPr>
        <p:spPr>
          <a:xfrm>
            <a:off x="752966" y="3642695"/>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30" name="TextBox 29">
            <a:extLst>
              <a:ext uri="{FF2B5EF4-FFF2-40B4-BE49-F238E27FC236}">
                <a16:creationId xmlns:a16="http://schemas.microsoft.com/office/drawing/2014/main" id="{0E257F3A-7C35-4545-A6EB-1C137AE052D1}"/>
              </a:ext>
            </a:extLst>
          </p:cNvPr>
          <p:cNvSpPr txBox="1"/>
          <p:nvPr/>
        </p:nvSpPr>
        <p:spPr>
          <a:xfrm>
            <a:off x="2145241" y="364038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33" name="TextBox 32">
            <a:extLst>
              <a:ext uri="{FF2B5EF4-FFF2-40B4-BE49-F238E27FC236}">
                <a16:creationId xmlns:a16="http://schemas.microsoft.com/office/drawing/2014/main" id="{4DB2C2B2-5670-477C-9180-F08C00075A4D}"/>
              </a:ext>
            </a:extLst>
          </p:cNvPr>
          <p:cNvSpPr txBox="1"/>
          <p:nvPr/>
        </p:nvSpPr>
        <p:spPr>
          <a:xfrm>
            <a:off x="3507410" y="363775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2" name="Straight Connector 41">
            <a:extLst>
              <a:ext uri="{FF2B5EF4-FFF2-40B4-BE49-F238E27FC236}">
                <a16:creationId xmlns:a16="http://schemas.microsoft.com/office/drawing/2014/main" id="{5A64977E-BC04-4B7E-BFC1-2096C7F3C369}"/>
              </a:ext>
            </a:extLst>
          </p:cNvPr>
          <p:cNvCxnSpPr/>
          <p:nvPr/>
        </p:nvCxnSpPr>
        <p:spPr>
          <a:xfrm>
            <a:off x="2518900" y="4534434"/>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F64DBC9-3B85-42C8-9C11-91F920AD06B9}"/>
              </a:ext>
            </a:extLst>
          </p:cNvPr>
          <p:cNvCxnSpPr/>
          <p:nvPr/>
        </p:nvCxnSpPr>
        <p:spPr>
          <a:xfrm>
            <a:off x="3881069" y="4534433"/>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F6665E4-9490-4B42-A0FF-EF1899DA60B9}"/>
              </a:ext>
            </a:extLst>
          </p:cNvPr>
          <p:cNvSpPr txBox="1"/>
          <p:nvPr/>
        </p:nvSpPr>
        <p:spPr>
          <a:xfrm>
            <a:off x="2965597" y="4462384"/>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46" name="Rectangle 45">
            <a:extLst>
              <a:ext uri="{FF2B5EF4-FFF2-40B4-BE49-F238E27FC236}">
                <a16:creationId xmlns:a16="http://schemas.microsoft.com/office/drawing/2014/main" id="{D452111A-FA2B-46BE-8F0D-D2EFE66F5D99}"/>
              </a:ext>
            </a:extLst>
          </p:cNvPr>
          <p:cNvSpPr/>
          <p:nvPr/>
        </p:nvSpPr>
        <p:spPr>
          <a:xfrm>
            <a:off x="4206433" y="340072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Assign PR to a </a:t>
            </a:r>
            <a:r>
              <a:rPr kumimoji="0" lang="en-US" sz="800" b="0" i="0" u="none" strike="noStrike" kern="1200" cap="none" spc="0" normalizeH="0" baseline="0" noProof="0" dirty="0">
                <a:ln>
                  <a:noFill/>
                </a:ln>
                <a:solidFill>
                  <a:srgbClr val="FFFFFF"/>
                </a:solidFill>
                <a:effectLst/>
                <a:uLnTx/>
                <a:uFillTx/>
                <a:latin typeface="Arial"/>
                <a:ea typeface="+mn-ea"/>
                <a:cs typeface="+mn-cs"/>
              </a:rPr>
              <a:t>Purchasing</a:t>
            </a:r>
            <a:r>
              <a:rPr kumimoji="0" lang="en-US" sz="900" b="0" i="0" u="none" strike="noStrike" kern="1200" cap="none" spc="0" normalizeH="0" baseline="0" noProof="0" dirty="0">
                <a:ln>
                  <a:noFill/>
                </a:ln>
                <a:solidFill>
                  <a:srgbClr val="FFFFFF"/>
                </a:solidFill>
                <a:effectLst/>
                <a:uLnTx/>
                <a:uFillTx/>
                <a:latin typeface="Arial"/>
                <a:ea typeface="+mn-ea"/>
                <a:cs typeface="+mn-cs"/>
              </a:rPr>
              <a:t> Tower (EPARTS)</a:t>
            </a:r>
          </a:p>
        </p:txBody>
      </p:sp>
      <p:sp>
        <p:nvSpPr>
          <p:cNvPr id="47" name="TextBox 46">
            <a:extLst>
              <a:ext uri="{FF2B5EF4-FFF2-40B4-BE49-F238E27FC236}">
                <a16:creationId xmlns:a16="http://schemas.microsoft.com/office/drawing/2014/main" id="{F1951269-CC15-416B-970A-8A5DFC5BCD60}"/>
              </a:ext>
            </a:extLst>
          </p:cNvPr>
          <p:cNvSpPr txBox="1"/>
          <p:nvPr/>
        </p:nvSpPr>
        <p:spPr>
          <a:xfrm>
            <a:off x="4314192" y="4448933"/>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48" name="TextBox 47">
            <a:extLst>
              <a:ext uri="{FF2B5EF4-FFF2-40B4-BE49-F238E27FC236}">
                <a16:creationId xmlns:a16="http://schemas.microsoft.com/office/drawing/2014/main" id="{3955D9D5-049E-4030-9C87-A206D581D700}"/>
              </a:ext>
            </a:extLst>
          </p:cNvPr>
          <p:cNvSpPr txBox="1"/>
          <p:nvPr/>
        </p:nvSpPr>
        <p:spPr>
          <a:xfrm>
            <a:off x="4869579" y="3625480"/>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9" name="Straight Connector 48">
            <a:extLst>
              <a:ext uri="{FF2B5EF4-FFF2-40B4-BE49-F238E27FC236}">
                <a16:creationId xmlns:a16="http://schemas.microsoft.com/office/drawing/2014/main" id="{772AF93E-FA2B-4F8F-871D-D52838B5F07A}"/>
              </a:ext>
            </a:extLst>
          </p:cNvPr>
          <p:cNvCxnSpPr/>
          <p:nvPr/>
        </p:nvCxnSpPr>
        <p:spPr>
          <a:xfrm>
            <a:off x="5243238" y="4522155"/>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3549CB2B-C767-4D05-BA12-5AE83F5D2DB2}"/>
              </a:ext>
            </a:extLst>
          </p:cNvPr>
          <p:cNvSpPr/>
          <p:nvPr/>
        </p:nvSpPr>
        <p:spPr>
          <a:xfrm>
            <a:off x="5568602" y="3388442"/>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Buyer to Pull Order into their Queue (EPARTS)</a:t>
            </a:r>
          </a:p>
        </p:txBody>
      </p:sp>
      <p:sp>
        <p:nvSpPr>
          <p:cNvPr id="51" name="TextBox 50">
            <a:extLst>
              <a:ext uri="{FF2B5EF4-FFF2-40B4-BE49-F238E27FC236}">
                <a16:creationId xmlns:a16="http://schemas.microsoft.com/office/drawing/2014/main" id="{2DFB46A5-1433-4F8F-AEC8-2FE1EF573634}"/>
              </a:ext>
            </a:extLst>
          </p:cNvPr>
          <p:cNvSpPr txBox="1"/>
          <p:nvPr/>
        </p:nvSpPr>
        <p:spPr>
          <a:xfrm>
            <a:off x="5388613" y="4421267"/>
            <a:ext cx="105670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 – </a:t>
            </a:r>
            <a:r>
              <a:rPr kumimoji="0" lang="en-US" sz="1000" b="0" i="0" u="none" strike="noStrike" kern="1200" cap="none" spc="0" normalizeH="0" baseline="0" noProof="0" dirty="0">
                <a:ln>
                  <a:noFill/>
                </a:ln>
                <a:solidFill>
                  <a:srgbClr val="0000FF"/>
                </a:solidFill>
                <a:effectLst/>
                <a:uLnTx/>
                <a:uFillTx/>
                <a:latin typeface="Arial"/>
                <a:ea typeface="+mn-ea"/>
                <a:cs typeface="+mn-cs"/>
              </a:rPr>
              <a:t>2</a:t>
            </a:r>
            <a:r>
              <a:rPr kumimoji="0" lang="en-US" sz="1000" b="0" i="0" u="none" strike="noStrike" kern="1200" cap="none" spc="0" normalizeH="0" baseline="0" noProof="0" dirty="0">
                <a:ln>
                  <a:noFill/>
                </a:ln>
                <a:solidFill>
                  <a:srgbClr val="000000"/>
                </a:solidFill>
                <a:effectLst/>
                <a:uLnTx/>
                <a:uFillTx/>
                <a:latin typeface="Arial"/>
                <a:ea typeface="+mn-ea"/>
                <a:cs typeface="+mn-cs"/>
              </a:rPr>
              <a:t> Days</a:t>
            </a:r>
          </a:p>
        </p:txBody>
      </p:sp>
      <p:sp>
        <p:nvSpPr>
          <p:cNvPr id="64" name="Rectangle 63">
            <a:extLst>
              <a:ext uri="{FF2B5EF4-FFF2-40B4-BE49-F238E27FC236}">
                <a16:creationId xmlns:a16="http://schemas.microsoft.com/office/drawing/2014/main" id="{F5F8E529-19B9-418F-B77E-4539BFC47384}"/>
              </a:ext>
            </a:extLst>
          </p:cNvPr>
          <p:cNvSpPr/>
          <p:nvPr/>
        </p:nvSpPr>
        <p:spPr>
          <a:xfrm>
            <a:off x="0" y="5128796"/>
            <a:ext cx="1109599" cy="1446550"/>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SBM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err="1">
                <a:ln>
                  <a:noFill/>
                </a:ln>
                <a:solidFill>
                  <a:srgbClr val="000000"/>
                </a:solidFill>
                <a:effectLst/>
                <a:uLnTx/>
                <a:uFillTx/>
                <a:latin typeface="Arial"/>
                <a:ea typeface="+mn-ea"/>
                <a:cs typeface="+mn-cs"/>
              </a:rPr>
              <a:t>Eng</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Finance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Prog </a:t>
            </a:r>
            <a:r>
              <a:rPr kumimoji="0" lang="en-US" sz="105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Other</a:t>
            </a:r>
          </a:p>
        </p:txBody>
      </p:sp>
      <p:sp>
        <p:nvSpPr>
          <p:cNvPr id="66" name="Oval 65">
            <a:extLst>
              <a:ext uri="{FF2B5EF4-FFF2-40B4-BE49-F238E27FC236}">
                <a16:creationId xmlns:a16="http://schemas.microsoft.com/office/drawing/2014/main" id="{BA2FD7A3-276D-4C8E-91A6-33DE995692F0}"/>
              </a:ext>
            </a:extLst>
          </p:cNvPr>
          <p:cNvSpPr>
            <a:spLocks noChangeAspect="1"/>
          </p:cNvSpPr>
          <p:nvPr/>
        </p:nvSpPr>
        <p:spPr>
          <a:xfrm>
            <a:off x="3066313" y="6344532"/>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7" name="Oval 66">
            <a:extLst>
              <a:ext uri="{FF2B5EF4-FFF2-40B4-BE49-F238E27FC236}">
                <a16:creationId xmlns:a16="http://schemas.microsoft.com/office/drawing/2014/main" id="{DF9A1FDC-41FA-4E98-A545-DD27C56DA33D}"/>
              </a:ext>
            </a:extLst>
          </p:cNvPr>
          <p:cNvSpPr>
            <a:spLocks noChangeAspect="1"/>
          </p:cNvSpPr>
          <p:nvPr/>
        </p:nvSpPr>
        <p:spPr>
          <a:xfrm>
            <a:off x="4489573" y="510708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8" name="Oval 67">
            <a:extLst>
              <a:ext uri="{FF2B5EF4-FFF2-40B4-BE49-F238E27FC236}">
                <a16:creationId xmlns:a16="http://schemas.microsoft.com/office/drawing/2014/main" id="{74A25491-98A7-45BC-BCB8-AF1FA287C7C5}"/>
              </a:ext>
            </a:extLst>
          </p:cNvPr>
          <p:cNvSpPr>
            <a:spLocks noChangeAspect="1"/>
          </p:cNvSpPr>
          <p:nvPr/>
        </p:nvSpPr>
        <p:spPr>
          <a:xfrm>
            <a:off x="5825521" y="5134070"/>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0" name="Rectangle 69">
            <a:extLst>
              <a:ext uri="{FF2B5EF4-FFF2-40B4-BE49-F238E27FC236}">
                <a16:creationId xmlns:a16="http://schemas.microsoft.com/office/drawing/2014/main" id="{61331AC3-F450-4BF0-96B6-792A8A9B175A}"/>
              </a:ext>
            </a:extLst>
          </p:cNvPr>
          <p:cNvSpPr/>
          <p:nvPr/>
        </p:nvSpPr>
        <p:spPr>
          <a:xfrm>
            <a:off x="7031448" y="337788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Bidder Board Approval</a:t>
            </a:r>
          </a:p>
        </p:txBody>
      </p:sp>
      <p:sp>
        <p:nvSpPr>
          <p:cNvPr id="71" name="TextBox 70">
            <a:extLst>
              <a:ext uri="{FF2B5EF4-FFF2-40B4-BE49-F238E27FC236}">
                <a16:creationId xmlns:a16="http://schemas.microsoft.com/office/drawing/2014/main" id="{64F1F01B-7A9F-4493-B108-7FE0292B67B5}"/>
              </a:ext>
            </a:extLst>
          </p:cNvPr>
          <p:cNvSpPr txBox="1"/>
          <p:nvPr/>
        </p:nvSpPr>
        <p:spPr>
          <a:xfrm>
            <a:off x="6361463" y="362844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72" name="TextBox 71">
            <a:extLst>
              <a:ext uri="{FF2B5EF4-FFF2-40B4-BE49-F238E27FC236}">
                <a16:creationId xmlns:a16="http://schemas.microsoft.com/office/drawing/2014/main" id="{FBE741C3-FCBF-4516-94EB-417E14113782}"/>
              </a:ext>
            </a:extLst>
          </p:cNvPr>
          <p:cNvSpPr txBox="1"/>
          <p:nvPr/>
        </p:nvSpPr>
        <p:spPr>
          <a:xfrm>
            <a:off x="7753738" y="3626131"/>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73" name="TextBox 72">
            <a:extLst>
              <a:ext uri="{FF2B5EF4-FFF2-40B4-BE49-F238E27FC236}">
                <a16:creationId xmlns:a16="http://schemas.microsoft.com/office/drawing/2014/main" id="{ADD57A8C-1627-4925-92F6-F0A42F0BD7AC}"/>
              </a:ext>
            </a:extLst>
          </p:cNvPr>
          <p:cNvSpPr txBox="1"/>
          <p:nvPr/>
        </p:nvSpPr>
        <p:spPr>
          <a:xfrm>
            <a:off x="9115907" y="3623506"/>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74" name="Straight Connector 73">
            <a:extLst>
              <a:ext uri="{FF2B5EF4-FFF2-40B4-BE49-F238E27FC236}">
                <a16:creationId xmlns:a16="http://schemas.microsoft.com/office/drawing/2014/main" id="{8C312F31-D189-440E-B4C1-1C2D981EDB4A}"/>
              </a:ext>
            </a:extLst>
          </p:cNvPr>
          <p:cNvCxnSpPr/>
          <p:nvPr/>
        </p:nvCxnSpPr>
        <p:spPr>
          <a:xfrm>
            <a:off x="6631973" y="4520183"/>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19F5BB0-5788-4F3A-9653-FE9DC674B43C}"/>
              </a:ext>
            </a:extLst>
          </p:cNvPr>
          <p:cNvCxnSpPr/>
          <p:nvPr/>
        </p:nvCxnSpPr>
        <p:spPr>
          <a:xfrm>
            <a:off x="8127397" y="4520182"/>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4BA354D-ACE8-43D8-8CAA-F42A4E25C9C0}"/>
              </a:ext>
            </a:extLst>
          </p:cNvPr>
          <p:cNvCxnSpPr/>
          <p:nvPr/>
        </p:nvCxnSpPr>
        <p:spPr>
          <a:xfrm>
            <a:off x="9489566" y="4520181"/>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BFE8B323-7EDE-479C-BA60-A5FBAA637942}"/>
              </a:ext>
            </a:extLst>
          </p:cNvPr>
          <p:cNvSpPr txBox="1"/>
          <p:nvPr/>
        </p:nvSpPr>
        <p:spPr>
          <a:xfrm>
            <a:off x="7197838" y="4448132"/>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a:t>
            </a:r>
          </a:p>
        </p:txBody>
      </p:sp>
      <p:sp>
        <p:nvSpPr>
          <p:cNvPr id="79" name="Rectangle 78">
            <a:extLst>
              <a:ext uri="{FF2B5EF4-FFF2-40B4-BE49-F238E27FC236}">
                <a16:creationId xmlns:a16="http://schemas.microsoft.com/office/drawing/2014/main" id="{20A02F29-D2B2-4EE8-9207-89933281CE6C}"/>
              </a:ext>
            </a:extLst>
          </p:cNvPr>
          <p:cNvSpPr/>
          <p:nvPr/>
        </p:nvSpPr>
        <p:spPr>
          <a:xfrm>
            <a:off x="8400202" y="3386468"/>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RFP Release</a:t>
            </a:r>
          </a:p>
        </p:txBody>
      </p:sp>
      <p:sp>
        <p:nvSpPr>
          <p:cNvPr id="80" name="TextBox 79">
            <a:extLst>
              <a:ext uri="{FF2B5EF4-FFF2-40B4-BE49-F238E27FC236}">
                <a16:creationId xmlns:a16="http://schemas.microsoft.com/office/drawing/2014/main" id="{0BEAF429-F366-4A02-A15A-114981C5A9E6}"/>
              </a:ext>
            </a:extLst>
          </p:cNvPr>
          <p:cNvSpPr txBox="1"/>
          <p:nvPr/>
        </p:nvSpPr>
        <p:spPr>
          <a:xfrm>
            <a:off x="8546433" y="4434681"/>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a:t>
            </a:r>
          </a:p>
        </p:txBody>
      </p:sp>
      <p:sp>
        <p:nvSpPr>
          <p:cNvPr id="81" name="Rectangle 80">
            <a:extLst>
              <a:ext uri="{FF2B5EF4-FFF2-40B4-BE49-F238E27FC236}">
                <a16:creationId xmlns:a16="http://schemas.microsoft.com/office/drawing/2014/main" id="{6AC2E123-1044-40FB-B3A9-79ADD5AC40A3}"/>
              </a:ext>
            </a:extLst>
          </p:cNvPr>
          <p:cNvSpPr/>
          <p:nvPr/>
        </p:nvSpPr>
        <p:spPr>
          <a:xfrm>
            <a:off x="9762371" y="337419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Proposal Received</a:t>
            </a:r>
          </a:p>
        </p:txBody>
      </p:sp>
      <p:sp>
        <p:nvSpPr>
          <p:cNvPr id="82" name="TextBox 81">
            <a:extLst>
              <a:ext uri="{FF2B5EF4-FFF2-40B4-BE49-F238E27FC236}">
                <a16:creationId xmlns:a16="http://schemas.microsoft.com/office/drawing/2014/main" id="{F2113B36-EC9A-40E3-A378-E6DB5AE4AB08}"/>
              </a:ext>
            </a:extLst>
          </p:cNvPr>
          <p:cNvSpPr txBox="1"/>
          <p:nvPr/>
        </p:nvSpPr>
        <p:spPr>
          <a:xfrm>
            <a:off x="9643295" y="4407015"/>
            <a:ext cx="93487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 15 Days</a:t>
            </a:r>
          </a:p>
        </p:txBody>
      </p:sp>
      <p:sp>
        <p:nvSpPr>
          <p:cNvPr id="83" name="Rectangle 82">
            <a:extLst>
              <a:ext uri="{FF2B5EF4-FFF2-40B4-BE49-F238E27FC236}">
                <a16:creationId xmlns:a16="http://schemas.microsoft.com/office/drawing/2014/main" id="{942B6FE6-952E-468B-9F7C-3ACB69FED83F}"/>
              </a:ext>
            </a:extLst>
          </p:cNvPr>
          <p:cNvSpPr/>
          <p:nvPr/>
        </p:nvSpPr>
        <p:spPr>
          <a:xfrm>
            <a:off x="7031448" y="227811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Non-Competitive Approval</a:t>
            </a:r>
          </a:p>
        </p:txBody>
      </p:sp>
      <p:cxnSp>
        <p:nvCxnSpPr>
          <p:cNvPr id="84" name="Connector: Elbow 83">
            <a:extLst>
              <a:ext uri="{FF2B5EF4-FFF2-40B4-BE49-F238E27FC236}">
                <a16:creationId xmlns:a16="http://schemas.microsoft.com/office/drawing/2014/main" id="{B0029A4E-2560-43A7-A419-7BE0473EB5A6}"/>
              </a:ext>
            </a:extLst>
          </p:cNvPr>
          <p:cNvCxnSpPr>
            <a:cxnSpLocks/>
            <a:stCxn id="50" idx="0"/>
            <a:endCxn id="83" idx="1"/>
          </p:cNvCxnSpPr>
          <p:nvPr/>
        </p:nvCxnSpPr>
        <p:spPr>
          <a:xfrm rot="5400000" flipH="1" flipV="1">
            <a:off x="6140165" y="2497159"/>
            <a:ext cx="693380" cy="108918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60AA7F9C-A05A-44B0-94D6-8A368FF04E9C}"/>
              </a:ext>
            </a:extLst>
          </p:cNvPr>
          <p:cNvCxnSpPr>
            <a:stCxn id="83" idx="3"/>
            <a:endCxn id="79" idx="0"/>
          </p:cNvCxnSpPr>
          <p:nvPr/>
        </p:nvCxnSpPr>
        <p:spPr>
          <a:xfrm>
            <a:off x="7778767" y="2695062"/>
            <a:ext cx="995095" cy="69140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BD105207-2472-463E-8D85-235BE553C9A8}"/>
              </a:ext>
            </a:extLst>
          </p:cNvPr>
          <p:cNvSpPr>
            <a:spLocks noChangeAspect="1"/>
          </p:cNvSpPr>
          <p:nvPr/>
        </p:nvSpPr>
        <p:spPr>
          <a:xfrm>
            <a:off x="7275691" y="510227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8" name="Oval 87">
            <a:extLst>
              <a:ext uri="{FF2B5EF4-FFF2-40B4-BE49-F238E27FC236}">
                <a16:creationId xmlns:a16="http://schemas.microsoft.com/office/drawing/2014/main" id="{6C0856FB-A05E-457F-B6A9-CD55723AB67E}"/>
              </a:ext>
            </a:extLst>
          </p:cNvPr>
          <p:cNvSpPr>
            <a:spLocks noChangeAspect="1"/>
          </p:cNvSpPr>
          <p:nvPr/>
        </p:nvSpPr>
        <p:spPr>
          <a:xfrm>
            <a:off x="8682421" y="510227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9" name="Oval 88">
            <a:extLst>
              <a:ext uri="{FF2B5EF4-FFF2-40B4-BE49-F238E27FC236}">
                <a16:creationId xmlns:a16="http://schemas.microsoft.com/office/drawing/2014/main" id="{268B18E7-D4D6-4093-91F6-2E396E5875F9}"/>
              </a:ext>
            </a:extLst>
          </p:cNvPr>
          <p:cNvSpPr>
            <a:spLocks noChangeAspect="1"/>
          </p:cNvSpPr>
          <p:nvPr/>
        </p:nvSpPr>
        <p:spPr>
          <a:xfrm>
            <a:off x="10001557" y="510227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0" name="Oval 89">
            <a:extLst>
              <a:ext uri="{FF2B5EF4-FFF2-40B4-BE49-F238E27FC236}">
                <a16:creationId xmlns:a16="http://schemas.microsoft.com/office/drawing/2014/main" id="{4220B1F5-E6DF-4206-861B-F4C5A20EF4EF}"/>
              </a:ext>
            </a:extLst>
          </p:cNvPr>
          <p:cNvSpPr>
            <a:spLocks noChangeAspect="1"/>
          </p:cNvSpPr>
          <p:nvPr/>
        </p:nvSpPr>
        <p:spPr>
          <a:xfrm>
            <a:off x="10019290" y="633288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6" name="Oval 95">
            <a:extLst>
              <a:ext uri="{FF2B5EF4-FFF2-40B4-BE49-F238E27FC236}">
                <a16:creationId xmlns:a16="http://schemas.microsoft.com/office/drawing/2014/main" id="{381A78C1-3B56-493A-BFD3-50CC84E3E962}"/>
              </a:ext>
            </a:extLst>
          </p:cNvPr>
          <p:cNvSpPr>
            <a:spLocks noChangeAspect="1"/>
          </p:cNvSpPr>
          <p:nvPr/>
        </p:nvSpPr>
        <p:spPr>
          <a:xfrm>
            <a:off x="7164799" y="5628502"/>
            <a:ext cx="182880" cy="1828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7" name="Oval 96">
            <a:extLst>
              <a:ext uri="{FF2B5EF4-FFF2-40B4-BE49-F238E27FC236}">
                <a16:creationId xmlns:a16="http://schemas.microsoft.com/office/drawing/2014/main" id="{74593651-12CC-4666-B5DD-12E794F3B0C5}"/>
              </a:ext>
            </a:extLst>
          </p:cNvPr>
          <p:cNvSpPr>
            <a:spLocks noChangeAspect="1"/>
          </p:cNvSpPr>
          <p:nvPr/>
        </p:nvSpPr>
        <p:spPr>
          <a:xfrm>
            <a:off x="7381844" y="562660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154C9B8C-54E4-41D2-A710-C88E985FF9A5}"/>
              </a:ext>
            </a:extLst>
          </p:cNvPr>
          <p:cNvSpPr/>
          <p:nvPr/>
        </p:nvSpPr>
        <p:spPr>
          <a:xfrm>
            <a:off x="11065374" y="3383887"/>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rgbClr val="FFFFFF"/>
                </a:solidFill>
                <a:effectLst/>
                <a:uLnTx/>
                <a:uFillTx/>
                <a:latin typeface="Arial"/>
                <a:ea typeface="+mn-ea"/>
                <a:cs typeface="+mn-cs"/>
              </a:rPr>
              <a:t>Eng</a:t>
            </a:r>
            <a:r>
              <a:rPr kumimoji="0" lang="en-US" sz="900" b="0" i="0" u="none" strike="noStrike" kern="1200" cap="none" spc="0" normalizeH="0" baseline="0" noProof="0" dirty="0">
                <a:ln>
                  <a:noFill/>
                </a:ln>
                <a:solidFill>
                  <a:srgbClr val="FFFFFF"/>
                </a:solidFill>
                <a:effectLst/>
                <a:uLnTx/>
                <a:uFillTx/>
                <a:latin typeface="Arial"/>
                <a:ea typeface="+mn-ea"/>
                <a:cs typeface="+mn-cs"/>
              </a:rPr>
              <a:t> Finance Proposal Eval Complete</a:t>
            </a:r>
          </a:p>
        </p:txBody>
      </p:sp>
      <p:sp>
        <p:nvSpPr>
          <p:cNvPr id="62" name="TextBox 61">
            <a:extLst>
              <a:ext uri="{FF2B5EF4-FFF2-40B4-BE49-F238E27FC236}">
                <a16:creationId xmlns:a16="http://schemas.microsoft.com/office/drawing/2014/main" id="{B5639593-58CD-4ACF-8F12-62F04128047D}"/>
              </a:ext>
            </a:extLst>
          </p:cNvPr>
          <p:cNvSpPr txBox="1"/>
          <p:nvPr/>
        </p:nvSpPr>
        <p:spPr>
          <a:xfrm>
            <a:off x="11218460" y="4423990"/>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5</a:t>
            </a:r>
          </a:p>
        </p:txBody>
      </p:sp>
      <p:sp>
        <p:nvSpPr>
          <p:cNvPr id="63" name="Oval 62">
            <a:extLst>
              <a:ext uri="{FF2B5EF4-FFF2-40B4-BE49-F238E27FC236}">
                <a16:creationId xmlns:a16="http://schemas.microsoft.com/office/drawing/2014/main" id="{9B899EF0-4E63-46E1-BEBF-3E702A5D2E62}"/>
              </a:ext>
            </a:extLst>
          </p:cNvPr>
          <p:cNvSpPr>
            <a:spLocks noChangeAspect="1"/>
          </p:cNvSpPr>
          <p:nvPr/>
        </p:nvSpPr>
        <p:spPr>
          <a:xfrm>
            <a:off x="11329667" y="563827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8" name="Oval 97">
            <a:extLst>
              <a:ext uri="{FF2B5EF4-FFF2-40B4-BE49-F238E27FC236}">
                <a16:creationId xmlns:a16="http://schemas.microsoft.com/office/drawing/2014/main" id="{13065BAB-0414-4A67-8783-E3A2187AB8B8}"/>
              </a:ext>
            </a:extLst>
          </p:cNvPr>
          <p:cNvSpPr>
            <a:spLocks noChangeAspect="1"/>
          </p:cNvSpPr>
          <p:nvPr/>
        </p:nvSpPr>
        <p:spPr>
          <a:xfrm>
            <a:off x="11332273" y="587573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9" name="Oval 98">
            <a:extLst>
              <a:ext uri="{FF2B5EF4-FFF2-40B4-BE49-F238E27FC236}">
                <a16:creationId xmlns:a16="http://schemas.microsoft.com/office/drawing/2014/main" id="{24996E6F-C15C-489E-9F3D-902C4A91B6D4}"/>
              </a:ext>
            </a:extLst>
          </p:cNvPr>
          <p:cNvSpPr>
            <a:spLocks noChangeAspect="1"/>
          </p:cNvSpPr>
          <p:nvPr/>
        </p:nvSpPr>
        <p:spPr>
          <a:xfrm>
            <a:off x="11316204" y="513146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cxnSp>
        <p:nvCxnSpPr>
          <p:cNvPr id="100" name="Straight Connector 99">
            <a:extLst>
              <a:ext uri="{FF2B5EF4-FFF2-40B4-BE49-F238E27FC236}">
                <a16:creationId xmlns:a16="http://schemas.microsoft.com/office/drawing/2014/main" id="{B817F815-DA46-42AF-9D8A-06257A62810D}"/>
              </a:ext>
            </a:extLst>
          </p:cNvPr>
          <p:cNvCxnSpPr/>
          <p:nvPr/>
        </p:nvCxnSpPr>
        <p:spPr>
          <a:xfrm>
            <a:off x="10826710" y="4503283"/>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F559496F-420B-4A14-80DC-49A7EDB69CFB}"/>
              </a:ext>
            </a:extLst>
          </p:cNvPr>
          <p:cNvSpPr txBox="1"/>
          <p:nvPr/>
        </p:nvSpPr>
        <p:spPr>
          <a:xfrm>
            <a:off x="10445456" y="3623505"/>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5" name="TextBox 64">
            <a:extLst>
              <a:ext uri="{FF2B5EF4-FFF2-40B4-BE49-F238E27FC236}">
                <a16:creationId xmlns:a16="http://schemas.microsoft.com/office/drawing/2014/main" id="{E05132A0-FF1E-44E1-9A6D-C050E545D2EF}"/>
              </a:ext>
            </a:extLst>
          </p:cNvPr>
          <p:cNvSpPr txBox="1"/>
          <p:nvPr/>
        </p:nvSpPr>
        <p:spPr>
          <a:xfrm>
            <a:off x="2505213" y="6511253"/>
            <a:ext cx="100219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Materials Mgt Org</a:t>
            </a:r>
          </a:p>
        </p:txBody>
      </p:sp>
      <p:sp>
        <p:nvSpPr>
          <p:cNvPr id="103" name="TextBox 102">
            <a:extLst>
              <a:ext uri="{FF2B5EF4-FFF2-40B4-BE49-F238E27FC236}">
                <a16:creationId xmlns:a16="http://schemas.microsoft.com/office/drawing/2014/main" id="{B4AAE8E4-5ED0-4366-B043-086CA3D386E6}"/>
              </a:ext>
            </a:extLst>
          </p:cNvPr>
          <p:cNvSpPr txBox="1"/>
          <p:nvPr/>
        </p:nvSpPr>
        <p:spPr>
          <a:xfrm>
            <a:off x="9496817" y="6336192"/>
            <a:ext cx="56297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104" name="Oval 103">
            <a:extLst>
              <a:ext uri="{FF2B5EF4-FFF2-40B4-BE49-F238E27FC236}">
                <a16:creationId xmlns:a16="http://schemas.microsoft.com/office/drawing/2014/main" id="{2BCF7254-EF50-48F5-8A80-3323882B2EEE}"/>
              </a:ext>
            </a:extLst>
          </p:cNvPr>
          <p:cNvSpPr>
            <a:spLocks noChangeAspect="1"/>
          </p:cNvSpPr>
          <p:nvPr/>
        </p:nvSpPr>
        <p:spPr>
          <a:xfrm>
            <a:off x="1762819" y="588601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5" name="Rectangle 104">
            <a:extLst>
              <a:ext uri="{FF2B5EF4-FFF2-40B4-BE49-F238E27FC236}">
                <a16:creationId xmlns:a16="http://schemas.microsoft.com/office/drawing/2014/main" id="{C434A450-5624-4AFB-8099-5504A3C5B9E9}"/>
              </a:ext>
            </a:extLst>
          </p:cNvPr>
          <p:cNvSpPr/>
          <p:nvPr/>
        </p:nvSpPr>
        <p:spPr>
          <a:xfrm>
            <a:off x="1449422" y="3411748"/>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Finance Signoff </a:t>
            </a:r>
          </a:p>
        </p:txBody>
      </p:sp>
      <p:sp>
        <p:nvSpPr>
          <p:cNvPr id="106" name="TextBox 105">
            <a:extLst>
              <a:ext uri="{FF2B5EF4-FFF2-40B4-BE49-F238E27FC236}">
                <a16:creationId xmlns:a16="http://schemas.microsoft.com/office/drawing/2014/main" id="{A473EAAD-23FD-4830-BF20-11279A7589FC}"/>
              </a:ext>
            </a:extLst>
          </p:cNvPr>
          <p:cNvSpPr txBox="1"/>
          <p:nvPr/>
        </p:nvSpPr>
        <p:spPr>
          <a:xfrm>
            <a:off x="1449422" y="4472902"/>
            <a:ext cx="80823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Minutes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77" name="TextBox 76">
            <a:extLst>
              <a:ext uri="{FF2B5EF4-FFF2-40B4-BE49-F238E27FC236}">
                <a16:creationId xmlns:a16="http://schemas.microsoft.com/office/drawing/2014/main" id="{105B5EFE-EA58-4D50-BCB7-417E08FFC025}"/>
              </a:ext>
            </a:extLst>
          </p:cNvPr>
          <p:cNvSpPr txBox="1"/>
          <p:nvPr/>
        </p:nvSpPr>
        <p:spPr>
          <a:xfrm>
            <a:off x="10310963" y="2255507"/>
            <a:ext cx="1763624"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sngStrike" kern="1200" cap="none" spc="0" normalizeH="0" baseline="0" noProof="0" dirty="0">
                <a:ln>
                  <a:noFill/>
                </a:ln>
                <a:solidFill>
                  <a:srgbClr val="000000"/>
                </a:solidFill>
                <a:effectLst/>
                <a:uLnTx/>
                <a:uFillTx/>
                <a:latin typeface="Arial"/>
                <a:ea typeface="+mn-ea"/>
                <a:cs typeface="+mn-cs"/>
              </a:rPr>
              <a:t>30-39 Work Days Minimum </a:t>
            </a:r>
          </a:p>
        </p:txBody>
      </p:sp>
      <p:sp>
        <p:nvSpPr>
          <p:cNvPr id="3" name="Rectangle: Rounded Corners 2">
            <a:extLst>
              <a:ext uri="{FF2B5EF4-FFF2-40B4-BE49-F238E27FC236}">
                <a16:creationId xmlns:a16="http://schemas.microsoft.com/office/drawing/2014/main" id="{94B9C8EC-5F1C-45BB-A23D-888D53CC7BA8}"/>
              </a:ext>
            </a:extLst>
          </p:cNvPr>
          <p:cNvSpPr/>
          <p:nvPr/>
        </p:nvSpPr>
        <p:spPr>
          <a:xfrm>
            <a:off x="9310299" y="2410516"/>
            <a:ext cx="1000664" cy="88766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Questions from supplier may add time</a:t>
            </a:r>
          </a:p>
        </p:txBody>
      </p:sp>
      <p:sp>
        <p:nvSpPr>
          <p:cNvPr id="69" name="TextBox 68">
            <a:extLst>
              <a:ext uri="{FF2B5EF4-FFF2-40B4-BE49-F238E27FC236}">
                <a16:creationId xmlns:a16="http://schemas.microsoft.com/office/drawing/2014/main" id="{381D588D-733C-41E9-94C0-B8EAC4E973BE}"/>
              </a:ext>
            </a:extLst>
          </p:cNvPr>
          <p:cNvSpPr txBox="1"/>
          <p:nvPr/>
        </p:nvSpPr>
        <p:spPr>
          <a:xfrm>
            <a:off x="10397567" y="2519541"/>
            <a:ext cx="1579279"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23 Work Days Minimum </a:t>
            </a:r>
          </a:p>
        </p:txBody>
      </p:sp>
      <p:sp>
        <p:nvSpPr>
          <p:cNvPr id="86" name="Rectangle 85">
            <a:extLst>
              <a:ext uri="{FF2B5EF4-FFF2-40B4-BE49-F238E27FC236}">
                <a16:creationId xmlns:a16="http://schemas.microsoft.com/office/drawing/2014/main" id="{6DD5B836-7617-42EA-B009-5194CC3D70C9}"/>
              </a:ext>
            </a:extLst>
          </p:cNvPr>
          <p:cNvSpPr/>
          <p:nvPr/>
        </p:nvSpPr>
        <p:spPr>
          <a:xfrm>
            <a:off x="1732886" y="1886916"/>
            <a:ext cx="1963460" cy="114722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Other CAPRS Signoffs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Prog </a:t>
            </a:r>
            <a:r>
              <a:rPr kumimoji="0" lang="en-US" sz="90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90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Quality </a:t>
            </a:r>
            <a:r>
              <a:rPr kumimoji="0" lang="en-US" sz="800" b="0" i="0" u="none" strike="noStrike" kern="1200" cap="none" spc="0" normalizeH="0" baseline="0" noProof="0" dirty="0">
                <a:ln>
                  <a:noFill/>
                </a:ln>
                <a:solidFill>
                  <a:srgbClr val="000000"/>
                </a:solidFill>
                <a:effectLst/>
                <a:uLnTx/>
                <a:uFillTx/>
                <a:latin typeface="Arial"/>
                <a:ea typeface="+mn-ea"/>
                <a:cs typeface="+mn-cs"/>
              </a:rPr>
              <a:t>(Standardize via RSI &amp; Commodity </a:t>
            </a:r>
            <a:r>
              <a:rPr kumimoji="0" lang="en-US" sz="800" b="0" i="0" u="none" strike="noStrike" kern="1200" cap="none" spc="0" normalizeH="0" baseline="0" noProof="0" dirty="0" err="1">
                <a:ln>
                  <a:noFill/>
                </a:ln>
                <a:solidFill>
                  <a:srgbClr val="000000"/>
                </a:solidFill>
                <a:effectLst/>
                <a:uLnTx/>
                <a:uFillTx/>
                <a:latin typeface="Arial"/>
                <a:ea typeface="+mn-ea"/>
                <a:cs typeface="+mn-cs"/>
              </a:rPr>
              <a:t>CodesIn</a:t>
            </a:r>
            <a:r>
              <a:rPr kumimoji="0" lang="en-US" sz="800" b="0" i="0" u="none" strike="noStrike" kern="1200" cap="none" spc="0" normalizeH="0" baseline="0" noProof="0" dirty="0">
                <a:ln>
                  <a:noFill/>
                </a:ln>
                <a:solidFill>
                  <a:srgbClr val="000000"/>
                </a:solidFill>
                <a:effectLst/>
                <a:uLnTx/>
                <a:uFillTx/>
                <a:latin typeface="Arial"/>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Buyer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0000"/>
                </a:solidFill>
                <a:effectLst/>
                <a:uLnTx/>
                <a:uFillTx/>
                <a:latin typeface="Arial"/>
                <a:ea typeface="+mn-ea"/>
                <a:cs typeface="+mn-cs"/>
              </a:rPr>
              <a:t>Planner</a:t>
            </a:r>
          </a:p>
        </p:txBody>
      </p:sp>
      <p:sp>
        <p:nvSpPr>
          <p:cNvPr id="91" name="Explosion: 14 Points 90">
            <a:extLst>
              <a:ext uri="{FF2B5EF4-FFF2-40B4-BE49-F238E27FC236}">
                <a16:creationId xmlns:a16="http://schemas.microsoft.com/office/drawing/2014/main" id="{2D7B1281-AE41-4EF0-A8DC-C6AA650A1F23}"/>
              </a:ext>
            </a:extLst>
          </p:cNvPr>
          <p:cNvSpPr/>
          <p:nvPr/>
        </p:nvSpPr>
        <p:spPr>
          <a:xfrm>
            <a:off x="1910737" y="709608"/>
            <a:ext cx="1216325"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Have a signoff event</a:t>
            </a:r>
          </a:p>
        </p:txBody>
      </p:sp>
      <p:sp>
        <p:nvSpPr>
          <p:cNvPr id="92" name="TextBox 91">
            <a:extLst>
              <a:ext uri="{FF2B5EF4-FFF2-40B4-BE49-F238E27FC236}">
                <a16:creationId xmlns:a16="http://schemas.microsoft.com/office/drawing/2014/main" id="{C2EC3E29-85AB-4EB9-8B7B-7B3584145814}"/>
              </a:ext>
            </a:extLst>
          </p:cNvPr>
          <p:cNvSpPr txBox="1"/>
          <p:nvPr/>
        </p:nvSpPr>
        <p:spPr>
          <a:xfrm>
            <a:off x="119205" y="859481"/>
            <a:ext cx="1467068" cy="369332"/>
          </a:xfrm>
          <a:prstGeom prst="rect">
            <a:avLst/>
          </a:prstGeom>
          <a:noFill/>
        </p:spPr>
        <p:txBody>
          <a:bodyPr wrap="none" rtlCol="0">
            <a:spAutoFit/>
          </a:bodyPr>
          <a:lstStyle/>
          <a:p>
            <a:r>
              <a:rPr lang="en-US" b="1" dirty="0">
                <a:solidFill>
                  <a:srgbClr val="0000FF"/>
                </a:solidFill>
              </a:rPr>
              <a:t>PROJECT 2</a:t>
            </a:r>
          </a:p>
        </p:txBody>
      </p:sp>
      <p:sp>
        <p:nvSpPr>
          <p:cNvPr id="93" name="TextBox 92">
            <a:extLst>
              <a:ext uri="{FF2B5EF4-FFF2-40B4-BE49-F238E27FC236}">
                <a16:creationId xmlns:a16="http://schemas.microsoft.com/office/drawing/2014/main" id="{891A8448-0BFB-4811-A335-75CD0566C860}"/>
              </a:ext>
            </a:extLst>
          </p:cNvPr>
          <p:cNvSpPr txBox="1"/>
          <p:nvPr/>
        </p:nvSpPr>
        <p:spPr>
          <a:xfrm>
            <a:off x="0" y="6569018"/>
            <a:ext cx="476412" cy="261610"/>
          </a:xfrm>
          <a:prstGeom prst="rect">
            <a:avLst/>
          </a:prstGeom>
          <a:noFill/>
        </p:spPr>
        <p:txBody>
          <a:bodyPr wrap="none" rtlCol="0">
            <a:spAutoFit/>
          </a:bodyPr>
          <a:lstStyle/>
          <a:p>
            <a:r>
              <a:rPr lang="en-US" sz="1050" dirty="0"/>
              <a:t>SRE</a:t>
            </a:r>
            <a:endParaRPr lang="en-US" dirty="0"/>
          </a:p>
        </p:txBody>
      </p:sp>
      <p:sp>
        <p:nvSpPr>
          <p:cNvPr id="94" name="Rectangle 93">
            <a:extLst>
              <a:ext uri="{FF2B5EF4-FFF2-40B4-BE49-F238E27FC236}">
                <a16:creationId xmlns:a16="http://schemas.microsoft.com/office/drawing/2014/main" id="{5E001858-034A-42A4-9DC4-67F46016E0CF}"/>
              </a:ext>
            </a:extLst>
          </p:cNvPr>
          <p:cNvSpPr/>
          <p:nvPr/>
        </p:nvSpPr>
        <p:spPr>
          <a:xfrm>
            <a:off x="5451861" y="1279898"/>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Pull PR from </a:t>
            </a:r>
            <a:r>
              <a:rPr lang="en-US" sz="900" dirty="0">
                <a:solidFill>
                  <a:srgbClr val="FFFFFF"/>
                </a:solidFill>
                <a:latin typeface="Arial"/>
              </a:rPr>
              <a:t>N</a:t>
            </a:r>
            <a:r>
              <a:rPr kumimoji="0" lang="en-US" sz="900" b="0" i="0" u="none" strike="noStrike" kern="1200" cap="none" spc="0" normalizeH="0" baseline="0" noProof="0" dirty="0">
                <a:ln>
                  <a:noFill/>
                </a:ln>
                <a:solidFill>
                  <a:srgbClr val="FFFFFF"/>
                </a:solidFill>
                <a:effectLst/>
                <a:uLnTx/>
                <a:uFillTx/>
                <a:latin typeface="Arial"/>
                <a:ea typeface="+mn-ea"/>
                <a:cs typeface="+mn-cs"/>
              </a:rPr>
              <a:t>WP Queue (CAPRS)</a:t>
            </a:r>
          </a:p>
        </p:txBody>
      </p:sp>
    </p:spTree>
    <p:extLst>
      <p:ext uri="{BB962C8B-B14F-4D97-AF65-F5344CB8AC3E}">
        <p14:creationId xmlns:p14="http://schemas.microsoft.com/office/powerpoint/2010/main" val="1559891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C90-CAF1-42DE-9205-7DEDADF021CD}"/>
              </a:ext>
            </a:extLst>
          </p:cNvPr>
          <p:cNvSpPr>
            <a:spLocks noGrp="1"/>
          </p:cNvSpPr>
          <p:nvPr>
            <p:ph type="title"/>
          </p:nvPr>
        </p:nvSpPr>
        <p:spPr/>
        <p:txBody>
          <a:bodyPr/>
          <a:lstStyle/>
          <a:p>
            <a:r>
              <a:rPr lang="en-US" dirty="0"/>
              <a:t>VSM Map Future State:  Non COTS Lab Procurements</a:t>
            </a:r>
          </a:p>
        </p:txBody>
      </p:sp>
      <p:sp>
        <p:nvSpPr>
          <p:cNvPr id="14" name="Rectangle: Rounded Corners 13">
            <a:extLst>
              <a:ext uri="{FF2B5EF4-FFF2-40B4-BE49-F238E27FC236}">
                <a16:creationId xmlns:a16="http://schemas.microsoft.com/office/drawing/2014/main" id="{9E80EEDA-28C0-44D2-9321-141457BA08FF}"/>
              </a:ext>
            </a:extLst>
          </p:cNvPr>
          <p:cNvSpPr/>
          <p:nvPr/>
        </p:nvSpPr>
        <p:spPr>
          <a:xfrm rot="1296490">
            <a:off x="10609582" y="488219"/>
            <a:ext cx="1742536" cy="453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DRAFT</a:t>
            </a:r>
          </a:p>
        </p:txBody>
      </p:sp>
      <p:sp>
        <p:nvSpPr>
          <p:cNvPr id="16" name="TextBox 15">
            <a:extLst>
              <a:ext uri="{FF2B5EF4-FFF2-40B4-BE49-F238E27FC236}">
                <a16:creationId xmlns:a16="http://schemas.microsoft.com/office/drawing/2014/main" id="{DA2E9D79-9786-4B1A-8FB8-09326B3A92A8}"/>
              </a:ext>
            </a:extLst>
          </p:cNvPr>
          <p:cNvSpPr txBox="1"/>
          <p:nvPr/>
        </p:nvSpPr>
        <p:spPr>
          <a:xfrm>
            <a:off x="-17977" y="3876740"/>
            <a:ext cx="11095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Task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Total Duration:</a:t>
            </a:r>
          </a:p>
        </p:txBody>
      </p:sp>
      <p:cxnSp>
        <p:nvCxnSpPr>
          <p:cNvPr id="19" name="Straight Connector 18">
            <a:extLst>
              <a:ext uri="{FF2B5EF4-FFF2-40B4-BE49-F238E27FC236}">
                <a16:creationId xmlns:a16="http://schemas.microsoft.com/office/drawing/2014/main" id="{009DB1AD-F045-4E43-AF32-D6CFE4FD3DF5}"/>
              </a:ext>
            </a:extLst>
          </p:cNvPr>
          <p:cNvCxnSpPr/>
          <p:nvPr/>
        </p:nvCxnSpPr>
        <p:spPr>
          <a:xfrm>
            <a:off x="60385" y="4813540"/>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69FA31-BDF8-4D3C-BEA1-4053EE731045}"/>
              </a:ext>
            </a:extLst>
          </p:cNvPr>
          <p:cNvCxnSpPr/>
          <p:nvPr/>
        </p:nvCxnSpPr>
        <p:spPr>
          <a:xfrm>
            <a:off x="60385" y="5069454"/>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AECD06-D3C9-454B-88B7-E03AB405966B}"/>
              </a:ext>
            </a:extLst>
          </p:cNvPr>
          <p:cNvCxnSpPr/>
          <p:nvPr/>
        </p:nvCxnSpPr>
        <p:spPr>
          <a:xfrm>
            <a:off x="60385" y="5310994"/>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5C7842-2A78-4CC3-85E3-E7B58A9A16E4}"/>
              </a:ext>
            </a:extLst>
          </p:cNvPr>
          <p:cNvCxnSpPr/>
          <p:nvPr/>
        </p:nvCxnSpPr>
        <p:spPr>
          <a:xfrm>
            <a:off x="60385" y="5543909"/>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984967-2487-4244-98D6-A671999BF787}"/>
              </a:ext>
            </a:extLst>
          </p:cNvPr>
          <p:cNvCxnSpPr/>
          <p:nvPr/>
        </p:nvCxnSpPr>
        <p:spPr>
          <a:xfrm>
            <a:off x="60385" y="5776822"/>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A1A73D-40FC-43E5-AE89-E76996A6A522}"/>
              </a:ext>
            </a:extLst>
          </p:cNvPr>
          <p:cNvCxnSpPr/>
          <p:nvPr/>
        </p:nvCxnSpPr>
        <p:spPr>
          <a:xfrm>
            <a:off x="60385" y="6018362"/>
            <a:ext cx="11800936"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6FA7791-822E-43B7-A6B5-7EB77020DB65}"/>
              </a:ext>
            </a:extLst>
          </p:cNvPr>
          <p:cNvSpPr txBox="1"/>
          <p:nvPr/>
        </p:nvSpPr>
        <p:spPr>
          <a:xfrm>
            <a:off x="713621" y="3093231"/>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9" name="Straight Connector 48">
            <a:extLst>
              <a:ext uri="{FF2B5EF4-FFF2-40B4-BE49-F238E27FC236}">
                <a16:creationId xmlns:a16="http://schemas.microsoft.com/office/drawing/2014/main" id="{772AF93E-FA2B-4F8F-871D-D52838B5F07A}"/>
              </a:ext>
            </a:extLst>
          </p:cNvPr>
          <p:cNvCxnSpPr/>
          <p:nvPr/>
        </p:nvCxnSpPr>
        <p:spPr>
          <a:xfrm>
            <a:off x="5179632" y="3949092"/>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73B9311-B04B-4A3A-9364-36C2A833581D}"/>
              </a:ext>
            </a:extLst>
          </p:cNvPr>
          <p:cNvCxnSpPr/>
          <p:nvPr/>
        </p:nvCxnSpPr>
        <p:spPr>
          <a:xfrm>
            <a:off x="2436586" y="3969805"/>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2D66B0FC-B1FD-4436-AA4E-40A50B6F4D04}"/>
              </a:ext>
            </a:extLst>
          </p:cNvPr>
          <p:cNvSpPr/>
          <p:nvPr/>
        </p:nvSpPr>
        <p:spPr>
          <a:xfrm>
            <a:off x="1393451" y="2841581"/>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Supplier Down-select</a:t>
            </a:r>
          </a:p>
        </p:txBody>
      </p:sp>
      <p:sp>
        <p:nvSpPr>
          <p:cNvPr id="56" name="TextBox 55">
            <a:extLst>
              <a:ext uri="{FF2B5EF4-FFF2-40B4-BE49-F238E27FC236}">
                <a16:creationId xmlns:a16="http://schemas.microsoft.com/office/drawing/2014/main" id="{0F775C19-47C4-4ADA-BD76-08EB16AFB046}"/>
              </a:ext>
            </a:extLst>
          </p:cNvPr>
          <p:cNvSpPr txBox="1"/>
          <p:nvPr/>
        </p:nvSpPr>
        <p:spPr>
          <a:xfrm>
            <a:off x="1546537" y="3881684"/>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a:t>
            </a:r>
          </a:p>
        </p:txBody>
      </p:sp>
      <p:sp>
        <p:nvSpPr>
          <p:cNvPr id="57" name="TextBox 56">
            <a:extLst>
              <a:ext uri="{FF2B5EF4-FFF2-40B4-BE49-F238E27FC236}">
                <a16:creationId xmlns:a16="http://schemas.microsoft.com/office/drawing/2014/main" id="{E5397447-5E45-4ED0-B9CB-9AC4A173774E}"/>
              </a:ext>
            </a:extLst>
          </p:cNvPr>
          <p:cNvSpPr txBox="1"/>
          <p:nvPr/>
        </p:nvSpPr>
        <p:spPr>
          <a:xfrm>
            <a:off x="2081754" y="3100967"/>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58" name="Rectangle 57">
            <a:extLst>
              <a:ext uri="{FF2B5EF4-FFF2-40B4-BE49-F238E27FC236}">
                <a16:creationId xmlns:a16="http://schemas.microsoft.com/office/drawing/2014/main" id="{A230722E-1CE0-4C88-9D5A-821E27AE74D0}"/>
              </a:ext>
            </a:extLst>
          </p:cNvPr>
          <p:cNvSpPr/>
          <p:nvPr/>
        </p:nvSpPr>
        <p:spPr>
          <a:xfrm>
            <a:off x="2761584" y="2849317"/>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rgbClr val="FFFFFF"/>
                </a:solidFill>
                <a:effectLst/>
                <a:uLnTx/>
                <a:uFillTx/>
                <a:latin typeface="Arial"/>
                <a:ea typeface="+mn-ea"/>
                <a:cs typeface="+mn-cs"/>
              </a:rPr>
              <a:t>Negotiat</a:t>
            </a:r>
            <a:r>
              <a:rPr kumimoji="0" lang="en-US" sz="900" b="0" i="0" u="none" strike="noStrike" kern="1200" cap="none" spc="0" normalizeH="0" baseline="0" noProof="0" dirty="0">
                <a:ln>
                  <a:noFill/>
                </a:ln>
                <a:solidFill>
                  <a:srgbClr val="FFFFFF"/>
                </a:solidFill>
                <a:effectLst/>
                <a:uLnTx/>
                <a:uFillTx/>
                <a:latin typeface="Arial"/>
                <a:ea typeface="+mn-ea"/>
                <a:cs typeface="+mn-cs"/>
              </a:rPr>
              <a:t>-ions Complete</a:t>
            </a:r>
          </a:p>
        </p:txBody>
      </p:sp>
      <p:sp>
        <p:nvSpPr>
          <p:cNvPr id="59" name="TextBox 58">
            <a:extLst>
              <a:ext uri="{FF2B5EF4-FFF2-40B4-BE49-F238E27FC236}">
                <a16:creationId xmlns:a16="http://schemas.microsoft.com/office/drawing/2014/main" id="{9101460B-8BB2-41CB-98A3-1A6FDB314C88}"/>
              </a:ext>
            </a:extLst>
          </p:cNvPr>
          <p:cNvSpPr txBox="1"/>
          <p:nvPr/>
        </p:nvSpPr>
        <p:spPr>
          <a:xfrm>
            <a:off x="2727119" y="3889420"/>
            <a:ext cx="81624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5 – N Days</a:t>
            </a:r>
          </a:p>
        </p:txBody>
      </p:sp>
      <p:cxnSp>
        <p:nvCxnSpPr>
          <p:cNvPr id="60" name="Straight Connector 59">
            <a:extLst>
              <a:ext uri="{FF2B5EF4-FFF2-40B4-BE49-F238E27FC236}">
                <a16:creationId xmlns:a16="http://schemas.microsoft.com/office/drawing/2014/main" id="{054746AC-F315-49CB-82AC-C80427EB7C1F}"/>
              </a:ext>
            </a:extLst>
          </p:cNvPr>
          <p:cNvCxnSpPr/>
          <p:nvPr/>
        </p:nvCxnSpPr>
        <p:spPr>
          <a:xfrm>
            <a:off x="3805457" y="3977314"/>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8A09E1AF-77B2-4A97-A1AE-D34429753F2E}"/>
              </a:ext>
            </a:extLst>
          </p:cNvPr>
          <p:cNvSpPr txBox="1"/>
          <p:nvPr/>
        </p:nvSpPr>
        <p:spPr>
          <a:xfrm>
            <a:off x="3450625" y="310784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2" name="Rectangle 61">
            <a:extLst>
              <a:ext uri="{FF2B5EF4-FFF2-40B4-BE49-F238E27FC236}">
                <a16:creationId xmlns:a16="http://schemas.microsoft.com/office/drawing/2014/main" id="{8188A4BB-9518-4B90-A649-149C7E7E0B38}"/>
              </a:ext>
            </a:extLst>
          </p:cNvPr>
          <p:cNvSpPr/>
          <p:nvPr/>
        </p:nvSpPr>
        <p:spPr>
          <a:xfrm>
            <a:off x="4130455" y="285619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Document Procure-</a:t>
            </a:r>
            <a:r>
              <a:rPr kumimoji="0" lang="en-US" sz="900" b="0" i="0" u="none" strike="noStrike" kern="1200" cap="none" spc="0" normalizeH="0" baseline="0" noProof="0" dirty="0" err="1">
                <a:ln>
                  <a:noFill/>
                </a:ln>
                <a:solidFill>
                  <a:srgbClr val="FFFFFF"/>
                </a:solidFill>
                <a:effectLst/>
                <a:uLnTx/>
                <a:uFillTx/>
                <a:latin typeface="Arial"/>
                <a:ea typeface="+mn-ea"/>
                <a:cs typeface="+mn-cs"/>
              </a:rPr>
              <a:t>ment</a:t>
            </a:r>
            <a:r>
              <a:rPr kumimoji="0" lang="en-US" sz="900" b="0" i="0" u="none" strike="noStrike" kern="1200" cap="none" spc="0" normalizeH="0" baseline="0" noProof="0" dirty="0">
                <a:ln>
                  <a:noFill/>
                </a:ln>
                <a:solidFill>
                  <a:srgbClr val="FFFFFF"/>
                </a:solidFill>
                <a:effectLst/>
                <a:uLnTx/>
                <a:uFillTx/>
                <a:latin typeface="Arial"/>
                <a:ea typeface="+mn-ea"/>
                <a:cs typeface="+mn-cs"/>
              </a:rPr>
              <a:t> Decision</a:t>
            </a:r>
          </a:p>
        </p:txBody>
      </p:sp>
      <p:sp>
        <p:nvSpPr>
          <p:cNvPr id="63" name="TextBox 62">
            <a:extLst>
              <a:ext uri="{FF2B5EF4-FFF2-40B4-BE49-F238E27FC236}">
                <a16:creationId xmlns:a16="http://schemas.microsoft.com/office/drawing/2014/main" id="{8AAE050E-EABD-495A-8ECC-8F89C75FE744}"/>
              </a:ext>
            </a:extLst>
          </p:cNvPr>
          <p:cNvSpPr txBox="1"/>
          <p:nvPr/>
        </p:nvSpPr>
        <p:spPr>
          <a:xfrm>
            <a:off x="4107212" y="3896296"/>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5 Days</a:t>
            </a:r>
          </a:p>
        </p:txBody>
      </p:sp>
      <p:sp>
        <p:nvSpPr>
          <p:cNvPr id="64" name="TextBox 63">
            <a:extLst>
              <a:ext uri="{FF2B5EF4-FFF2-40B4-BE49-F238E27FC236}">
                <a16:creationId xmlns:a16="http://schemas.microsoft.com/office/drawing/2014/main" id="{AB1FD641-E208-4580-A7B4-13CBD9A32FDC}"/>
              </a:ext>
            </a:extLst>
          </p:cNvPr>
          <p:cNvSpPr txBox="1"/>
          <p:nvPr/>
        </p:nvSpPr>
        <p:spPr>
          <a:xfrm>
            <a:off x="4869428" y="310757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7" name="Rectangle 66">
            <a:extLst>
              <a:ext uri="{FF2B5EF4-FFF2-40B4-BE49-F238E27FC236}">
                <a16:creationId xmlns:a16="http://schemas.microsoft.com/office/drawing/2014/main" id="{A409F4D4-1423-47DF-8538-080B6D45BCE5}"/>
              </a:ext>
            </a:extLst>
          </p:cNvPr>
          <p:cNvSpPr/>
          <p:nvPr/>
        </p:nvSpPr>
        <p:spPr>
          <a:xfrm>
            <a:off x="3213" y="4587719"/>
            <a:ext cx="1109599" cy="1446550"/>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SBM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err="1">
                <a:ln>
                  <a:noFill/>
                </a:ln>
                <a:solidFill>
                  <a:srgbClr val="000000"/>
                </a:solidFill>
                <a:effectLst/>
                <a:uLnTx/>
                <a:uFillTx/>
                <a:latin typeface="Arial"/>
                <a:ea typeface="+mn-ea"/>
                <a:cs typeface="+mn-cs"/>
              </a:rPr>
              <a:t>Eng</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Finance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Prog </a:t>
            </a:r>
            <a:r>
              <a:rPr kumimoji="0" lang="en-US" sz="105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Other</a:t>
            </a:r>
          </a:p>
        </p:txBody>
      </p:sp>
      <p:sp>
        <p:nvSpPr>
          <p:cNvPr id="75" name="Oval 74">
            <a:extLst>
              <a:ext uri="{FF2B5EF4-FFF2-40B4-BE49-F238E27FC236}">
                <a16:creationId xmlns:a16="http://schemas.microsoft.com/office/drawing/2014/main" id="{FEBEDD58-6350-4CF0-AF5A-486E1C6BA51A}"/>
              </a:ext>
            </a:extLst>
          </p:cNvPr>
          <p:cNvSpPr>
            <a:spLocks noChangeAspect="1"/>
          </p:cNvSpPr>
          <p:nvPr/>
        </p:nvSpPr>
        <p:spPr>
          <a:xfrm>
            <a:off x="1695873" y="457200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6" name="Oval 75">
            <a:extLst>
              <a:ext uri="{FF2B5EF4-FFF2-40B4-BE49-F238E27FC236}">
                <a16:creationId xmlns:a16="http://schemas.microsoft.com/office/drawing/2014/main" id="{31092895-0649-4279-A696-35E9A5E708A4}"/>
              </a:ext>
            </a:extLst>
          </p:cNvPr>
          <p:cNvSpPr>
            <a:spLocks noChangeAspect="1"/>
          </p:cNvSpPr>
          <p:nvPr/>
        </p:nvSpPr>
        <p:spPr>
          <a:xfrm>
            <a:off x="1695873" y="510232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7" name="Oval 76">
            <a:extLst>
              <a:ext uri="{FF2B5EF4-FFF2-40B4-BE49-F238E27FC236}">
                <a16:creationId xmlns:a16="http://schemas.microsoft.com/office/drawing/2014/main" id="{C65B89E6-45D2-4C55-9D8C-B4062F5FC826}"/>
              </a:ext>
            </a:extLst>
          </p:cNvPr>
          <p:cNvSpPr>
            <a:spLocks noChangeAspect="1"/>
          </p:cNvSpPr>
          <p:nvPr/>
        </p:nvSpPr>
        <p:spPr>
          <a:xfrm>
            <a:off x="3019008" y="457200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3" name="Oval 82">
            <a:extLst>
              <a:ext uri="{FF2B5EF4-FFF2-40B4-BE49-F238E27FC236}">
                <a16:creationId xmlns:a16="http://schemas.microsoft.com/office/drawing/2014/main" id="{54BBEE8D-55B0-4509-BE67-FD09F4F99808}"/>
              </a:ext>
            </a:extLst>
          </p:cNvPr>
          <p:cNvSpPr>
            <a:spLocks noChangeAspect="1"/>
          </p:cNvSpPr>
          <p:nvPr/>
        </p:nvSpPr>
        <p:spPr>
          <a:xfrm>
            <a:off x="4409027" y="457200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7" name="Rectangle 86">
            <a:extLst>
              <a:ext uri="{FF2B5EF4-FFF2-40B4-BE49-F238E27FC236}">
                <a16:creationId xmlns:a16="http://schemas.microsoft.com/office/drawing/2014/main" id="{6B421EEE-8C43-46D4-9057-6D8ECB5825D6}"/>
              </a:ext>
            </a:extLst>
          </p:cNvPr>
          <p:cNvSpPr/>
          <p:nvPr/>
        </p:nvSpPr>
        <p:spPr>
          <a:xfrm>
            <a:off x="8372939" y="2850233"/>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Systems Integrity Review &amp; Approval</a:t>
            </a:r>
          </a:p>
        </p:txBody>
      </p:sp>
      <p:sp>
        <p:nvSpPr>
          <p:cNvPr id="88" name="Rectangle 87">
            <a:extLst>
              <a:ext uri="{FF2B5EF4-FFF2-40B4-BE49-F238E27FC236}">
                <a16:creationId xmlns:a16="http://schemas.microsoft.com/office/drawing/2014/main" id="{6CA75520-4DFC-41B7-9E65-2235EDCAEAB5}"/>
              </a:ext>
            </a:extLst>
          </p:cNvPr>
          <p:cNvSpPr/>
          <p:nvPr/>
        </p:nvSpPr>
        <p:spPr>
          <a:xfrm>
            <a:off x="9764457" y="2847608"/>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Contract Award / PO Release</a:t>
            </a:r>
          </a:p>
        </p:txBody>
      </p:sp>
      <p:sp>
        <p:nvSpPr>
          <p:cNvPr id="89" name="TextBox 88">
            <a:extLst>
              <a:ext uri="{FF2B5EF4-FFF2-40B4-BE49-F238E27FC236}">
                <a16:creationId xmlns:a16="http://schemas.microsoft.com/office/drawing/2014/main" id="{D3D27756-F0B6-4D61-A90A-5AD132E34BC1}"/>
              </a:ext>
            </a:extLst>
          </p:cNvPr>
          <p:cNvSpPr txBox="1"/>
          <p:nvPr/>
        </p:nvSpPr>
        <p:spPr>
          <a:xfrm>
            <a:off x="9094472" y="309816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90" name="Straight Connector 89">
            <a:extLst>
              <a:ext uri="{FF2B5EF4-FFF2-40B4-BE49-F238E27FC236}">
                <a16:creationId xmlns:a16="http://schemas.microsoft.com/office/drawing/2014/main" id="{6CBF2672-199C-4FC6-8C52-BA8AFDA7BAE6}"/>
              </a:ext>
            </a:extLst>
          </p:cNvPr>
          <p:cNvCxnSpPr/>
          <p:nvPr/>
        </p:nvCxnSpPr>
        <p:spPr>
          <a:xfrm>
            <a:off x="6595143" y="3961372"/>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0A06D65-7BC1-40FA-92A2-E0C004BE0CC2}"/>
              </a:ext>
            </a:extLst>
          </p:cNvPr>
          <p:cNvCxnSpPr/>
          <p:nvPr/>
        </p:nvCxnSpPr>
        <p:spPr>
          <a:xfrm>
            <a:off x="8090567" y="3961371"/>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F81B359-82B8-4914-93BD-07243992EE8A}"/>
              </a:ext>
            </a:extLst>
          </p:cNvPr>
          <p:cNvCxnSpPr/>
          <p:nvPr/>
        </p:nvCxnSpPr>
        <p:spPr>
          <a:xfrm>
            <a:off x="9452736" y="3961370"/>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A8CC835-435E-4D11-A29A-4E1114F527A2}"/>
              </a:ext>
            </a:extLst>
          </p:cNvPr>
          <p:cNvSpPr txBox="1"/>
          <p:nvPr/>
        </p:nvSpPr>
        <p:spPr>
          <a:xfrm>
            <a:off x="8309140" y="3902029"/>
            <a:ext cx="86433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5 – 10 Days</a:t>
            </a:r>
          </a:p>
        </p:txBody>
      </p:sp>
      <p:sp>
        <p:nvSpPr>
          <p:cNvPr id="94" name="TextBox 93">
            <a:extLst>
              <a:ext uri="{FF2B5EF4-FFF2-40B4-BE49-F238E27FC236}">
                <a16:creationId xmlns:a16="http://schemas.microsoft.com/office/drawing/2014/main" id="{13812503-A7FD-498C-BD85-07BB87505126}"/>
              </a:ext>
            </a:extLst>
          </p:cNvPr>
          <p:cNvSpPr txBox="1"/>
          <p:nvPr/>
        </p:nvSpPr>
        <p:spPr>
          <a:xfrm>
            <a:off x="9930847" y="3917857"/>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a:t>
            </a:r>
          </a:p>
        </p:txBody>
      </p:sp>
      <p:sp>
        <p:nvSpPr>
          <p:cNvPr id="95" name="Rectangle 94">
            <a:extLst>
              <a:ext uri="{FF2B5EF4-FFF2-40B4-BE49-F238E27FC236}">
                <a16:creationId xmlns:a16="http://schemas.microsoft.com/office/drawing/2014/main" id="{1EAD7C0A-BF7F-4BFA-B86D-E13320AD8C6A}"/>
              </a:ext>
            </a:extLst>
          </p:cNvPr>
          <p:cNvSpPr/>
          <p:nvPr/>
        </p:nvSpPr>
        <p:spPr>
          <a:xfrm>
            <a:off x="5551097" y="2847224"/>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Peer Review</a:t>
            </a:r>
          </a:p>
        </p:txBody>
      </p:sp>
      <p:sp>
        <p:nvSpPr>
          <p:cNvPr id="96" name="Rectangle 95">
            <a:extLst>
              <a:ext uri="{FF2B5EF4-FFF2-40B4-BE49-F238E27FC236}">
                <a16:creationId xmlns:a16="http://schemas.microsoft.com/office/drawing/2014/main" id="{BE931B32-9575-4A9D-947F-2EAEE1A72F8B}"/>
              </a:ext>
            </a:extLst>
          </p:cNvPr>
          <p:cNvSpPr/>
          <p:nvPr/>
        </p:nvSpPr>
        <p:spPr>
          <a:xfrm>
            <a:off x="7048508" y="2856192"/>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Manager Review</a:t>
            </a:r>
          </a:p>
        </p:txBody>
      </p:sp>
      <p:sp>
        <p:nvSpPr>
          <p:cNvPr id="97" name="TextBox 96">
            <a:extLst>
              <a:ext uri="{FF2B5EF4-FFF2-40B4-BE49-F238E27FC236}">
                <a16:creationId xmlns:a16="http://schemas.microsoft.com/office/drawing/2014/main" id="{B7850F1A-57AF-4B12-BD81-385226C1D1F2}"/>
              </a:ext>
            </a:extLst>
          </p:cNvPr>
          <p:cNvSpPr txBox="1"/>
          <p:nvPr/>
        </p:nvSpPr>
        <p:spPr>
          <a:xfrm>
            <a:off x="7739915" y="309426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98" name="TextBox 97">
            <a:extLst>
              <a:ext uri="{FF2B5EF4-FFF2-40B4-BE49-F238E27FC236}">
                <a16:creationId xmlns:a16="http://schemas.microsoft.com/office/drawing/2014/main" id="{9FBF7AA9-76C1-4C58-AADB-B035CA08D9DD}"/>
              </a:ext>
            </a:extLst>
          </p:cNvPr>
          <p:cNvSpPr txBox="1"/>
          <p:nvPr/>
        </p:nvSpPr>
        <p:spPr>
          <a:xfrm>
            <a:off x="6994111" y="3905443"/>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2 Days</a:t>
            </a:r>
          </a:p>
        </p:txBody>
      </p:sp>
      <p:sp>
        <p:nvSpPr>
          <p:cNvPr id="99" name="TextBox 98">
            <a:extLst>
              <a:ext uri="{FF2B5EF4-FFF2-40B4-BE49-F238E27FC236}">
                <a16:creationId xmlns:a16="http://schemas.microsoft.com/office/drawing/2014/main" id="{96FDBC54-10B2-4051-8B6D-FA498F5A333B}"/>
              </a:ext>
            </a:extLst>
          </p:cNvPr>
          <p:cNvSpPr txBox="1"/>
          <p:nvPr/>
        </p:nvSpPr>
        <p:spPr>
          <a:xfrm>
            <a:off x="6338125" y="3112930"/>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100" name="TextBox 99">
            <a:extLst>
              <a:ext uri="{FF2B5EF4-FFF2-40B4-BE49-F238E27FC236}">
                <a16:creationId xmlns:a16="http://schemas.microsoft.com/office/drawing/2014/main" id="{B251C6DB-72B0-44C5-92B4-D9116E96FB28}"/>
              </a:ext>
            </a:extLst>
          </p:cNvPr>
          <p:cNvSpPr txBox="1"/>
          <p:nvPr/>
        </p:nvSpPr>
        <p:spPr>
          <a:xfrm>
            <a:off x="5531939" y="3924105"/>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2 Days</a:t>
            </a:r>
          </a:p>
        </p:txBody>
      </p:sp>
      <p:sp>
        <p:nvSpPr>
          <p:cNvPr id="101" name="Oval 100">
            <a:extLst>
              <a:ext uri="{FF2B5EF4-FFF2-40B4-BE49-F238E27FC236}">
                <a16:creationId xmlns:a16="http://schemas.microsoft.com/office/drawing/2014/main" id="{F2049A41-4123-40EA-BFA5-4C1B958647E7}"/>
              </a:ext>
            </a:extLst>
          </p:cNvPr>
          <p:cNvSpPr>
            <a:spLocks noChangeAspect="1"/>
          </p:cNvSpPr>
          <p:nvPr/>
        </p:nvSpPr>
        <p:spPr>
          <a:xfrm>
            <a:off x="5833304" y="458771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2" name="Oval 101">
            <a:extLst>
              <a:ext uri="{FF2B5EF4-FFF2-40B4-BE49-F238E27FC236}">
                <a16:creationId xmlns:a16="http://schemas.microsoft.com/office/drawing/2014/main" id="{F28EEA7E-3066-4562-A478-186D6B41FCDF}"/>
              </a:ext>
            </a:extLst>
          </p:cNvPr>
          <p:cNvSpPr>
            <a:spLocks noChangeAspect="1"/>
          </p:cNvSpPr>
          <p:nvPr/>
        </p:nvSpPr>
        <p:spPr>
          <a:xfrm>
            <a:off x="7262100" y="458771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3" name="Oval 102">
            <a:extLst>
              <a:ext uri="{FF2B5EF4-FFF2-40B4-BE49-F238E27FC236}">
                <a16:creationId xmlns:a16="http://schemas.microsoft.com/office/drawing/2014/main" id="{9C71FF63-CDE0-441D-8E72-D6675B40FC1B}"/>
              </a:ext>
            </a:extLst>
          </p:cNvPr>
          <p:cNvSpPr>
            <a:spLocks noChangeAspect="1"/>
          </p:cNvSpPr>
          <p:nvPr/>
        </p:nvSpPr>
        <p:spPr>
          <a:xfrm>
            <a:off x="8635866" y="579215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4" name="Oval 103">
            <a:extLst>
              <a:ext uri="{FF2B5EF4-FFF2-40B4-BE49-F238E27FC236}">
                <a16:creationId xmlns:a16="http://schemas.microsoft.com/office/drawing/2014/main" id="{591BFA4E-71C4-48E8-B2A3-2B339487A419}"/>
              </a:ext>
            </a:extLst>
          </p:cNvPr>
          <p:cNvSpPr>
            <a:spLocks noChangeAspect="1"/>
          </p:cNvSpPr>
          <p:nvPr/>
        </p:nvSpPr>
        <p:spPr>
          <a:xfrm>
            <a:off x="10037711" y="459886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5" name="TextBox 64">
            <a:extLst>
              <a:ext uri="{FF2B5EF4-FFF2-40B4-BE49-F238E27FC236}">
                <a16:creationId xmlns:a16="http://schemas.microsoft.com/office/drawing/2014/main" id="{73481F95-B812-47C9-88BE-14095B3610E1}"/>
              </a:ext>
            </a:extLst>
          </p:cNvPr>
          <p:cNvSpPr txBox="1"/>
          <p:nvPr/>
        </p:nvSpPr>
        <p:spPr>
          <a:xfrm>
            <a:off x="10449029" y="3107577"/>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6" name="Rectangle 65">
            <a:extLst>
              <a:ext uri="{FF2B5EF4-FFF2-40B4-BE49-F238E27FC236}">
                <a16:creationId xmlns:a16="http://schemas.microsoft.com/office/drawing/2014/main" id="{6B9889A5-5E89-45D5-B0D9-79FD9B5C10FA}"/>
              </a:ext>
            </a:extLst>
          </p:cNvPr>
          <p:cNvSpPr/>
          <p:nvPr/>
        </p:nvSpPr>
        <p:spPr>
          <a:xfrm>
            <a:off x="11148662" y="2849317"/>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Supplier </a:t>
            </a:r>
            <a:r>
              <a:rPr kumimoji="0" lang="en-US" sz="900" b="0" i="0" u="none" strike="noStrike" kern="1200" cap="none" spc="0" normalizeH="0" baseline="0" noProof="0" dirty="0" err="1">
                <a:ln>
                  <a:noFill/>
                </a:ln>
                <a:solidFill>
                  <a:srgbClr val="FFFFFF"/>
                </a:solidFill>
                <a:effectLst/>
                <a:uLnTx/>
                <a:uFillTx/>
                <a:latin typeface="Arial"/>
                <a:ea typeface="+mn-ea"/>
                <a:cs typeface="+mn-cs"/>
              </a:rPr>
              <a:t>acknow</a:t>
            </a:r>
            <a:r>
              <a:rPr kumimoji="0" lang="en-US" sz="900" b="0" i="0" u="none" strike="noStrike" kern="1200" cap="none" spc="0" normalizeH="0" baseline="0" noProof="0" dirty="0">
                <a:ln>
                  <a:noFill/>
                </a:ln>
                <a:solidFill>
                  <a:srgbClr val="FFFFFF"/>
                </a:solidFill>
                <a:effectLst/>
                <a:uLnTx/>
                <a:uFillTx/>
                <a:latin typeface="Arial"/>
                <a:ea typeface="+mn-ea"/>
                <a:cs typeface="+mn-cs"/>
              </a:rPr>
              <a:t>-ledges PO in their System</a:t>
            </a:r>
          </a:p>
        </p:txBody>
      </p:sp>
      <p:sp>
        <p:nvSpPr>
          <p:cNvPr id="68" name="TextBox 67">
            <a:extLst>
              <a:ext uri="{FF2B5EF4-FFF2-40B4-BE49-F238E27FC236}">
                <a16:creationId xmlns:a16="http://schemas.microsoft.com/office/drawing/2014/main" id="{9EFD5A32-6390-4518-AE0E-9EF0A9A6CD07}"/>
              </a:ext>
            </a:extLst>
          </p:cNvPr>
          <p:cNvSpPr txBox="1"/>
          <p:nvPr/>
        </p:nvSpPr>
        <p:spPr>
          <a:xfrm>
            <a:off x="11118563" y="3897530"/>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5 Days</a:t>
            </a:r>
          </a:p>
        </p:txBody>
      </p:sp>
      <p:sp>
        <p:nvSpPr>
          <p:cNvPr id="69" name="Oval 68">
            <a:extLst>
              <a:ext uri="{FF2B5EF4-FFF2-40B4-BE49-F238E27FC236}">
                <a16:creationId xmlns:a16="http://schemas.microsoft.com/office/drawing/2014/main" id="{575D5AEF-4DDF-46D0-8D63-917D5C1E536D}"/>
              </a:ext>
            </a:extLst>
          </p:cNvPr>
          <p:cNvSpPr>
            <a:spLocks noChangeAspect="1"/>
          </p:cNvSpPr>
          <p:nvPr/>
        </p:nvSpPr>
        <p:spPr>
          <a:xfrm>
            <a:off x="11408942" y="580694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70" name="Straight Connector 69">
            <a:extLst>
              <a:ext uri="{FF2B5EF4-FFF2-40B4-BE49-F238E27FC236}">
                <a16:creationId xmlns:a16="http://schemas.microsoft.com/office/drawing/2014/main" id="{E73D943D-4170-4F85-9F53-D5A87779126A}"/>
              </a:ext>
            </a:extLst>
          </p:cNvPr>
          <p:cNvCxnSpPr/>
          <p:nvPr/>
        </p:nvCxnSpPr>
        <p:spPr>
          <a:xfrm>
            <a:off x="10805783" y="3977314"/>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B05ED27-15E4-4FD8-BF0A-92D8CEFBFE5D}"/>
              </a:ext>
            </a:extLst>
          </p:cNvPr>
          <p:cNvSpPr txBox="1"/>
          <p:nvPr/>
        </p:nvSpPr>
        <p:spPr>
          <a:xfrm>
            <a:off x="2384504" y="5806943"/>
            <a:ext cx="56297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53" name="Oval 52">
            <a:extLst>
              <a:ext uri="{FF2B5EF4-FFF2-40B4-BE49-F238E27FC236}">
                <a16:creationId xmlns:a16="http://schemas.microsoft.com/office/drawing/2014/main" id="{191B84AC-7A1C-4750-9DA5-DA4CB0378D02}"/>
              </a:ext>
            </a:extLst>
          </p:cNvPr>
          <p:cNvSpPr>
            <a:spLocks noChangeAspect="1"/>
          </p:cNvSpPr>
          <p:nvPr/>
        </p:nvSpPr>
        <p:spPr>
          <a:xfrm>
            <a:off x="2966306" y="580248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1" name="TextBox 70">
            <a:extLst>
              <a:ext uri="{FF2B5EF4-FFF2-40B4-BE49-F238E27FC236}">
                <a16:creationId xmlns:a16="http://schemas.microsoft.com/office/drawing/2014/main" id="{4D156D0E-CE8D-44A4-8B8C-9C9E50C0EBA1}"/>
              </a:ext>
            </a:extLst>
          </p:cNvPr>
          <p:cNvSpPr txBox="1"/>
          <p:nvPr/>
        </p:nvSpPr>
        <p:spPr>
          <a:xfrm>
            <a:off x="7939233" y="5741228"/>
            <a:ext cx="787395"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Risk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Management</a:t>
            </a:r>
          </a:p>
        </p:txBody>
      </p:sp>
      <p:sp>
        <p:nvSpPr>
          <p:cNvPr id="72" name="TextBox 71">
            <a:extLst>
              <a:ext uri="{FF2B5EF4-FFF2-40B4-BE49-F238E27FC236}">
                <a16:creationId xmlns:a16="http://schemas.microsoft.com/office/drawing/2014/main" id="{0C02E7C9-F620-4AEB-B0C3-08940AAA4E0B}"/>
              </a:ext>
            </a:extLst>
          </p:cNvPr>
          <p:cNvSpPr txBox="1"/>
          <p:nvPr/>
        </p:nvSpPr>
        <p:spPr>
          <a:xfrm>
            <a:off x="10862956" y="5802918"/>
            <a:ext cx="56297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3" name="Arrow: Circular 2">
            <a:extLst>
              <a:ext uri="{FF2B5EF4-FFF2-40B4-BE49-F238E27FC236}">
                <a16:creationId xmlns:a16="http://schemas.microsoft.com/office/drawing/2014/main" id="{EA8055BB-1405-4D25-93A4-3F5BC1129DB3}"/>
              </a:ext>
            </a:extLst>
          </p:cNvPr>
          <p:cNvSpPr/>
          <p:nvPr/>
        </p:nvSpPr>
        <p:spPr>
          <a:xfrm>
            <a:off x="7353540" y="1616014"/>
            <a:ext cx="2668747" cy="2216989"/>
          </a:xfrm>
          <a:prstGeom prst="circularArrow">
            <a:avLst>
              <a:gd name="adj1" fmla="val 12500"/>
              <a:gd name="adj2" fmla="val 1142319"/>
              <a:gd name="adj3" fmla="val 20457681"/>
              <a:gd name="adj4" fmla="val 10799998"/>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 name="TextBox 3">
            <a:extLst>
              <a:ext uri="{FF2B5EF4-FFF2-40B4-BE49-F238E27FC236}">
                <a16:creationId xmlns:a16="http://schemas.microsoft.com/office/drawing/2014/main" id="{8D696E69-010E-4C4E-A817-73E4E38FE837}"/>
              </a:ext>
            </a:extLst>
          </p:cNvPr>
          <p:cNvSpPr txBox="1"/>
          <p:nvPr/>
        </p:nvSpPr>
        <p:spPr>
          <a:xfrm>
            <a:off x="7824232" y="2349641"/>
            <a:ext cx="1834156" cy="4154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Bypass if Non-TINA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And/or if Non Govt &amp; &lt; $2M</a:t>
            </a:r>
          </a:p>
        </p:txBody>
      </p:sp>
      <p:sp>
        <p:nvSpPr>
          <p:cNvPr id="74" name="TextBox 73">
            <a:extLst>
              <a:ext uri="{FF2B5EF4-FFF2-40B4-BE49-F238E27FC236}">
                <a16:creationId xmlns:a16="http://schemas.microsoft.com/office/drawing/2014/main" id="{0AE061C5-B492-42BE-81CB-E583CE108593}"/>
              </a:ext>
            </a:extLst>
          </p:cNvPr>
          <p:cNvSpPr txBox="1"/>
          <p:nvPr/>
        </p:nvSpPr>
        <p:spPr>
          <a:xfrm>
            <a:off x="10183097" y="2256187"/>
            <a:ext cx="2018501"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17-(32+N) Work Days Minimum </a:t>
            </a:r>
          </a:p>
        </p:txBody>
      </p:sp>
      <p:sp>
        <p:nvSpPr>
          <p:cNvPr id="73" name="Explosion: 8 Points 72">
            <a:extLst>
              <a:ext uri="{FF2B5EF4-FFF2-40B4-BE49-F238E27FC236}">
                <a16:creationId xmlns:a16="http://schemas.microsoft.com/office/drawing/2014/main" id="{A4EC1394-FCF4-4B0B-8489-024137A7C159}"/>
              </a:ext>
            </a:extLst>
          </p:cNvPr>
          <p:cNvSpPr/>
          <p:nvPr/>
        </p:nvSpPr>
        <p:spPr>
          <a:xfrm>
            <a:off x="8309405" y="4171534"/>
            <a:ext cx="1621705" cy="901369"/>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How could we do this faster?</a:t>
            </a:r>
          </a:p>
        </p:txBody>
      </p:sp>
      <p:sp>
        <p:nvSpPr>
          <p:cNvPr id="78" name="TextBox 77">
            <a:extLst>
              <a:ext uri="{FF2B5EF4-FFF2-40B4-BE49-F238E27FC236}">
                <a16:creationId xmlns:a16="http://schemas.microsoft.com/office/drawing/2014/main" id="{E4050B58-08BE-4737-A2AB-5A7CEF26D5D3}"/>
              </a:ext>
            </a:extLst>
          </p:cNvPr>
          <p:cNvSpPr txBox="1"/>
          <p:nvPr/>
        </p:nvSpPr>
        <p:spPr>
          <a:xfrm>
            <a:off x="119205" y="859481"/>
            <a:ext cx="1467068" cy="369332"/>
          </a:xfrm>
          <a:prstGeom prst="rect">
            <a:avLst/>
          </a:prstGeom>
          <a:noFill/>
        </p:spPr>
        <p:txBody>
          <a:bodyPr wrap="none" rtlCol="0">
            <a:spAutoFit/>
          </a:bodyPr>
          <a:lstStyle/>
          <a:p>
            <a:r>
              <a:rPr lang="en-US" b="1" dirty="0">
                <a:solidFill>
                  <a:srgbClr val="0000FF"/>
                </a:solidFill>
              </a:rPr>
              <a:t>PROJECT 2</a:t>
            </a:r>
          </a:p>
        </p:txBody>
      </p:sp>
      <p:sp>
        <p:nvSpPr>
          <p:cNvPr id="79" name="TextBox 78">
            <a:extLst>
              <a:ext uri="{FF2B5EF4-FFF2-40B4-BE49-F238E27FC236}">
                <a16:creationId xmlns:a16="http://schemas.microsoft.com/office/drawing/2014/main" id="{3C8C678E-5B3F-472C-8469-A280DE6D3D29}"/>
              </a:ext>
            </a:extLst>
          </p:cNvPr>
          <p:cNvSpPr txBox="1"/>
          <p:nvPr/>
        </p:nvSpPr>
        <p:spPr>
          <a:xfrm>
            <a:off x="0" y="6014198"/>
            <a:ext cx="476412" cy="261610"/>
          </a:xfrm>
          <a:prstGeom prst="rect">
            <a:avLst/>
          </a:prstGeom>
          <a:noFill/>
        </p:spPr>
        <p:txBody>
          <a:bodyPr wrap="none" rtlCol="0">
            <a:spAutoFit/>
          </a:bodyPr>
          <a:lstStyle/>
          <a:p>
            <a:r>
              <a:rPr lang="en-US" sz="1050" dirty="0"/>
              <a:t>SRE</a:t>
            </a:r>
            <a:endParaRPr lang="en-US" dirty="0"/>
          </a:p>
        </p:txBody>
      </p:sp>
    </p:spTree>
    <p:extLst>
      <p:ext uri="{BB962C8B-B14F-4D97-AF65-F5344CB8AC3E}">
        <p14:creationId xmlns:p14="http://schemas.microsoft.com/office/powerpoint/2010/main" val="430505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0C4B7-1283-4C7F-920D-22F885EA72F7}"/>
              </a:ext>
            </a:extLst>
          </p:cNvPr>
          <p:cNvSpPr>
            <a:spLocks noGrp="1"/>
          </p:cNvSpPr>
          <p:nvPr>
            <p:ph type="title"/>
          </p:nvPr>
        </p:nvSpPr>
        <p:spPr>
          <a:xfrm>
            <a:off x="609600" y="3050435"/>
            <a:ext cx="10972800" cy="378565"/>
          </a:xfrm>
        </p:spPr>
        <p:txBody>
          <a:bodyPr/>
          <a:lstStyle/>
          <a:p>
            <a:pPr algn="ctr"/>
            <a:r>
              <a:rPr lang="en-US" dirty="0"/>
              <a:t>Project 1</a:t>
            </a:r>
          </a:p>
        </p:txBody>
      </p:sp>
      <p:sp>
        <p:nvSpPr>
          <p:cNvPr id="3" name="Slide Number Placeholder 2">
            <a:extLst>
              <a:ext uri="{FF2B5EF4-FFF2-40B4-BE49-F238E27FC236}">
                <a16:creationId xmlns:a16="http://schemas.microsoft.com/office/drawing/2014/main" id="{CFBDB494-9335-40DC-8C56-19CFFC89E27F}"/>
              </a:ext>
            </a:extLst>
          </p:cNvPr>
          <p:cNvSpPr>
            <a:spLocks noGrp="1"/>
          </p:cNvSpPr>
          <p:nvPr>
            <p:ph type="sldNum" sz="quarter" idx="10"/>
          </p:nvPr>
        </p:nvSpPr>
        <p:spPr/>
        <p:txBody>
          <a:bodyPr/>
          <a:lstStyle/>
          <a:p>
            <a:pPr fontAlgn="base">
              <a:spcBef>
                <a:spcPct val="0"/>
              </a:spcBef>
              <a:spcAft>
                <a:spcPct val="0"/>
              </a:spcAft>
            </a:pPr>
            <a:r>
              <a:rPr lang="en-US" sz="1000">
                <a:solidFill>
                  <a:srgbClr val="FFFFFF">
                    <a:lumMod val="50000"/>
                  </a:srgbClr>
                </a:solidFill>
              </a:rPr>
              <a:t> </a:t>
            </a:r>
            <a:fld id="{689318A1-174D-4DEE-8106-03A37B9BCF15}" type="slidenum">
              <a:rPr lang="en-US" sz="1000" smtClean="0">
                <a:solidFill>
                  <a:srgbClr val="FFFFFF">
                    <a:lumMod val="50000"/>
                  </a:srgbClr>
                </a:solidFill>
              </a:rPr>
              <a:pPr fontAlgn="base">
                <a:spcBef>
                  <a:spcPct val="0"/>
                </a:spcBef>
                <a:spcAft>
                  <a:spcPct val="0"/>
                </a:spcAft>
              </a:pPr>
              <a:t>7</a:t>
            </a:fld>
            <a:endParaRPr lang="en-US" sz="1000" dirty="0">
              <a:solidFill>
                <a:srgbClr val="FFFFFF">
                  <a:lumMod val="50000"/>
                </a:srgbClr>
              </a:solidFill>
            </a:endParaRPr>
          </a:p>
        </p:txBody>
      </p:sp>
    </p:spTree>
    <p:extLst>
      <p:ext uri="{BB962C8B-B14F-4D97-AF65-F5344CB8AC3E}">
        <p14:creationId xmlns:p14="http://schemas.microsoft.com/office/powerpoint/2010/main" val="1186761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8D01-5B0B-4B2E-8DB8-D7C480A57B4E}"/>
              </a:ext>
            </a:extLst>
          </p:cNvPr>
          <p:cNvSpPr>
            <a:spLocks noGrp="1"/>
          </p:cNvSpPr>
          <p:nvPr>
            <p:ph type="title"/>
          </p:nvPr>
        </p:nvSpPr>
        <p:spPr/>
        <p:txBody>
          <a:bodyPr/>
          <a:lstStyle/>
          <a:p>
            <a:r>
              <a:rPr lang="en-US" dirty="0"/>
              <a:t>12/19/23 – Meeting Attendees</a:t>
            </a:r>
          </a:p>
        </p:txBody>
      </p:sp>
      <p:sp>
        <p:nvSpPr>
          <p:cNvPr id="3" name="Slide Number Placeholder 2">
            <a:extLst>
              <a:ext uri="{FF2B5EF4-FFF2-40B4-BE49-F238E27FC236}">
                <a16:creationId xmlns:a16="http://schemas.microsoft.com/office/drawing/2014/main" id="{3154C9C8-238F-474A-ADF9-DA6FE90B966A}"/>
              </a:ext>
            </a:extLst>
          </p:cNvPr>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a:ea typeface="+mn-ea"/>
                <a:cs typeface="+mn-cs"/>
              </a:rPr>
              <a:t> </a:t>
            </a:r>
            <a:fld id="{689318A1-174D-4DEE-8106-03A37B9BCF15}" type="slidenum">
              <a:rPr kumimoji="0" lang="en-US" sz="1000" b="0" i="0" u="none" strike="noStrike" kern="1200" cap="none" spc="0" normalizeH="0" baseline="0" noProof="0" smtClean="0">
                <a:ln>
                  <a:noFill/>
                </a:ln>
                <a:solidFill>
                  <a:srgbClr val="FFFFFF">
                    <a:lumMod val="50000"/>
                  </a:srgbClr>
                </a:solidFill>
                <a:effectLst/>
                <a:uLnTx/>
                <a:uFillTx/>
                <a:latin typeface="Arial"/>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sz="10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pic>
        <p:nvPicPr>
          <p:cNvPr id="6" name="Picture 5">
            <a:extLst>
              <a:ext uri="{FF2B5EF4-FFF2-40B4-BE49-F238E27FC236}">
                <a16:creationId xmlns:a16="http://schemas.microsoft.com/office/drawing/2014/main" id="{1C6A2775-8678-4D77-9C02-B5CFB703B3B2}"/>
              </a:ext>
            </a:extLst>
          </p:cNvPr>
          <p:cNvPicPr>
            <a:picLocks noChangeAspect="1"/>
          </p:cNvPicPr>
          <p:nvPr/>
        </p:nvPicPr>
        <p:blipFill>
          <a:blip r:embed="rId2"/>
          <a:stretch>
            <a:fillRect/>
          </a:stretch>
        </p:blipFill>
        <p:spPr>
          <a:xfrm>
            <a:off x="3271876" y="1404175"/>
            <a:ext cx="5931604" cy="4049649"/>
          </a:xfrm>
          <a:prstGeom prst="rect">
            <a:avLst/>
          </a:prstGeom>
        </p:spPr>
      </p:pic>
    </p:spTree>
    <p:extLst>
      <p:ext uri="{BB962C8B-B14F-4D97-AF65-F5344CB8AC3E}">
        <p14:creationId xmlns:p14="http://schemas.microsoft.com/office/powerpoint/2010/main" val="3230351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8D01-5B0B-4B2E-8DB8-D7C480A57B4E}"/>
              </a:ext>
            </a:extLst>
          </p:cNvPr>
          <p:cNvSpPr>
            <a:spLocks noGrp="1"/>
          </p:cNvSpPr>
          <p:nvPr>
            <p:ph type="title"/>
          </p:nvPr>
        </p:nvSpPr>
        <p:spPr/>
        <p:txBody>
          <a:bodyPr/>
          <a:lstStyle/>
          <a:p>
            <a:r>
              <a:rPr lang="en-US" dirty="0"/>
              <a:t>Project 1 – BR&amp;T Non-COTS Lab Parts - Open Items:</a:t>
            </a:r>
          </a:p>
        </p:txBody>
      </p:sp>
      <p:sp>
        <p:nvSpPr>
          <p:cNvPr id="3" name="Slide Number Placeholder 2">
            <a:extLst>
              <a:ext uri="{FF2B5EF4-FFF2-40B4-BE49-F238E27FC236}">
                <a16:creationId xmlns:a16="http://schemas.microsoft.com/office/drawing/2014/main" id="{3154C9C8-238F-474A-ADF9-DA6FE90B966A}"/>
              </a:ext>
            </a:extLst>
          </p:cNvPr>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a:ea typeface="+mn-ea"/>
                <a:cs typeface="+mn-cs"/>
              </a:rPr>
              <a:t> </a:t>
            </a:r>
            <a:fld id="{689318A1-174D-4DEE-8106-03A37B9BCF15}" type="slidenum">
              <a:rPr kumimoji="0" lang="en-US" sz="1000" b="0" i="0" u="none" strike="noStrike" kern="1200" cap="none" spc="0" normalizeH="0" baseline="0" noProof="0" smtClean="0">
                <a:ln>
                  <a:noFill/>
                </a:ln>
                <a:solidFill>
                  <a:srgbClr val="FFFFFF">
                    <a:lumMod val="50000"/>
                  </a:srgbClr>
                </a:solidFill>
                <a:effectLst/>
                <a:uLnTx/>
                <a:uFillTx/>
                <a:latin typeface="Arial"/>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9</a:t>
            </a:fld>
            <a:endParaRPr kumimoji="0" lang="en-US" sz="10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4" name="TextBox 3">
            <a:extLst>
              <a:ext uri="{FF2B5EF4-FFF2-40B4-BE49-F238E27FC236}">
                <a16:creationId xmlns:a16="http://schemas.microsoft.com/office/drawing/2014/main" id="{9F477DB0-64E4-40AD-A565-E6CCE8F5E9C3}"/>
              </a:ext>
            </a:extLst>
          </p:cNvPr>
          <p:cNvSpPr txBox="1"/>
          <p:nvPr/>
        </p:nvSpPr>
        <p:spPr>
          <a:xfrm>
            <a:off x="613832" y="1103296"/>
            <a:ext cx="11106630" cy="1200329"/>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i="0" u="none" strike="noStrike" kern="1200" cap="none" spc="0" normalizeH="0" baseline="0" noProof="0" dirty="0">
                <a:ln>
                  <a:noFill/>
                </a:ln>
                <a:solidFill>
                  <a:srgbClr val="000000"/>
                </a:solidFill>
                <a:effectLst/>
                <a:uLnTx/>
                <a:uFillTx/>
                <a:latin typeface="Arial"/>
                <a:ea typeface="+mn-ea"/>
                <a:cs typeface="+mn-cs"/>
              </a:rPr>
              <a:t>Identify Leads for Each Identified Opportunity</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i="0" u="none" strike="noStrike" kern="1200" cap="none" spc="0" normalizeH="0" baseline="0" noProof="0" dirty="0">
                <a:ln>
                  <a:noFill/>
                </a:ln>
                <a:solidFill>
                  <a:srgbClr val="000000"/>
                </a:solidFill>
                <a:effectLst/>
                <a:uLnTx/>
                <a:uFillTx/>
                <a:latin typeface="Arial"/>
                <a:ea typeface="+mn-ea"/>
                <a:cs typeface="+mn-cs"/>
              </a:rPr>
              <a:t>Work Identified Opportunities to Achieve improvement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00"/>
                </a:solidFill>
                <a:latin typeface="Arial"/>
              </a:rPr>
              <a:t>Incorporate improvements into Timeline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dirty="0">
                <a:solidFill>
                  <a:srgbClr val="000000"/>
                </a:solidFill>
                <a:latin typeface="Arial"/>
              </a:rPr>
              <a:t>Incorporate improvements into necessary process guidance / command media / </a:t>
            </a:r>
            <a:r>
              <a:rPr lang="en-US" dirty="0">
                <a:solidFill>
                  <a:srgbClr val="0000FF"/>
                </a:solidFill>
                <a:latin typeface="Arial"/>
              </a:rPr>
              <a:t>AvionX Process Library</a:t>
            </a:r>
            <a:endParaRPr kumimoji="0" lang="en-US" sz="1800" i="0" u="none" strike="noStrike" kern="1200" cap="none" spc="0" normalizeH="0" baseline="0" noProof="0" dirty="0">
              <a:ln>
                <a:noFill/>
              </a:ln>
              <a:solidFill>
                <a:srgbClr val="0000FF"/>
              </a:solidFill>
              <a:effectLst/>
              <a:uLnTx/>
              <a:uFillTx/>
              <a:latin typeface="Arial"/>
            </a:endParaRPr>
          </a:p>
        </p:txBody>
      </p:sp>
    </p:spTree>
    <p:extLst>
      <p:ext uri="{BB962C8B-B14F-4D97-AF65-F5344CB8AC3E}">
        <p14:creationId xmlns:p14="http://schemas.microsoft.com/office/powerpoint/2010/main" val="1319197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78D01-5B0B-4B2E-8DB8-D7C480A57B4E}"/>
              </a:ext>
            </a:extLst>
          </p:cNvPr>
          <p:cNvSpPr>
            <a:spLocks noGrp="1"/>
          </p:cNvSpPr>
          <p:nvPr>
            <p:ph type="title"/>
          </p:nvPr>
        </p:nvSpPr>
        <p:spPr/>
        <p:txBody>
          <a:bodyPr/>
          <a:lstStyle/>
          <a:p>
            <a:r>
              <a:rPr lang="en-US" dirty="0"/>
              <a:t>Opportunity Space</a:t>
            </a:r>
          </a:p>
        </p:txBody>
      </p:sp>
      <p:sp>
        <p:nvSpPr>
          <p:cNvPr id="3" name="Slide Number Placeholder 2">
            <a:extLst>
              <a:ext uri="{FF2B5EF4-FFF2-40B4-BE49-F238E27FC236}">
                <a16:creationId xmlns:a16="http://schemas.microsoft.com/office/drawing/2014/main" id="{3154C9C8-238F-474A-ADF9-DA6FE90B966A}"/>
              </a:ext>
            </a:extLst>
          </p:cNvPr>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50000"/>
                  </a:srgbClr>
                </a:solidFill>
                <a:effectLst/>
                <a:uLnTx/>
                <a:uFillTx/>
                <a:latin typeface="Arial"/>
                <a:ea typeface="+mn-ea"/>
                <a:cs typeface="+mn-cs"/>
              </a:rPr>
              <a:t> </a:t>
            </a:r>
            <a:fld id="{689318A1-174D-4DEE-8106-03A37B9BCF15}" type="slidenum">
              <a:rPr kumimoji="0" lang="en-US" sz="1000" b="0" i="0" u="none" strike="noStrike" kern="1200" cap="none" spc="0" normalizeH="0" baseline="0" noProof="0" smtClean="0">
                <a:ln>
                  <a:noFill/>
                </a:ln>
                <a:solidFill>
                  <a:srgbClr val="FFFFFF">
                    <a:lumMod val="50000"/>
                  </a:srgbClr>
                </a:solidFill>
                <a:effectLst/>
                <a:uLnTx/>
                <a:uFillTx/>
                <a:latin typeface="Arial"/>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10</a:t>
            </a:fld>
            <a:endParaRPr kumimoji="0" lang="en-US" sz="1000" b="0" i="0" u="none" strike="noStrike" kern="1200" cap="none" spc="0" normalizeH="0" baseline="0" noProof="0" dirty="0">
              <a:ln>
                <a:noFill/>
              </a:ln>
              <a:solidFill>
                <a:srgbClr val="FFFFFF">
                  <a:lumMod val="50000"/>
                </a:srgbClr>
              </a:solidFill>
              <a:effectLst/>
              <a:uLnTx/>
              <a:uFillTx/>
              <a:latin typeface="Arial"/>
              <a:ea typeface="+mn-ea"/>
              <a:cs typeface="+mn-cs"/>
            </a:endParaRPr>
          </a:p>
        </p:txBody>
      </p:sp>
      <p:sp>
        <p:nvSpPr>
          <p:cNvPr id="4" name="TextBox 3">
            <a:extLst>
              <a:ext uri="{FF2B5EF4-FFF2-40B4-BE49-F238E27FC236}">
                <a16:creationId xmlns:a16="http://schemas.microsoft.com/office/drawing/2014/main" id="{9F477DB0-64E4-40AD-A565-E6CCE8F5E9C3}"/>
              </a:ext>
            </a:extLst>
          </p:cNvPr>
          <p:cNvSpPr txBox="1"/>
          <p:nvPr/>
        </p:nvSpPr>
        <p:spPr>
          <a:xfrm>
            <a:off x="284860" y="862393"/>
            <a:ext cx="177484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Opportunities:</a:t>
            </a:r>
          </a:p>
        </p:txBody>
      </p:sp>
      <p:sp>
        <p:nvSpPr>
          <p:cNvPr id="5" name="TextBox 4">
            <a:extLst>
              <a:ext uri="{FF2B5EF4-FFF2-40B4-BE49-F238E27FC236}">
                <a16:creationId xmlns:a16="http://schemas.microsoft.com/office/drawing/2014/main" id="{2C88F488-0293-456C-9BA7-0D3583805FC5}"/>
              </a:ext>
            </a:extLst>
          </p:cNvPr>
          <p:cNvSpPr txBox="1"/>
          <p:nvPr/>
        </p:nvSpPr>
        <p:spPr>
          <a:xfrm>
            <a:off x="613833" y="1193108"/>
            <a:ext cx="11273367" cy="5478423"/>
          </a:xfrm>
          <a:prstGeom prst="rect">
            <a:avLst/>
          </a:prstGeom>
          <a:noFill/>
        </p:spPr>
        <p:txBody>
          <a:bodyPr wrap="square" rtlCol="0">
            <a:spAutoFit/>
          </a:bodyPr>
          <a:lstStyle/>
          <a:p>
            <a:pPr marL="342900" indent="-342900">
              <a:buFont typeface="+mj-lt"/>
              <a:buAutoNum type="arabicPeriod"/>
            </a:pPr>
            <a:r>
              <a:rPr lang="en-US" sz="1400" dirty="0"/>
              <a:t>Hold a kickoff meeting to set expectations &amp; inform all stakeholders.</a:t>
            </a:r>
          </a:p>
          <a:p>
            <a:pPr marL="800100" lvl="1" indent="-342900">
              <a:buFont typeface="+mj-lt"/>
              <a:buAutoNum type="arabicPeriod"/>
            </a:pPr>
            <a:r>
              <a:rPr lang="en-US" sz="1400" dirty="0">
                <a:solidFill>
                  <a:srgbClr val="0000FF"/>
                </a:solidFill>
              </a:rPr>
              <a:t>Create standard Kickoff Agenda</a:t>
            </a:r>
          </a:p>
          <a:p>
            <a:pPr marL="342900" indent="-342900">
              <a:buFont typeface="+mj-lt"/>
              <a:buAutoNum type="arabicPeriod"/>
            </a:pPr>
            <a:r>
              <a:rPr lang="en-US" sz="1400" dirty="0"/>
              <a:t>Populate a template instead of many notes / IMs back and forth</a:t>
            </a:r>
          </a:p>
          <a:p>
            <a:pPr marL="800100" lvl="1" indent="-342900">
              <a:buFont typeface="+mj-lt"/>
              <a:buAutoNum type="arabicPeriod"/>
            </a:pPr>
            <a:r>
              <a:rPr lang="en-US" sz="1400" dirty="0">
                <a:solidFill>
                  <a:srgbClr val="0000FF"/>
                </a:solidFill>
              </a:rPr>
              <a:t>Create the template</a:t>
            </a:r>
          </a:p>
          <a:p>
            <a:pPr marL="342900" indent="-342900">
              <a:buFont typeface="+mj-lt"/>
              <a:buAutoNum type="arabicPeriod"/>
            </a:pPr>
            <a:r>
              <a:rPr lang="en-US" sz="1400" dirty="0"/>
              <a:t>If we had a place to see status, showed all the steps it would cut down on e-mails (They are working on a Where’s my stuff dashboard)</a:t>
            </a:r>
          </a:p>
          <a:p>
            <a:pPr marL="342900" indent="-342900">
              <a:buFont typeface="+mj-lt"/>
              <a:buAutoNum type="arabicPeriod"/>
            </a:pPr>
            <a:r>
              <a:rPr lang="en-US" sz="1400" dirty="0"/>
              <a:t>Early Involvement for Long Lead Parts or Difficult to Procure Parts (During BTP Creation): Communicate to Procurement / Evaluate with Suppliers &amp; feedback information to Engineering</a:t>
            </a:r>
          </a:p>
          <a:p>
            <a:pPr marL="342900" indent="-342900">
              <a:buFont typeface="+mj-lt"/>
              <a:buAutoNum type="arabicPeriod"/>
            </a:pPr>
            <a:r>
              <a:rPr lang="en-US" sz="1400" dirty="0"/>
              <a:t>Communicate the OVERALL process &amp; timing to stakeholders early</a:t>
            </a:r>
          </a:p>
          <a:p>
            <a:pPr marL="342900" indent="-342900">
              <a:buFont typeface="+mj-lt"/>
              <a:buAutoNum type="arabicPeriod"/>
            </a:pPr>
            <a:r>
              <a:rPr lang="en-US" sz="1400" dirty="0"/>
              <a:t>Notify Suppliers that a PIA is being Developed</a:t>
            </a:r>
          </a:p>
          <a:p>
            <a:pPr marL="342900" indent="-342900">
              <a:buFont typeface="+mj-lt"/>
              <a:buAutoNum type="arabicPeriod"/>
            </a:pPr>
            <a:r>
              <a:rPr lang="en-US" sz="1400" dirty="0"/>
              <a:t>Develop &amp; Maintain a list of Approved Suppliers by Commodity Code</a:t>
            </a:r>
          </a:p>
          <a:p>
            <a:pPr marL="342900" indent="-342900">
              <a:buFont typeface="+mj-lt"/>
              <a:buAutoNum type="arabicPeriod"/>
            </a:pPr>
            <a:r>
              <a:rPr lang="en-US" sz="1400" dirty="0"/>
              <a:t>Shorten the RBPI Intellectual Property Review Process from 14 days (Corporate Process / Low Likelihood) – Follow up with RBPI team</a:t>
            </a:r>
          </a:p>
          <a:p>
            <a:pPr marL="342900" indent="-342900">
              <a:buFont typeface="+mj-lt"/>
              <a:buAutoNum type="arabicPeriod"/>
            </a:pPr>
            <a:r>
              <a:rPr lang="en-US" sz="1400" dirty="0"/>
              <a:t>Investigate Streamlining </a:t>
            </a:r>
            <a:r>
              <a:rPr lang="en-US" sz="1400" dirty="0" err="1"/>
              <a:t>E-Parts</a:t>
            </a:r>
            <a:r>
              <a:rPr lang="en-US" sz="1400" dirty="0"/>
              <a:t> Approval Process – as most orders are approved. (automated depending on thresholds)</a:t>
            </a:r>
          </a:p>
          <a:p>
            <a:pPr marL="342900" indent="-342900">
              <a:buFont typeface="+mj-lt"/>
              <a:buAutoNum type="arabicPeriod"/>
            </a:pPr>
            <a:r>
              <a:rPr lang="en-US" sz="1400" dirty="0"/>
              <a:t>Require having delegate approvers for vacations in </a:t>
            </a:r>
            <a:r>
              <a:rPr lang="en-US" sz="1400" dirty="0" err="1"/>
              <a:t>E-Parts</a:t>
            </a:r>
            <a:endParaRPr lang="en-US" sz="1400" dirty="0"/>
          </a:p>
          <a:p>
            <a:pPr marL="342900" indent="-342900">
              <a:buFont typeface="+mj-lt"/>
              <a:buAutoNum type="arabicPeriod"/>
            </a:pPr>
            <a:r>
              <a:rPr lang="en-US" sz="1400" dirty="0"/>
              <a:t>Shorten the Supplier response to PIA time to a standard 5 days.</a:t>
            </a:r>
          </a:p>
          <a:p>
            <a:pPr marL="342900" indent="-342900">
              <a:buFont typeface="+mj-lt"/>
              <a:buAutoNum type="arabicPeriod"/>
            </a:pPr>
            <a:r>
              <a:rPr lang="en-US" sz="1400" dirty="0"/>
              <a:t>Systems Integrity Review &amp; Approval – Opportunity to bypass in some circumstances</a:t>
            </a:r>
          </a:p>
          <a:p>
            <a:pPr marL="342900" indent="-342900">
              <a:buFont typeface="+mj-lt"/>
              <a:buAutoNum type="arabicPeriod"/>
            </a:pPr>
            <a:r>
              <a:rPr lang="en-US" sz="1400" dirty="0"/>
              <a:t>Release of RBPI – Shorten from 15 days to 3 – Work with Corporate teams</a:t>
            </a:r>
          </a:p>
          <a:p>
            <a:pPr marL="342900" indent="-342900">
              <a:buFont typeface="+mj-lt"/>
              <a:buAutoNum type="arabicPeriod"/>
            </a:pPr>
            <a:r>
              <a:rPr lang="en-US" sz="1400" dirty="0"/>
              <a:t>Engineering &amp; Supplier Management to Collaborate on the BOM.  </a:t>
            </a:r>
            <a:r>
              <a:rPr lang="en-US" sz="1400" dirty="0" err="1"/>
              <a:t>Eng</a:t>
            </a:r>
            <a:r>
              <a:rPr lang="en-US" sz="1400" dirty="0"/>
              <a:t> / PM needs to get SM engaged early.</a:t>
            </a:r>
          </a:p>
          <a:p>
            <a:pPr marL="342900" indent="-342900">
              <a:buFont typeface="+mj-lt"/>
              <a:buAutoNum type="arabicPeriod"/>
            </a:pPr>
            <a:r>
              <a:rPr lang="en-US" sz="1400" dirty="0"/>
              <a:t>Generate Lists of Potential Suppliers Faster (than 5 days)</a:t>
            </a:r>
          </a:p>
          <a:p>
            <a:pPr marL="342900" indent="-342900">
              <a:buFont typeface="+mj-lt"/>
              <a:buAutoNum type="arabicPeriod"/>
            </a:pPr>
            <a:r>
              <a:rPr lang="en-US" sz="1400" dirty="0"/>
              <a:t>Accelerate RBPI Review of Supplier Responses (set up dialogue with RBPI Team)</a:t>
            </a:r>
          </a:p>
          <a:p>
            <a:pPr marL="342900" indent="-342900">
              <a:buFont typeface="+mj-lt"/>
              <a:buAutoNum type="arabicPeriod"/>
            </a:pPr>
            <a:r>
              <a:rPr lang="en-US" sz="1400" dirty="0"/>
              <a:t>Inform </a:t>
            </a:r>
            <a:r>
              <a:rPr lang="en-US" sz="1400" dirty="0" err="1"/>
              <a:t>Eng</a:t>
            </a:r>
            <a:r>
              <a:rPr lang="en-US" sz="1400" dirty="0"/>
              <a:t> Finance at time of RFP Release that the Proposal will be coming back shortly</a:t>
            </a:r>
          </a:p>
          <a:p>
            <a:pPr marL="342900" indent="-342900">
              <a:buFont typeface="+mj-lt"/>
              <a:buAutoNum type="arabicPeriod"/>
            </a:pPr>
            <a:r>
              <a:rPr lang="en-US" sz="1400" dirty="0">
                <a:solidFill>
                  <a:srgbClr val="0000FF"/>
                </a:solidFill>
              </a:rPr>
              <a:t>Identify candidate program to work through the process / changes with – HOLD ABOVE UNTIL WE HAVE PROGAM IDENTIFIED</a:t>
            </a:r>
          </a:p>
          <a:p>
            <a:pPr marL="342900" indent="-342900">
              <a:buFont typeface="+mj-lt"/>
              <a:buAutoNum type="arabicPeriod"/>
            </a:pPr>
            <a:endParaRPr lang="en-US" sz="1400" dirty="0"/>
          </a:p>
          <a:p>
            <a:pPr marL="342900" indent="-342900">
              <a:buFont typeface="+mj-lt"/>
              <a:buAutoNum type="arabicPeriod"/>
            </a:pPr>
            <a:endParaRPr lang="en-US" sz="1400" dirty="0"/>
          </a:p>
          <a:p>
            <a:pPr marL="342900" indent="-342900">
              <a:buFont typeface="+mj-lt"/>
              <a:buAutoNum type="arabicPeriod"/>
            </a:pPr>
            <a:endParaRPr lang="en-US" sz="1400" dirty="0"/>
          </a:p>
          <a:p>
            <a:endParaRPr lang="en-US" sz="1400" dirty="0"/>
          </a:p>
        </p:txBody>
      </p:sp>
      <p:sp>
        <p:nvSpPr>
          <p:cNvPr id="10" name="TextBox 9">
            <a:extLst>
              <a:ext uri="{FF2B5EF4-FFF2-40B4-BE49-F238E27FC236}">
                <a16:creationId xmlns:a16="http://schemas.microsoft.com/office/drawing/2014/main" id="{4E6B937B-2BD6-484A-B1F5-2338F3921D5A}"/>
              </a:ext>
            </a:extLst>
          </p:cNvPr>
          <p:cNvSpPr txBox="1"/>
          <p:nvPr/>
        </p:nvSpPr>
        <p:spPr>
          <a:xfrm>
            <a:off x="304800" y="5810941"/>
            <a:ext cx="672491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Any Steps that can be deleted / automated / done in parallel:</a:t>
            </a:r>
          </a:p>
        </p:txBody>
      </p:sp>
      <p:sp>
        <p:nvSpPr>
          <p:cNvPr id="11" name="TextBox 10">
            <a:extLst>
              <a:ext uri="{FF2B5EF4-FFF2-40B4-BE49-F238E27FC236}">
                <a16:creationId xmlns:a16="http://schemas.microsoft.com/office/drawing/2014/main" id="{A1C93388-3B91-486E-A4CF-501558B126E2}"/>
              </a:ext>
            </a:extLst>
          </p:cNvPr>
          <p:cNvSpPr txBox="1"/>
          <p:nvPr/>
        </p:nvSpPr>
        <p:spPr>
          <a:xfrm>
            <a:off x="610861" y="5664892"/>
            <a:ext cx="11273367" cy="1384995"/>
          </a:xfrm>
          <a:prstGeom prst="rect">
            <a:avLst/>
          </a:prstGeom>
          <a:noFill/>
        </p:spPr>
        <p:txBody>
          <a:bodyPr wrap="square" rtlCol="0">
            <a:spAutoFit/>
          </a:bodyPr>
          <a:lstStyle/>
          <a:p>
            <a:pPr marL="342900" indent="-342900">
              <a:buFont typeface="+mj-lt"/>
              <a:buAutoNum type="arabicPeriod"/>
            </a:pPr>
            <a:endParaRPr lang="en-US" sz="1400" dirty="0">
              <a:solidFill>
                <a:srgbClr val="0000FF"/>
              </a:solidFill>
            </a:endParaRPr>
          </a:p>
          <a:p>
            <a:pPr marL="342900" indent="-342900">
              <a:buFont typeface="+mj-lt"/>
              <a:buAutoNum type="arabicPeriod"/>
            </a:pPr>
            <a:endParaRPr lang="en-US" sz="1400" dirty="0">
              <a:solidFill>
                <a:srgbClr val="0000FF"/>
              </a:solidFill>
            </a:endParaRPr>
          </a:p>
          <a:p>
            <a:pPr marL="342900" indent="-342900">
              <a:buFont typeface="+mj-lt"/>
              <a:buAutoNum type="arabicPeriod"/>
            </a:pPr>
            <a:r>
              <a:rPr lang="en-US" sz="1400" dirty="0"/>
              <a:t>Requirements Justification form – Create template (currently no standard)</a:t>
            </a:r>
          </a:p>
          <a:p>
            <a:pPr marL="342900" indent="-342900">
              <a:buFont typeface="+mj-lt"/>
              <a:buAutoNum type="arabicPeriod"/>
            </a:pPr>
            <a:r>
              <a:rPr lang="en-US" sz="1400" dirty="0"/>
              <a:t>Location to house approved Requirements Justification Forms to scan through to see if an approved form already exists</a:t>
            </a:r>
          </a:p>
          <a:p>
            <a:pPr marL="342900" indent="-342900">
              <a:buFont typeface="+mj-lt"/>
              <a:buAutoNum type="arabicPeriod"/>
            </a:pPr>
            <a:endParaRPr lang="en-US" sz="1400" dirty="0"/>
          </a:p>
          <a:p>
            <a:endParaRPr lang="en-US" sz="1400" dirty="0"/>
          </a:p>
        </p:txBody>
      </p:sp>
      <p:sp>
        <p:nvSpPr>
          <p:cNvPr id="13" name="TextBox 12">
            <a:extLst>
              <a:ext uri="{FF2B5EF4-FFF2-40B4-BE49-F238E27FC236}">
                <a16:creationId xmlns:a16="http://schemas.microsoft.com/office/drawing/2014/main" id="{CFF5E331-6851-442B-9AC3-96ACFC5AB841}"/>
              </a:ext>
            </a:extLst>
          </p:cNvPr>
          <p:cNvSpPr txBox="1"/>
          <p:nvPr/>
        </p:nvSpPr>
        <p:spPr>
          <a:xfrm>
            <a:off x="8729786" y="6570876"/>
            <a:ext cx="2135521" cy="415498"/>
          </a:xfrm>
          <a:prstGeom prst="rect">
            <a:avLst/>
          </a:prstGeom>
          <a:noFill/>
        </p:spPr>
        <p:txBody>
          <a:bodyPr wrap="none" rtlCol="0">
            <a:spAutoFit/>
          </a:bodyPr>
          <a:lstStyle/>
          <a:p>
            <a:r>
              <a:rPr lang="en-US" sz="1050" i="1" dirty="0">
                <a:solidFill>
                  <a:srgbClr val="0000FF"/>
                </a:solidFill>
              </a:rPr>
              <a:t>Blue Font = Updates from Today</a:t>
            </a:r>
          </a:p>
          <a:p>
            <a:endParaRPr lang="en-US" sz="1050" i="1" dirty="0"/>
          </a:p>
        </p:txBody>
      </p:sp>
      <p:sp>
        <p:nvSpPr>
          <p:cNvPr id="9" name="Explosion: 8 Points 8">
            <a:extLst>
              <a:ext uri="{FF2B5EF4-FFF2-40B4-BE49-F238E27FC236}">
                <a16:creationId xmlns:a16="http://schemas.microsoft.com/office/drawing/2014/main" id="{D50FBBB6-D4C4-4066-B8BC-AB5CDC0F43CF}"/>
              </a:ext>
            </a:extLst>
          </p:cNvPr>
          <p:cNvSpPr/>
          <p:nvPr/>
        </p:nvSpPr>
        <p:spPr>
          <a:xfrm>
            <a:off x="8283526" y="439120"/>
            <a:ext cx="3439772" cy="1829627"/>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NEED TO ASSIGN TASKS TO PEOPLE TO PURSUE / ACHIEVE INTO NEW STANDARD WORK</a:t>
            </a:r>
          </a:p>
        </p:txBody>
      </p:sp>
    </p:spTree>
    <p:extLst>
      <p:ext uri="{BB962C8B-B14F-4D97-AF65-F5344CB8AC3E}">
        <p14:creationId xmlns:p14="http://schemas.microsoft.com/office/powerpoint/2010/main" val="2492232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D9570-2A35-4569-A507-55389469568A}"/>
              </a:ext>
            </a:extLst>
          </p:cNvPr>
          <p:cNvSpPr>
            <a:spLocks noGrp="1"/>
          </p:cNvSpPr>
          <p:nvPr>
            <p:ph type="title"/>
          </p:nvPr>
        </p:nvSpPr>
        <p:spPr/>
        <p:txBody>
          <a:bodyPr/>
          <a:lstStyle/>
          <a:p>
            <a:r>
              <a:rPr lang="en-US" dirty="0"/>
              <a:t>Future State Map</a:t>
            </a:r>
          </a:p>
        </p:txBody>
      </p:sp>
      <p:sp>
        <p:nvSpPr>
          <p:cNvPr id="3" name="Slide Number Placeholder 2">
            <a:extLst>
              <a:ext uri="{FF2B5EF4-FFF2-40B4-BE49-F238E27FC236}">
                <a16:creationId xmlns:a16="http://schemas.microsoft.com/office/drawing/2014/main" id="{205026D6-07D7-4D0E-BDCD-85F4D2606C2B}"/>
              </a:ext>
            </a:extLst>
          </p:cNvPr>
          <p:cNvSpPr>
            <a:spLocks noGrp="1"/>
          </p:cNvSpPr>
          <p:nvPr>
            <p:ph type="sldNum" sz="quarter" idx="11"/>
          </p:nvPr>
        </p:nvSpPr>
        <p:spPr/>
        <p:txBody>
          <a:bodyPr/>
          <a:lstStyle/>
          <a:p>
            <a:r>
              <a:rPr lang="en-US" sz="1000">
                <a:solidFill>
                  <a:srgbClr val="FFFFFF">
                    <a:lumMod val="50000"/>
                  </a:srgbClr>
                </a:solidFill>
              </a:rPr>
              <a:t> </a:t>
            </a:r>
            <a:fld id="{689318A1-174D-4DEE-8106-03A37B9BCF15}" type="slidenum">
              <a:rPr lang="en-US" sz="1000" smtClean="0">
                <a:solidFill>
                  <a:srgbClr val="FFFFFF">
                    <a:lumMod val="50000"/>
                  </a:srgbClr>
                </a:solidFill>
              </a:rPr>
              <a:pPr/>
              <a:t>11</a:t>
            </a:fld>
            <a:endParaRPr lang="en-US" sz="1000" dirty="0">
              <a:solidFill>
                <a:srgbClr val="FFFFFF">
                  <a:lumMod val="50000"/>
                </a:srgbClr>
              </a:solidFill>
            </a:endParaRPr>
          </a:p>
        </p:txBody>
      </p:sp>
      <p:pic>
        <p:nvPicPr>
          <p:cNvPr id="4" name="Picture 3">
            <a:extLst>
              <a:ext uri="{FF2B5EF4-FFF2-40B4-BE49-F238E27FC236}">
                <a16:creationId xmlns:a16="http://schemas.microsoft.com/office/drawing/2014/main" id="{1B92B65E-2BDB-43F3-A94D-CCF6F169F684}"/>
              </a:ext>
            </a:extLst>
          </p:cNvPr>
          <p:cNvPicPr>
            <a:picLocks noChangeAspect="1"/>
          </p:cNvPicPr>
          <p:nvPr/>
        </p:nvPicPr>
        <p:blipFill>
          <a:blip r:embed="rId2"/>
          <a:stretch>
            <a:fillRect/>
          </a:stretch>
        </p:blipFill>
        <p:spPr>
          <a:xfrm>
            <a:off x="-1" y="1283031"/>
            <a:ext cx="3104209" cy="1746118"/>
          </a:xfrm>
          <a:prstGeom prst="rect">
            <a:avLst/>
          </a:prstGeom>
        </p:spPr>
      </p:pic>
      <p:pic>
        <p:nvPicPr>
          <p:cNvPr id="5" name="Picture 4">
            <a:extLst>
              <a:ext uri="{FF2B5EF4-FFF2-40B4-BE49-F238E27FC236}">
                <a16:creationId xmlns:a16="http://schemas.microsoft.com/office/drawing/2014/main" id="{F7652995-0147-410A-AB50-4CAB394C906D}"/>
              </a:ext>
            </a:extLst>
          </p:cNvPr>
          <p:cNvPicPr>
            <a:picLocks noChangeAspect="1"/>
          </p:cNvPicPr>
          <p:nvPr/>
        </p:nvPicPr>
        <p:blipFill>
          <a:blip r:embed="rId3"/>
          <a:stretch>
            <a:fillRect/>
          </a:stretch>
        </p:blipFill>
        <p:spPr>
          <a:xfrm>
            <a:off x="2947791" y="1283031"/>
            <a:ext cx="3104209" cy="1746118"/>
          </a:xfrm>
          <a:prstGeom prst="rect">
            <a:avLst/>
          </a:prstGeom>
        </p:spPr>
      </p:pic>
      <p:pic>
        <p:nvPicPr>
          <p:cNvPr id="6" name="Picture 5">
            <a:extLst>
              <a:ext uri="{FF2B5EF4-FFF2-40B4-BE49-F238E27FC236}">
                <a16:creationId xmlns:a16="http://schemas.microsoft.com/office/drawing/2014/main" id="{65710C5D-BB18-473E-9114-909FF6E8CA6E}"/>
              </a:ext>
            </a:extLst>
          </p:cNvPr>
          <p:cNvPicPr>
            <a:picLocks noChangeAspect="1"/>
          </p:cNvPicPr>
          <p:nvPr/>
        </p:nvPicPr>
        <p:blipFill>
          <a:blip r:embed="rId4"/>
          <a:stretch>
            <a:fillRect/>
          </a:stretch>
        </p:blipFill>
        <p:spPr>
          <a:xfrm>
            <a:off x="5983582" y="1283031"/>
            <a:ext cx="3104209" cy="1746118"/>
          </a:xfrm>
          <a:prstGeom prst="rect">
            <a:avLst/>
          </a:prstGeom>
        </p:spPr>
      </p:pic>
      <p:pic>
        <p:nvPicPr>
          <p:cNvPr id="7" name="Picture 6">
            <a:extLst>
              <a:ext uri="{FF2B5EF4-FFF2-40B4-BE49-F238E27FC236}">
                <a16:creationId xmlns:a16="http://schemas.microsoft.com/office/drawing/2014/main" id="{17485769-4828-4C9B-92F3-420301657855}"/>
              </a:ext>
            </a:extLst>
          </p:cNvPr>
          <p:cNvPicPr>
            <a:picLocks noChangeAspect="1"/>
          </p:cNvPicPr>
          <p:nvPr/>
        </p:nvPicPr>
        <p:blipFill>
          <a:blip r:embed="rId5"/>
          <a:stretch>
            <a:fillRect/>
          </a:stretch>
        </p:blipFill>
        <p:spPr>
          <a:xfrm>
            <a:off x="9087791" y="1283031"/>
            <a:ext cx="3104209" cy="1746118"/>
          </a:xfrm>
          <a:prstGeom prst="rect">
            <a:avLst/>
          </a:prstGeom>
        </p:spPr>
      </p:pic>
      <p:sp>
        <p:nvSpPr>
          <p:cNvPr id="8" name="TextBox 7">
            <a:extLst>
              <a:ext uri="{FF2B5EF4-FFF2-40B4-BE49-F238E27FC236}">
                <a16:creationId xmlns:a16="http://schemas.microsoft.com/office/drawing/2014/main" id="{93F48C36-F671-4207-936F-72AD175F201D}"/>
              </a:ext>
            </a:extLst>
          </p:cNvPr>
          <p:cNvSpPr txBox="1"/>
          <p:nvPr/>
        </p:nvSpPr>
        <p:spPr>
          <a:xfrm>
            <a:off x="4783128" y="3631231"/>
            <a:ext cx="2127505" cy="646331"/>
          </a:xfrm>
          <a:prstGeom prst="rect">
            <a:avLst/>
          </a:prstGeom>
          <a:noFill/>
        </p:spPr>
        <p:txBody>
          <a:bodyPr wrap="none" rtlCol="0">
            <a:spAutoFit/>
          </a:bodyPr>
          <a:lstStyle/>
          <a:p>
            <a:r>
              <a:rPr lang="en-US" dirty="0"/>
              <a:t>32+ Process Steps</a:t>
            </a:r>
          </a:p>
          <a:p>
            <a:endParaRPr lang="en-US" dirty="0"/>
          </a:p>
        </p:txBody>
      </p:sp>
      <p:sp>
        <p:nvSpPr>
          <p:cNvPr id="9" name="TextBox 8">
            <a:extLst>
              <a:ext uri="{FF2B5EF4-FFF2-40B4-BE49-F238E27FC236}">
                <a16:creationId xmlns:a16="http://schemas.microsoft.com/office/drawing/2014/main" id="{3B5ECED5-050E-4A29-97A7-FD92BF0314A5}"/>
              </a:ext>
            </a:extLst>
          </p:cNvPr>
          <p:cNvSpPr txBox="1"/>
          <p:nvPr/>
        </p:nvSpPr>
        <p:spPr>
          <a:xfrm>
            <a:off x="4783128" y="4131563"/>
            <a:ext cx="3549048" cy="923330"/>
          </a:xfrm>
          <a:prstGeom prst="rect">
            <a:avLst/>
          </a:prstGeom>
          <a:noFill/>
        </p:spPr>
        <p:txBody>
          <a:bodyPr wrap="none" rtlCol="0">
            <a:spAutoFit/>
          </a:bodyPr>
          <a:lstStyle/>
          <a:p>
            <a:r>
              <a:rPr lang="en-US" strike="sngStrike" dirty="0"/>
              <a:t>94</a:t>
            </a:r>
            <a:r>
              <a:rPr lang="en-US" dirty="0"/>
              <a:t>  </a:t>
            </a:r>
            <a:r>
              <a:rPr lang="en-US" dirty="0">
                <a:solidFill>
                  <a:srgbClr val="0000FF"/>
                </a:solidFill>
              </a:rPr>
              <a:t>78</a:t>
            </a:r>
            <a:r>
              <a:rPr lang="en-US" dirty="0"/>
              <a:t> Working Days – </a:t>
            </a:r>
            <a:r>
              <a:rPr lang="en-US" strike="sngStrike" dirty="0"/>
              <a:t>153</a:t>
            </a:r>
            <a:r>
              <a:rPr lang="en-US" dirty="0"/>
              <a:t>  TBD</a:t>
            </a:r>
          </a:p>
          <a:p>
            <a:endParaRPr lang="en-US" dirty="0"/>
          </a:p>
          <a:p>
            <a:r>
              <a:rPr lang="en-US" strike="sngStrike" dirty="0"/>
              <a:t>5.5</a:t>
            </a:r>
            <a:r>
              <a:rPr lang="en-US" dirty="0"/>
              <a:t>  4.5 Months Elapsed Timing</a:t>
            </a:r>
          </a:p>
        </p:txBody>
      </p:sp>
    </p:spTree>
    <p:extLst>
      <p:ext uri="{BB962C8B-B14F-4D97-AF65-F5344CB8AC3E}">
        <p14:creationId xmlns:p14="http://schemas.microsoft.com/office/powerpoint/2010/main" val="2296988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C90-CAF1-42DE-9205-7DEDADF021CD}"/>
              </a:ext>
            </a:extLst>
          </p:cNvPr>
          <p:cNvSpPr>
            <a:spLocks noGrp="1"/>
          </p:cNvSpPr>
          <p:nvPr>
            <p:ph type="title"/>
          </p:nvPr>
        </p:nvSpPr>
        <p:spPr/>
        <p:txBody>
          <a:bodyPr/>
          <a:lstStyle/>
          <a:p>
            <a:r>
              <a:rPr lang="en-US" dirty="0"/>
              <a:t>VSM Map Future State:</a:t>
            </a:r>
          </a:p>
        </p:txBody>
      </p:sp>
      <p:sp>
        <p:nvSpPr>
          <p:cNvPr id="14" name="Rectangle: Rounded Corners 13">
            <a:extLst>
              <a:ext uri="{FF2B5EF4-FFF2-40B4-BE49-F238E27FC236}">
                <a16:creationId xmlns:a16="http://schemas.microsoft.com/office/drawing/2014/main" id="{9E80EEDA-28C0-44D2-9321-141457BA08FF}"/>
              </a:ext>
            </a:extLst>
          </p:cNvPr>
          <p:cNvSpPr/>
          <p:nvPr/>
        </p:nvSpPr>
        <p:spPr>
          <a:xfrm rot="1296490">
            <a:off x="10460028" y="319175"/>
            <a:ext cx="1742536" cy="453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DRAFT</a:t>
            </a:r>
          </a:p>
        </p:txBody>
      </p:sp>
      <p:sp>
        <p:nvSpPr>
          <p:cNvPr id="15" name="Rectangle 14">
            <a:extLst>
              <a:ext uri="{FF2B5EF4-FFF2-40B4-BE49-F238E27FC236}">
                <a16:creationId xmlns:a16="http://schemas.microsoft.com/office/drawing/2014/main" id="{D1299F42-C063-4FF5-850D-BA962F4BB1F7}"/>
              </a:ext>
            </a:extLst>
          </p:cNvPr>
          <p:cNvSpPr/>
          <p:nvPr/>
        </p:nvSpPr>
        <p:spPr>
          <a:xfrm>
            <a:off x="1112812" y="3394760"/>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Populate New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New Request Template</a:t>
            </a:r>
          </a:p>
        </p:txBody>
      </p:sp>
      <p:sp>
        <p:nvSpPr>
          <p:cNvPr id="16" name="TextBox 15">
            <a:extLst>
              <a:ext uri="{FF2B5EF4-FFF2-40B4-BE49-F238E27FC236}">
                <a16:creationId xmlns:a16="http://schemas.microsoft.com/office/drawing/2014/main" id="{DA2E9D79-9786-4B1A-8FB8-09326B3A92A8}"/>
              </a:ext>
            </a:extLst>
          </p:cNvPr>
          <p:cNvSpPr txBox="1"/>
          <p:nvPr/>
        </p:nvSpPr>
        <p:spPr>
          <a:xfrm>
            <a:off x="-17977" y="4421267"/>
            <a:ext cx="11095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Task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Total Duration:</a:t>
            </a:r>
          </a:p>
        </p:txBody>
      </p:sp>
      <p:sp>
        <p:nvSpPr>
          <p:cNvPr id="17" name="Rectangle 16">
            <a:extLst>
              <a:ext uri="{FF2B5EF4-FFF2-40B4-BE49-F238E27FC236}">
                <a16:creationId xmlns:a16="http://schemas.microsoft.com/office/drawing/2014/main" id="{643BB617-06C2-406D-B960-1E7CCADCF2DA}"/>
              </a:ext>
            </a:extLst>
          </p:cNvPr>
          <p:cNvSpPr/>
          <p:nvPr/>
        </p:nvSpPr>
        <p:spPr>
          <a:xfrm>
            <a:off x="0" y="5128796"/>
            <a:ext cx="1109599" cy="1446550"/>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SBM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err="1">
                <a:ln>
                  <a:noFill/>
                </a:ln>
                <a:solidFill>
                  <a:srgbClr val="000000"/>
                </a:solidFill>
                <a:effectLst/>
                <a:uLnTx/>
                <a:uFillTx/>
                <a:latin typeface="Arial"/>
                <a:ea typeface="+mn-ea"/>
                <a:cs typeface="+mn-cs"/>
              </a:rPr>
              <a:t>Eng</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Finance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Prog </a:t>
            </a:r>
            <a:r>
              <a:rPr kumimoji="0" lang="en-US" sz="105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Other</a:t>
            </a:r>
          </a:p>
        </p:txBody>
      </p:sp>
      <p:cxnSp>
        <p:nvCxnSpPr>
          <p:cNvPr id="19" name="Straight Connector 18">
            <a:extLst>
              <a:ext uri="{FF2B5EF4-FFF2-40B4-BE49-F238E27FC236}">
                <a16:creationId xmlns:a16="http://schemas.microsoft.com/office/drawing/2014/main" id="{009DB1AD-F045-4E43-AF32-D6CFE4FD3DF5}"/>
              </a:ext>
            </a:extLst>
          </p:cNvPr>
          <p:cNvCxnSpPr/>
          <p:nvPr/>
        </p:nvCxnSpPr>
        <p:spPr>
          <a:xfrm>
            <a:off x="60385" y="5358067"/>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69FA31-BDF8-4D3C-BEA1-4053EE731045}"/>
              </a:ext>
            </a:extLst>
          </p:cNvPr>
          <p:cNvCxnSpPr/>
          <p:nvPr/>
        </p:nvCxnSpPr>
        <p:spPr>
          <a:xfrm>
            <a:off x="60385" y="561398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AECD06-D3C9-454B-88B7-E03AB405966B}"/>
              </a:ext>
            </a:extLst>
          </p:cNvPr>
          <p:cNvCxnSpPr/>
          <p:nvPr/>
        </p:nvCxnSpPr>
        <p:spPr>
          <a:xfrm>
            <a:off x="60385" y="585552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5C7842-2A78-4CC3-85E3-E7B58A9A16E4}"/>
              </a:ext>
            </a:extLst>
          </p:cNvPr>
          <p:cNvCxnSpPr/>
          <p:nvPr/>
        </p:nvCxnSpPr>
        <p:spPr>
          <a:xfrm>
            <a:off x="60385" y="6088436"/>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984967-2487-4244-98D6-A671999BF787}"/>
              </a:ext>
            </a:extLst>
          </p:cNvPr>
          <p:cNvCxnSpPr/>
          <p:nvPr/>
        </p:nvCxnSpPr>
        <p:spPr>
          <a:xfrm>
            <a:off x="60385" y="6321349"/>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A1A73D-40FC-43E5-AE89-E76996A6A522}"/>
              </a:ext>
            </a:extLst>
          </p:cNvPr>
          <p:cNvCxnSpPr/>
          <p:nvPr/>
        </p:nvCxnSpPr>
        <p:spPr>
          <a:xfrm>
            <a:off x="60385" y="6562889"/>
            <a:ext cx="1180093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AF52AC3-300D-4675-9C9F-DF2B8E5833D0}"/>
              </a:ext>
            </a:extLst>
          </p:cNvPr>
          <p:cNvSpPr txBox="1"/>
          <p:nvPr/>
        </p:nvSpPr>
        <p:spPr>
          <a:xfrm>
            <a:off x="1834345" y="3642695"/>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0</a:t>
            </a:r>
          </a:p>
        </p:txBody>
      </p:sp>
      <p:sp>
        <p:nvSpPr>
          <p:cNvPr id="30" name="TextBox 29">
            <a:extLst>
              <a:ext uri="{FF2B5EF4-FFF2-40B4-BE49-F238E27FC236}">
                <a16:creationId xmlns:a16="http://schemas.microsoft.com/office/drawing/2014/main" id="{0E257F3A-7C35-4545-A6EB-1C137AE052D1}"/>
              </a:ext>
            </a:extLst>
          </p:cNvPr>
          <p:cNvSpPr txBox="1"/>
          <p:nvPr/>
        </p:nvSpPr>
        <p:spPr>
          <a:xfrm>
            <a:off x="3226620" y="364038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0</a:t>
            </a:r>
          </a:p>
        </p:txBody>
      </p:sp>
      <p:sp>
        <p:nvSpPr>
          <p:cNvPr id="33" name="TextBox 32">
            <a:extLst>
              <a:ext uri="{FF2B5EF4-FFF2-40B4-BE49-F238E27FC236}">
                <a16:creationId xmlns:a16="http://schemas.microsoft.com/office/drawing/2014/main" id="{4DB2C2B2-5670-477C-9180-F08C00075A4D}"/>
              </a:ext>
            </a:extLst>
          </p:cNvPr>
          <p:cNvSpPr txBox="1"/>
          <p:nvPr/>
        </p:nvSpPr>
        <p:spPr>
          <a:xfrm>
            <a:off x="5929321" y="363775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0</a:t>
            </a:r>
          </a:p>
        </p:txBody>
      </p:sp>
      <p:cxnSp>
        <p:nvCxnSpPr>
          <p:cNvPr id="41" name="Straight Connector 40">
            <a:extLst>
              <a:ext uri="{FF2B5EF4-FFF2-40B4-BE49-F238E27FC236}">
                <a16:creationId xmlns:a16="http://schemas.microsoft.com/office/drawing/2014/main" id="{96CDED72-31BC-4B6C-A833-F2A0FEA0A1F3}"/>
              </a:ext>
            </a:extLst>
          </p:cNvPr>
          <p:cNvCxnSpPr/>
          <p:nvPr/>
        </p:nvCxnSpPr>
        <p:spPr>
          <a:xfrm>
            <a:off x="2104855" y="4534435"/>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A64977E-BC04-4B7E-BFC1-2096C7F3C369}"/>
              </a:ext>
            </a:extLst>
          </p:cNvPr>
          <p:cNvCxnSpPr/>
          <p:nvPr/>
        </p:nvCxnSpPr>
        <p:spPr>
          <a:xfrm>
            <a:off x="3600279" y="4534434"/>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F64DBC9-3B85-42C8-9C11-91F920AD06B9}"/>
              </a:ext>
            </a:extLst>
          </p:cNvPr>
          <p:cNvCxnSpPr/>
          <p:nvPr/>
        </p:nvCxnSpPr>
        <p:spPr>
          <a:xfrm>
            <a:off x="4962448" y="4534433"/>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AD76E50-372E-408C-803F-CFA19D395849}"/>
              </a:ext>
            </a:extLst>
          </p:cNvPr>
          <p:cNvCxnSpPr/>
          <p:nvPr/>
        </p:nvCxnSpPr>
        <p:spPr>
          <a:xfrm>
            <a:off x="7683262" y="4543894"/>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154A697-A876-4156-B080-CCD15A588C2E}"/>
              </a:ext>
            </a:extLst>
          </p:cNvPr>
          <p:cNvSpPr txBox="1"/>
          <p:nvPr/>
        </p:nvSpPr>
        <p:spPr>
          <a:xfrm>
            <a:off x="1197294" y="4446556"/>
            <a:ext cx="5677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Day</a:t>
            </a:r>
          </a:p>
        </p:txBody>
      </p:sp>
      <p:sp>
        <p:nvSpPr>
          <p:cNvPr id="46" name="Rectangle 45">
            <a:extLst>
              <a:ext uri="{FF2B5EF4-FFF2-40B4-BE49-F238E27FC236}">
                <a16:creationId xmlns:a16="http://schemas.microsoft.com/office/drawing/2014/main" id="{D452111A-FA2B-46BE-8F0D-D2EFE66F5D99}"/>
              </a:ext>
            </a:extLst>
          </p:cNvPr>
          <p:cNvSpPr/>
          <p:nvPr/>
        </p:nvSpPr>
        <p:spPr>
          <a:xfrm>
            <a:off x="5213616" y="340072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Obtain list of potential suppliers</a:t>
            </a:r>
          </a:p>
        </p:txBody>
      </p:sp>
      <p:sp>
        <p:nvSpPr>
          <p:cNvPr id="47" name="TextBox 46">
            <a:extLst>
              <a:ext uri="{FF2B5EF4-FFF2-40B4-BE49-F238E27FC236}">
                <a16:creationId xmlns:a16="http://schemas.microsoft.com/office/drawing/2014/main" id="{F1951269-CC15-416B-970A-8A5DFC5BCD60}"/>
              </a:ext>
            </a:extLst>
          </p:cNvPr>
          <p:cNvSpPr txBox="1"/>
          <p:nvPr/>
        </p:nvSpPr>
        <p:spPr>
          <a:xfrm>
            <a:off x="5272492" y="4431505"/>
            <a:ext cx="63190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2 Hours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Day</a:t>
            </a:r>
          </a:p>
        </p:txBody>
      </p:sp>
      <p:cxnSp>
        <p:nvCxnSpPr>
          <p:cNvPr id="49" name="Straight Connector 48">
            <a:extLst>
              <a:ext uri="{FF2B5EF4-FFF2-40B4-BE49-F238E27FC236}">
                <a16:creationId xmlns:a16="http://schemas.microsoft.com/office/drawing/2014/main" id="{772AF93E-FA2B-4F8F-871D-D52838B5F07A}"/>
              </a:ext>
            </a:extLst>
          </p:cNvPr>
          <p:cNvCxnSpPr/>
          <p:nvPr/>
        </p:nvCxnSpPr>
        <p:spPr>
          <a:xfrm>
            <a:off x="6324617" y="4522155"/>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3549CB2B-C767-4D05-BA12-5AE83F5D2DB2}"/>
              </a:ext>
            </a:extLst>
          </p:cNvPr>
          <p:cNvSpPr/>
          <p:nvPr/>
        </p:nvSpPr>
        <p:spPr>
          <a:xfrm>
            <a:off x="6567592" y="1775918"/>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Start &amp; Complete the RBPI Request Process</a:t>
            </a:r>
          </a:p>
        </p:txBody>
      </p:sp>
      <p:sp>
        <p:nvSpPr>
          <p:cNvPr id="51" name="TextBox 50">
            <a:extLst>
              <a:ext uri="{FF2B5EF4-FFF2-40B4-BE49-F238E27FC236}">
                <a16:creationId xmlns:a16="http://schemas.microsoft.com/office/drawing/2014/main" id="{2DFB46A5-1433-4F8F-AEC8-2FE1EF573634}"/>
              </a:ext>
            </a:extLst>
          </p:cNvPr>
          <p:cNvSpPr txBox="1"/>
          <p:nvPr/>
        </p:nvSpPr>
        <p:spPr>
          <a:xfrm>
            <a:off x="6693007" y="4421267"/>
            <a:ext cx="58221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 Days</a:t>
            </a:r>
          </a:p>
        </p:txBody>
      </p:sp>
      <p:sp>
        <p:nvSpPr>
          <p:cNvPr id="52" name="Rectangle 51">
            <a:extLst>
              <a:ext uri="{FF2B5EF4-FFF2-40B4-BE49-F238E27FC236}">
                <a16:creationId xmlns:a16="http://schemas.microsoft.com/office/drawing/2014/main" id="{920B3839-2A6D-4D3E-ABC4-05F6CFE1D1BB}"/>
              </a:ext>
            </a:extLst>
          </p:cNvPr>
          <p:cNvSpPr/>
          <p:nvPr/>
        </p:nvSpPr>
        <p:spPr>
          <a:xfrm>
            <a:off x="6607407" y="3367136"/>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Obtain &amp; Populate PIA Request Form</a:t>
            </a:r>
          </a:p>
        </p:txBody>
      </p:sp>
      <p:sp>
        <p:nvSpPr>
          <p:cNvPr id="53" name="TextBox 52">
            <a:extLst>
              <a:ext uri="{FF2B5EF4-FFF2-40B4-BE49-F238E27FC236}">
                <a16:creationId xmlns:a16="http://schemas.microsoft.com/office/drawing/2014/main" id="{CF0369CF-80B2-443E-9A8C-4AAD1CF9A234}"/>
              </a:ext>
            </a:extLst>
          </p:cNvPr>
          <p:cNvSpPr txBox="1"/>
          <p:nvPr/>
        </p:nvSpPr>
        <p:spPr>
          <a:xfrm>
            <a:off x="8106287" y="4429911"/>
            <a:ext cx="51809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cxnSp>
        <p:nvCxnSpPr>
          <p:cNvPr id="54" name="Straight Connector 53">
            <a:extLst>
              <a:ext uri="{FF2B5EF4-FFF2-40B4-BE49-F238E27FC236}">
                <a16:creationId xmlns:a16="http://schemas.microsoft.com/office/drawing/2014/main" id="{B73B9311-B04B-4A3A-9364-36C2A833581D}"/>
              </a:ext>
            </a:extLst>
          </p:cNvPr>
          <p:cNvCxnSpPr/>
          <p:nvPr/>
        </p:nvCxnSpPr>
        <p:spPr>
          <a:xfrm>
            <a:off x="9036092" y="4543501"/>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2D66B0FC-B1FD-4436-AA4E-40A50B6F4D04}"/>
              </a:ext>
            </a:extLst>
          </p:cNvPr>
          <p:cNvSpPr/>
          <p:nvPr/>
        </p:nvSpPr>
        <p:spPr>
          <a:xfrm>
            <a:off x="7994741" y="336674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Draft PIA</a:t>
            </a:r>
          </a:p>
        </p:txBody>
      </p:sp>
      <p:sp>
        <p:nvSpPr>
          <p:cNvPr id="56" name="TextBox 55">
            <a:extLst>
              <a:ext uri="{FF2B5EF4-FFF2-40B4-BE49-F238E27FC236}">
                <a16:creationId xmlns:a16="http://schemas.microsoft.com/office/drawing/2014/main" id="{0F775C19-47C4-4ADA-BD76-08EB16AFB046}"/>
              </a:ext>
            </a:extLst>
          </p:cNvPr>
          <p:cNvSpPr txBox="1"/>
          <p:nvPr/>
        </p:nvSpPr>
        <p:spPr>
          <a:xfrm>
            <a:off x="9482808" y="4424688"/>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57" name="TextBox 56">
            <a:extLst>
              <a:ext uri="{FF2B5EF4-FFF2-40B4-BE49-F238E27FC236}">
                <a16:creationId xmlns:a16="http://schemas.microsoft.com/office/drawing/2014/main" id="{E5397447-5E45-4ED0-B9CB-9AC4A173774E}"/>
              </a:ext>
            </a:extLst>
          </p:cNvPr>
          <p:cNvSpPr txBox="1"/>
          <p:nvPr/>
        </p:nvSpPr>
        <p:spPr>
          <a:xfrm>
            <a:off x="8695066" y="3626129"/>
            <a:ext cx="723275"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0</a:t>
            </a:r>
          </a:p>
        </p:txBody>
      </p:sp>
      <p:sp>
        <p:nvSpPr>
          <p:cNvPr id="58" name="Rectangle 57">
            <a:extLst>
              <a:ext uri="{FF2B5EF4-FFF2-40B4-BE49-F238E27FC236}">
                <a16:creationId xmlns:a16="http://schemas.microsoft.com/office/drawing/2014/main" id="{A230722E-1CE0-4C88-9D5A-821E27AE74D0}"/>
              </a:ext>
            </a:extLst>
          </p:cNvPr>
          <p:cNvSpPr/>
          <p:nvPr/>
        </p:nvSpPr>
        <p:spPr>
          <a:xfrm>
            <a:off x="9362874" y="3374479"/>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Issue PIA to Supplier</a:t>
            </a:r>
          </a:p>
        </p:txBody>
      </p:sp>
      <p:sp>
        <p:nvSpPr>
          <p:cNvPr id="59" name="TextBox 58">
            <a:extLst>
              <a:ext uri="{FF2B5EF4-FFF2-40B4-BE49-F238E27FC236}">
                <a16:creationId xmlns:a16="http://schemas.microsoft.com/office/drawing/2014/main" id="{9101460B-8BB2-41CB-98A3-1A6FDB314C88}"/>
              </a:ext>
            </a:extLst>
          </p:cNvPr>
          <p:cNvSpPr txBox="1"/>
          <p:nvPr/>
        </p:nvSpPr>
        <p:spPr>
          <a:xfrm>
            <a:off x="10819619" y="4436655"/>
            <a:ext cx="58221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5 Days</a:t>
            </a:r>
          </a:p>
        </p:txBody>
      </p:sp>
      <p:cxnSp>
        <p:nvCxnSpPr>
          <p:cNvPr id="60" name="Straight Connector 59">
            <a:extLst>
              <a:ext uri="{FF2B5EF4-FFF2-40B4-BE49-F238E27FC236}">
                <a16:creationId xmlns:a16="http://schemas.microsoft.com/office/drawing/2014/main" id="{054746AC-F315-49CB-82AC-C80427EB7C1F}"/>
              </a:ext>
            </a:extLst>
          </p:cNvPr>
          <p:cNvCxnSpPr/>
          <p:nvPr/>
        </p:nvCxnSpPr>
        <p:spPr>
          <a:xfrm>
            <a:off x="10404963" y="4550377"/>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8188A4BB-9518-4B90-A649-149C7E7E0B38}"/>
              </a:ext>
            </a:extLst>
          </p:cNvPr>
          <p:cNvSpPr/>
          <p:nvPr/>
        </p:nvSpPr>
        <p:spPr>
          <a:xfrm>
            <a:off x="10731745" y="3381355"/>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Supplier Response to PIA</a:t>
            </a:r>
          </a:p>
        </p:txBody>
      </p:sp>
      <p:sp>
        <p:nvSpPr>
          <p:cNvPr id="63" name="TextBox 62">
            <a:extLst>
              <a:ext uri="{FF2B5EF4-FFF2-40B4-BE49-F238E27FC236}">
                <a16:creationId xmlns:a16="http://schemas.microsoft.com/office/drawing/2014/main" id="{8AAE050E-EABD-495A-8ECC-8F89C75FE744}"/>
              </a:ext>
            </a:extLst>
          </p:cNvPr>
          <p:cNvSpPr txBox="1"/>
          <p:nvPr/>
        </p:nvSpPr>
        <p:spPr>
          <a:xfrm>
            <a:off x="3906181" y="4449120"/>
            <a:ext cx="716863"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2 Weeks </a:t>
            </a:r>
          </a:p>
        </p:txBody>
      </p:sp>
      <p:sp>
        <p:nvSpPr>
          <p:cNvPr id="45" name="Rectangle 44">
            <a:extLst>
              <a:ext uri="{FF2B5EF4-FFF2-40B4-BE49-F238E27FC236}">
                <a16:creationId xmlns:a16="http://schemas.microsoft.com/office/drawing/2014/main" id="{2EC1660B-A414-4275-8CC5-787D78966AE9}"/>
              </a:ext>
            </a:extLst>
          </p:cNvPr>
          <p:cNvSpPr/>
          <p:nvPr/>
        </p:nvSpPr>
        <p:spPr>
          <a:xfrm>
            <a:off x="3935236" y="3386107"/>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Complete Build Print Package</a:t>
            </a:r>
          </a:p>
        </p:txBody>
      </p:sp>
      <p:sp>
        <p:nvSpPr>
          <p:cNvPr id="64" name="Rectangle 63">
            <a:extLst>
              <a:ext uri="{FF2B5EF4-FFF2-40B4-BE49-F238E27FC236}">
                <a16:creationId xmlns:a16="http://schemas.microsoft.com/office/drawing/2014/main" id="{9DDCB595-EE32-4520-AF35-011937FE5868}"/>
              </a:ext>
            </a:extLst>
          </p:cNvPr>
          <p:cNvSpPr/>
          <p:nvPr/>
        </p:nvSpPr>
        <p:spPr>
          <a:xfrm>
            <a:off x="2504330" y="1474791"/>
            <a:ext cx="509652" cy="4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mn-ea"/>
                <a:cs typeface="+mn-cs"/>
              </a:rPr>
              <a:t>Develop BOM</a:t>
            </a:r>
          </a:p>
        </p:txBody>
      </p:sp>
      <p:sp>
        <p:nvSpPr>
          <p:cNvPr id="65" name="Rectangle 64">
            <a:extLst>
              <a:ext uri="{FF2B5EF4-FFF2-40B4-BE49-F238E27FC236}">
                <a16:creationId xmlns:a16="http://schemas.microsoft.com/office/drawing/2014/main" id="{633D689C-A552-4CC9-B0C8-4394C2F1DF9C}"/>
              </a:ext>
            </a:extLst>
          </p:cNvPr>
          <p:cNvSpPr/>
          <p:nvPr/>
        </p:nvSpPr>
        <p:spPr>
          <a:xfrm>
            <a:off x="2504330" y="1992956"/>
            <a:ext cx="509652" cy="4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mn-ea"/>
                <a:cs typeface="+mn-cs"/>
              </a:rPr>
              <a:t>Develop Drawing</a:t>
            </a:r>
          </a:p>
        </p:txBody>
      </p:sp>
      <p:sp>
        <p:nvSpPr>
          <p:cNvPr id="66" name="Rectangle 65">
            <a:extLst>
              <a:ext uri="{FF2B5EF4-FFF2-40B4-BE49-F238E27FC236}">
                <a16:creationId xmlns:a16="http://schemas.microsoft.com/office/drawing/2014/main" id="{FBBDFE43-3962-4EB6-B1D3-EA9C5C8510EB}"/>
              </a:ext>
            </a:extLst>
          </p:cNvPr>
          <p:cNvSpPr/>
          <p:nvPr/>
        </p:nvSpPr>
        <p:spPr>
          <a:xfrm>
            <a:off x="3251649" y="1439413"/>
            <a:ext cx="509652" cy="5535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mn-ea"/>
                <a:cs typeface="+mn-cs"/>
              </a:rPr>
              <a:t>Identify Hazardous or EEE Parts</a:t>
            </a:r>
          </a:p>
        </p:txBody>
      </p:sp>
      <p:sp>
        <p:nvSpPr>
          <p:cNvPr id="67" name="Rectangle 66">
            <a:extLst>
              <a:ext uri="{FF2B5EF4-FFF2-40B4-BE49-F238E27FC236}">
                <a16:creationId xmlns:a16="http://schemas.microsoft.com/office/drawing/2014/main" id="{E06F5861-31E0-41C6-846A-8941F066E521}"/>
              </a:ext>
            </a:extLst>
          </p:cNvPr>
          <p:cNvSpPr/>
          <p:nvPr/>
        </p:nvSpPr>
        <p:spPr>
          <a:xfrm>
            <a:off x="2504330" y="2489371"/>
            <a:ext cx="509652" cy="4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Arial"/>
                <a:ea typeface="+mn-ea"/>
                <a:cs typeface="+mn-cs"/>
              </a:rPr>
              <a:t>Develop Specifications</a:t>
            </a:r>
          </a:p>
        </p:txBody>
      </p:sp>
      <p:sp>
        <p:nvSpPr>
          <p:cNvPr id="68" name="TextBox 67">
            <a:extLst>
              <a:ext uri="{FF2B5EF4-FFF2-40B4-BE49-F238E27FC236}">
                <a16:creationId xmlns:a16="http://schemas.microsoft.com/office/drawing/2014/main" id="{53406A62-FEF1-46EB-B7F2-D8556C99F35C}"/>
              </a:ext>
            </a:extLst>
          </p:cNvPr>
          <p:cNvSpPr txBox="1"/>
          <p:nvPr/>
        </p:nvSpPr>
        <p:spPr>
          <a:xfrm>
            <a:off x="4615521" y="3640879"/>
            <a:ext cx="723275" cy="57708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0</a:t>
            </a:r>
          </a:p>
        </p:txBody>
      </p:sp>
      <p:cxnSp>
        <p:nvCxnSpPr>
          <p:cNvPr id="8" name="Connector: Elbow 7">
            <a:extLst>
              <a:ext uri="{FF2B5EF4-FFF2-40B4-BE49-F238E27FC236}">
                <a16:creationId xmlns:a16="http://schemas.microsoft.com/office/drawing/2014/main" id="{5F8E270A-27C4-4D24-8854-52BC2748D5F3}"/>
              </a:ext>
            </a:extLst>
          </p:cNvPr>
          <p:cNvCxnSpPr>
            <a:stCxn id="66" idx="3"/>
            <a:endCxn id="45" idx="0"/>
          </p:cNvCxnSpPr>
          <p:nvPr/>
        </p:nvCxnSpPr>
        <p:spPr>
          <a:xfrm>
            <a:off x="3761301" y="1716185"/>
            <a:ext cx="547595" cy="166992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E5D36C20-B478-4B2F-91F8-1FBE40317A8D}"/>
              </a:ext>
            </a:extLst>
          </p:cNvPr>
          <p:cNvSpPr/>
          <p:nvPr/>
        </p:nvSpPr>
        <p:spPr>
          <a:xfrm>
            <a:off x="7994740" y="1777572"/>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Approve RBPI</a:t>
            </a:r>
          </a:p>
        </p:txBody>
      </p:sp>
      <p:cxnSp>
        <p:nvCxnSpPr>
          <p:cNvPr id="10" name="Straight Arrow Connector 9">
            <a:extLst>
              <a:ext uri="{FF2B5EF4-FFF2-40B4-BE49-F238E27FC236}">
                <a16:creationId xmlns:a16="http://schemas.microsoft.com/office/drawing/2014/main" id="{D23E1CF2-4889-473B-B093-5881CB20D4F0}"/>
              </a:ext>
            </a:extLst>
          </p:cNvPr>
          <p:cNvCxnSpPr>
            <a:stCxn id="69" idx="2"/>
            <a:endCxn id="55" idx="0"/>
          </p:cNvCxnSpPr>
          <p:nvPr/>
        </p:nvCxnSpPr>
        <p:spPr>
          <a:xfrm>
            <a:off x="8368400" y="2611469"/>
            <a:ext cx="1" cy="755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D27483-981F-41E7-A688-8C0C2392F99C}"/>
              </a:ext>
            </a:extLst>
          </p:cNvPr>
          <p:cNvCxnSpPr>
            <a:cxnSpLocks/>
            <a:stCxn id="50" idx="0"/>
            <a:endCxn id="85" idx="1"/>
          </p:cNvCxnSpPr>
          <p:nvPr/>
        </p:nvCxnSpPr>
        <p:spPr>
          <a:xfrm flipV="1">
            <a:off x="6941252" y="1104711"/>
            <a:ext cx="311899" cy="6712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DB22D3A0-10CB-467A-B819-8B658E82EAF6}"/>
              </a:ext>
            </a:extLst>
          </p:cNvPr>
          <p:cNvCxnSpPr>
            <a:stCxn id="46" idx="0"/>
            <a:endCxn id="50" idx="1"/>
          </p:cNvCxnSpPr>
          <p:nvPr/>
        </p:nvCxnSpPr>
        <p:spPr>
          <a:xfrm rot="5400000" flipH="1" flipV="1">
            <a:off x="5473508" y="2306636"/>
            <a:ext cx="1207853" cy="98031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346041B-268C-4079-AC13-B179C63B4E91}"/>
              </a:ext>
            </a:extLst>
          </p:cNvPr>
          <p:cNvSpPr txBox="1"/>
          <p:nvPr/>
        </p:nvSpPr>
        <p:spPr>
          <a:xfrm>
            <a:off x="82564" y="4743035"/>
            <a:ext cx="80707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Estimates are ROM</a:t>
            </a:r>
          </a:p>
        </p:txBody>
      </p:sp>
      <p:sp>
        <p:nvSpPr>
          <p:cNvPr id="70" name="TextBox 69">
            <a:extLst>
              <a:ext uri="{FF2B5EF4-FFF2-40B4-BE49-F238E27FC236}">
                <a16:creationId xmlns:a16="http://schemas.microsoft.com/office/drawing/2014/main" id="{0DF9B25C-0625-4232-A84B-EFB0391A783D}"/>
              </a:ext>
            </a:extLst>
          </p:cNvPr>
          <p:cNvSpPr txBox="1"/>
          <p:nvPr/>
        </p:nvSpPr>
        <p:spPr>
          <a:xfrm>
            <a:off x="6725066" y="2656297"/>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71" name="TextBox 70">
            <a:extLst>
              <a:ext uri="{FF2B5EF4-FFF2-40B4-BE49-F238E27FC236}">
                <a16:creationId xmlns:a16="http://schemas.microsoft.com/office/drawing/2014/main" id="{9BD6363B-2103-44F5-847A-69A8C1172608}"/>
              </a:ext>
            </a:extLst>
          </p:cNvPr>
          <p:cNvSpPr txBox="1"/>
          <p:nvPr/>
        </p:nvSpPr>
        <p:spPr>
          <a:xfrm>
            <a:off x="8106288" y="2664941"/>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73" name="Oval 72">
            <a:extLst>
              <a:ext uri="{FF2B5EF4-FFF2-40B4-BE49-F238E27FC236}">
                <a16:creationId xmlns:a16="http://schemas.microsoft.com/office/drawing/2014/main" id="{CD1151D9-E8DB-4EB7-AADB-C9A147867016}"/>
              </a:ext>
            </a:extLst>
          </p:cNvPr>
          <p:cNvSpPr>
            <a:spLocks noChangeAspect="1"/>
          </p:cNvSpPr>
          <p:nvPr/>
        </p:nvSpPr>
        <p:spPr>
          <a:xfrm>
            <a:off x="1353117" y="566079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7" name="Oval 76">
            <a:extLst>
              <a:ext uri="{FF2B5EF4-FFF2-40B4-BE49-F238E27FC236}">
                <a16:creationId xmlns:a16="http://schemas.microsoft.com/office/drawing/2014/main" id="{315CB4D3-2C74-466D-ADF4-15FBAA44BA9C}"/>
              </a:ext>
            </a:extLst>
          </p:cNvPr>
          <p:cNvSpPr>
            <a:spLocks noChangeAspect="1"/>
          </p:cNvSpPr>
          <p:nvPr/>
        </p:nvSpPr>
        <p:spPr>
          <a:xfrm>
            <a:off x="4179203" y="564486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8" name="Oval 77">
            <a:extLst>
              <a:ext uri="{FF2B5EF4-FFF2-40B4-BE49-F238E27FC236}">
                <a16:creationId xmlns:a16="http://schemas.microsoft.com/office/drawing/2014/main" id="{8C403709-F0BA-49F8-9735-35DBEA809F93}"/>
              </a:ext>
            </a:extLst>
          </p:cNvPr>
          <p:cNvSpPr>
            <a:spLocks noChangeAspect="1"/>
          </p:cNvSpPr>
          <p:nvPr/>
        </p:nvSpPr>
        <p:spPr>
          <a:xfrm>
            <a:off x="5495836" y="512879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9" name="Oval 78">
            <a:extLst>
              <a:ext uri="{FF2B5EF4-FFF2-40B4-BE49-F238E27FC236}">
                <a16:creationId xmlns:a16="http://schemas.microsoft.com/office/drawing/2014/main" id="{E5E53E84-2130-4D33-AAC8-8D7FCEDB9D27}"/>
              </a:ext>
            </a:extLst>
          </p:cNvPr>
          <p:cNvSpPr>
            <a:spLocks noChangeAspect="1"/>
          </p:cNvSpPr>
          <p:nvPr/>
        </p:nvSpPr>
        <p:spPr>
          <a:xfrm>
            <a:off x="5495836" y="539509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0" name="Oval 79">
            <a:extLst>
              <a:ext uri="{FF2B5EF4-FFF2-40B4-BE49-F238E27FC236}">
                <a16:creationId xmlns:a16="http://schemas.microsoft.com/office/drawing/2014/main" id="{35785822-4C32-48F3-9C72-A0A4B5323E41}"/>
              </a:ext>
            </a:extLst>
          </p:cNvPr>
          <p:cNvSpPr>
            <a:spLocks noChangeAspect="1"/>
          </p:cNvSpPr>
          <p:nvPr/>
        </p:nvSpPr>
        <p:spPr>
          <a:xfrm>
            <a:off x="6849811" y="5637892"/>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1" name="Oval 80">
            <a:extLst>
              <a:ext uri="{FF2B5EF4-FFF2-40B4-BE49-F238E27FC236}">
                <a16:creationId xmlns:a16="http://schemas.microsoft.com/office/drawing/2014/main" id="{FAE61E73-DBFF-4BE8-9A73-2E8EE810C785}"/>
              </a:ext>
            </a:extLst>
          </p:cNvPr>
          <p:cNvSpPr>
            <a:spLocks noChangeAspect="1"/>
          </p:cNvSpPr>
          <p:nvPr/>
        </p:nvSpPr>
        <p:spPr>
          <a:xfrm>
            <a:off x="8277521" y="510941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2" name="Oval 81">
            <a:extLst>
              <a:ext uri="{FF2B5EF4-FFF2-40B4-BE49-F238E27FC236}">
                <a16:creationId xmlns:a16="http://schemas.microsoft.com/office/drawing/2014/main" id="{9706C96A-829B-495D-BAA6-CE3667D245C2}"/>
              </a:ext>
            </a:extLst>
          </p:cNvPr>
          <p:cNvSpPr>
            <a:spLocks noChangeAspect="1"/>
          </p:cNvSpPr>
          <p:nvPr/>
        </p:nvSpPr>
        <p:spPr>
          <a:xfrm>
            <a:off x="9631051" y="512879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3" name="Oval 82">
            <a:extLst>
              <a:ext uri="{FF2B5EF4-FFF2-40B4-BE49-F238E27FC236}">
                <a16:creationId xmlns:a16="http://schemas.microsoft.com/office/drawing/2014/main" id="{1855FC7C-2005-4273-A65B-C22BF82148A6}"/>
              </a:ext>
            </a:extLst>
          </p:cNvPr>
          <p:cNvSpPr>
            <a:spLocks noChangeAspect="1"/>
          </p:cNvSpPr>
          <p:nvPr/>
        </p:nvSpPr>
        <p:spPr>
          <a:xfrm>
            <a:off x="11013964" y="513937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4" name="Oval 83">
            <a:extLst>
              <a:ext uri="{FF2B5EF4-FFF2-40B4-BE49-F238E27FC236}">
                <a16:creationId xmlns:a16="http://schemas.microsoft.com/office/drawing/2014/main" id="{E31DAA5C-2F44-4142-98A7-CB354DD6E302}"/>
              </a:ext>
            </a:extLst>
          </p:cNvPr>
          <p:cNvSpPr>
            <a:spLocks noChangeAspect="1"/>
          </p:cNvSpPr>
          <p:nvPr/>
        </p:nvSpPr>
        <p:spPr>
          <a:xfrm>
            <a:off x="11013964" y="633308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0955C417-FD7A-40E0-ADFE-ADD40FEE759D}"/>
              </a:ext>
            </a:extLst>
          </p:cNvPr>
          <p:cNvSpPr/>
          <p:nvPr/>
        </p:nvSpPr>
        <p:spPr>
          <a:xfrm>
            <a:off x="7253151" y="687762"/>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Intellectual Property Review</a:t>
            </a:r>
          </a:p>
        </p:txBody>
      </p:sp>
      <p:cxnSp>
        <p:nvCxnSpPr>
          <p:cNvPr id="34" name="Straight Arrow Connector 33">
            <a:extLst>
              <a:ext uri="{FF2B5EF4-FFF2-40B4-BE49-F238E27FC236}">
                <a16:creationId xmlns:a16="http://schemas.microsoft.com/office/drawing/2014/main" id="{4EC4F2CA-676F-40AD-AC83-A086A4733039}"/>
              </a:ext>
            </a:extLst>
          </p:cNvPr>
          <p:cNvCxnSpPr>
            <a:stCxn id="85" idx="3"/>
            <a:endCxn id="69" idx="0"/>
          </p:cNvCxnSpPr>
          <p:nvPr/>
        </p:nvCxnSpPr>
        <p:spPr>
          <a:xfrm>
            <a:off x="8000470" y="1104711"/>
            <a:ext cx="367930" cy="672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16A47576-D802-4E60-BED0-BBD9B8DD0BE1}"/>
              </a:ext>
            </a:extLst>
          </p:cNvPr>
          <p:cNvSpPr txBox="1"/>
          <p:nvPr/>
        </p:nvSpPr>
        <p:spPr>
          <a:xfrm>
            <a:off x="7294660" y="1516129"/>
            <a:ext cx="643125" cy="5539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10 – 14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Days</a:t>
            </a:r>
          </a:p>
        </p:txBody>
      </p:sp>
      <p:sp>
        <p:nvSpPr>
          <p:cNvPr id="87" name="Oval 86">
            <a:extLst>
              <a:ext uri="{FF2B5EF4-FFF2-40B4-BE49-F238E27FC236}">
                <a16:creationId xmlns:a16="http://schemas.microsoft.com/office/drawing/2014/main" id="{D694043F-0B7B-4581-8DE1-2E098BC11D04}"/>
              </a:ext>
            </a:extLst>
          </p:cNvPr>
          <p:cNvSpPr>
            <a:spLocks noChangeAspect="1"/>
          </p:cNvSpPr>
          <p:nvPr/>
        </p:nvSpPr>
        <p:spPr>
          <a:xfrm>
            <a:off x="5487642" y="564486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 name="Rectangle: Rounded Corners 5">
            <a:extLst>
              <a:ext uri="{FF2B5EF4-FFF2-40B4-BE49-F238E27FC236}">
                <a16:creationId xmlns:a16="http://schemas.microsoft.com/office/drawing/2014/main" id="{3753157D-37A7-444B-BA1C-10F17B0611E4}"/>
              </a:ext>
            </a:extLst>
          </p:cNvPr>
          <p:cNvSpPr/>
          <p:nvPr/>
        </p:nvSpPr>
        <p:spPr>
          <a:xfrm>
            <a:off x="2328530" y="1271871"/>
            <a:ext cx="850473" cy="179317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Arrow: Curved Up 8">
            <a:extLst>
              <a:ext uri="{FF2B5EF4-FFF2-40B4-BE49-F238E27FC236}">
                <a16:creationId xmlns:a16="http://schemas.microsoft.com/office/drawing/2014/main" id="{9DBFA723-3239-4C48-9CB5-8B63C5970307}"/>
              </a:ext>
            </a:extLst>
          </p:cNvPr>
          <p:cNvSpPr/>
          <p:nvPr/>
        </p:nvSpPr>
        <p:spPr>
          <a:xfrm flipV="1">
            <a:off x="2931560" y="383765"/>
            <a:ext cx="8646607" cy="86025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1" name="Rectangle: Rounded Corners 10">
            <a:extLst>
              <a:ext uri="{FF2B5EF4-FFF2-40B4-BE49-F238E27FC236}">
                <a16:creationId xmlns:a16="http://schemas.microsoft.com/office/drawing/2014/main" id="{985A5E6A-AB36-4DCA-9972-05C4BE1B49D9}"/>
              </a:ext>
            </a:extLst>
          </p:cNvPr>
          <p:cNvSpPr/>
          <p:nvPr/>
        </p:nvSpPr>
        <p:spPr>
          <a:xfrm>
            <a:off x="10951492" y="1294590"/>
            <a:ext cx="901642" cy="25476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Next Page</a:t>
            </a:r>
          </a:p>
        </p:txBody>
      </p:sp>
      <p:sp>
        <p:nvSpPr>
          <p:cNvPr id="88" name="Oval 87">
            <a:extLst>
              <a:ext uri="{FF2B5EF4-FFF2-40B4-BE49-F238E27FC236}">
                <a16:creationId xmlns:a16="http://schemas.microsoft.com/office/drawing/2014/main" id="{6FA2000C-B9CF-47D4-81EE-7730DFC48BAB}"/>
              </a:ext>
            </a:extLst>
          </p:cNvPr>
          <p:cNvSpPr>
            <a:spLocks noChangeAspect="1"/>
          </p:cNvSpPr>
          <p:nvPr/>
        </p:nvSpPr>
        <p:spPr>
          <a:xfrm>
            <a:off x="6856686" y="512136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9" name="TextBox 88">
            <a:extLst>
              <a:ext uri="{FF2B5EF4-FFF2-40B4-BE49-F238E27FC236}">
                <a16:creationId xmlns:a16="http://schemas.microsoft.com/office/drawing/2014/main" id="{FE14B121-9BFA-4384-8E56-6696AEB9F916}"/>
              </a:ext>
            </a:extLst>
          </p:cNvPr>
          <p:cNvSpPr txBox="1"/>
          <p:nvPr/>
        </p:nvSpPr>
        <p:spPr>
          <a:xfrm>
            <a:off x="10200730" y="2256187"/>
            <a:ext cx="1983235" cy="5539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sngStrike" kern="1200" cap="none" spc="0" normalizeH="0" baseline="0" noProof="0" dirty="0">
                <a:ln>
                  <a:noFill/>
                </a:ln>
                <a:effectLst/>
                <a:uLnTx/>
                <a:uFillTx/>
                <a:latin typeface="Arial"/>
                <a:ea typeface="+mn-ea"/>
                <a:cs typeface="+mn-cs"/>
              </a:rPr>
              <a:t>25-(30+N) Work Days Minimum</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dirty="0">
              <a:solidFill>
                <a:srgbClr val="0000FF"/>
              </a:solidFill>
              <a:latin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21 Days Minimum </a:t>
            </a:r>
          </a:p>
        </p:txBody>
      </p:sp>
      <p:sp>
        <p:nvSpPr>
          <p:cNvPr id="4" name="Flowchart: Decision 3">
            <a:extLst>
              <a:ext uri="{FF2B5EF4-FFF2-40B4-BE49-F238E27FC236}">
                <a16:creationId xmlns:a16="http://schemas.microsoft.com/office/drawing/2014/main" id="{F42C6DCC-A5C0-4944-AC9B-8019255298BE}"/>
              </a:ext>
            </a:extLst>
          </p:cNvPr>
          <p:cNvSpPr/>
          <p:nvPr/>
        </p:nvSpPr>
        <p:spPr>
          <a:xfrm>
            <a:off x="5247272" y="1925266"/>
            <a:ext cx="672206" cy="520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TextBox 6">
            <a:extLst>
              <a:ext uri="{FF2B5EF4-FFF2-40B4-BE49-F238E27FC236}">
                <a16:creationId xmlns:a16="http://schemas.microsoft.com/office/drawing/2014/main" id="{48A89223-2BD9-4AE9-BE99-598A9DA7F039}"/>
              </a:ext>
            </a:extLst>
          </p:cNvPr>
          <p:cNvSpPr txBox="1"/>
          <p:nvPr/>
        </p:nvSpPr>
        <p:spPr>
          <a:xfrm>
            <a:off x="5239470" y="2052137"/>
            <a:ext cx="716863"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mn-ea"/>
                <a:cs typeface="+mn-cs"/>
              </a:rPr>
              <a:t>Proprietary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mn-ea"/>
                <a:cs typeface="+mn-cs"/>
              </a:rPr>
              <a:t>Info</a:t>
            </a:r>
          </a:p>
        </p:txBody>
      </p:sp>
      <p:sp>
        <p:nvSpPr>
          <p:cNvPr id="13" name="TextBox 12">
            <a:extLst>
              <a:ext uri="{FF2B5EF4-FFF2-40B4-BE49-F238E27FC236}">
                <a16:creationId xmlns:a16="http://schemas.microsoft.com/office/drawing/2014/main" id="{75B606E8-ED4B-4752-A4FB-F127AFF8176C}"/>
              </a:ext>
            </a:extLst>
          </p:cNvPr>
          <p:cNvSpPr txBox="1"/>
          <p:nvPr/>
        </p:nvSpPr>
        <p:spPr>
          <a:xfrm>
            <a:off x="5895174" y="1951328"/>
            <a:ext cx="27924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Y</a:t>
            </a:r>
          </a:p>
        </p:txBody>
      </p:sp>
      <p:cxnSp>
        <p:nvCxnSpPr>
          <p:cNvPr id="31" name="Straight Arrow Connector 30">
            <a:extLst>
              <a:ext uri="{FF2B5EF4-FFF2-40B4-BE49-F238E27FC236}">
                <a16:creationId xmlns:a16="http://schemas.microsoft.com/office/drawing/2014/main" id="{98D89C06-BB7E-478A-AE2E-302D8C778D67}"/>
              </a:ext>
            </a:extLst>
          </p:cNvPr>
          <p:cNvCxnSpPr>
            <a:stCxn id="4" idx="0"/>
          </p:cNvCxnSpPr>
          <p:nvPr/>
        </p:nvCxnSpPr>
        <p:spPr>
          <a:xfrm flipV="1">
            <a:off x="5583375" y="443576"/>
            <a:ext cx="14526" cy="1481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910D4127-A9E5-445A-B4D4-C2F0EE6E6E1B}"/>
              </a:ext>
            </a:extLst>
          </p:cNvPr>
          <p:cNvSpPr txBox="1"/>
          <p:nvPr/>
        </p:nvSpPr>
        <p:spPr>
          <a:xfrm>
            <a:off x="5356214" y="1616844"/>
            <a:ext cx="287258"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N</a:t>
            </a:r>
          </a:p>
        </p:txBody>
      </p:sp>
      <p:sp>
        <p:nvSpPr>
          <p:cNvPr id="93" name="TextBox 92">
            <a:extLst>
              <a:ext uri="{FF2B5EF4-FFF2-40B4-BE49-F238E27FC236}">
                <a16:creationId xmlns:a16="http://schemas.microsoft.com/office/drawing/2014/main" id="{31277DC4-325A-4EAB-BAD3-D99C882D68DB}"/>
              </a:ext>
            </a:extLst>
          </p:cNvPr>
          <p:cNvSpPr txBox="1"/>
          <p:nvPr/>
        </p:nvSpPr>
        <p:spPr>
          <a:xfrm>
            <a:off x="11190121" y="6332689"/>
            <a:ext cx="56297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29" name="TextBox 28">
            <a:extLst>
              <a:ext uri="{FF2B5EF4-FFF2-40B4-BE49-F238E27FC236}">
                <a16:creationId xmlns:a16="http://schemas.microsoft.com/office/drawing/2014/main" id="{98D8558A-F185-499C-990C-3E4B537991B1}"/>
              </a:ext>
            </a:extLst>
          </p:cNvPr>
          <p:cNvSpPr txBox="1"/>
          <p:nvPr/>
        </p:nvSpPr>
        <p:spPr>
          <a:xfrm rot="16200000">
            <a:off x="1280772" y="1924366"/>
            <a:ext cx="1744387" cy="41549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 is Variable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Not included in Estimates </a:t>
            </a:r>
          </a:p>
        </p:txBody>
      </p:sp>
      <p:sp>
        <p:nvSpPr>
          <p:cNvPr id="35" name="TextBox 34">
            <a:extLst>
              <a:ext uri="{FF2B5EF4-FFF2-40B4-BE49-F238E27FC236}">
                <a16:creationId xmlns:a16="http://schemas.microsoft.com/office/drawing/2014/main" id="{901F5ED6-E436-42AD-BA68-C32C14D440A0}"/>
              </a:ext>
            </a:extLst>
          </p:cNvPr>
          <p:cNvSpPr txBox="1"/>
          <p:nvPr/>
        </p:nvSpPr>
        <p:spPr>
          <a:xfrm>
            <a:off x="3227894" y="1059536"/>
            <a:ext cx="649537"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00FF"/>
                </a:solidFill>
                <a:effectLst/>
                <a:uLnTx/>
                <a:uFillTx/>
                <a:latin typeface="Arial"/>
                <a:ea typeface="+mn-ea"/>
                <a:cs typeface="+mn-cs"/>
              </a:rPr>
              <a:t>Eng</a:t>
            </a:r>
            <a:r>
              <a:rPr kumimoji="0" lang="en-US" sz="800" b="0" i="0" u="none" strike="noStrike" kern="1200" cap="none" spc="0" normalizeH="0" baseline="0" noProof="0" dirty="0">
                <a:ln>
                  <a:noFill/>
                </a:ln>
                <a:solidFill>
                  <a:srgbClr val="0000FF"/>
                </a:solidFill>
                <a:effectLst/>
                <a:uLnTx/>
                <a:uFillTx/>
                <a:latin typeface="Arial"/>
                <a:ea typeface="+mn-ea"/>
                <a:cs typeface="+mn-cs"/>
              </a:rPr>
              <a:t> &amp; SM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FF"/>
                </a:solidFill>
                <a:effectLst/>
                <a:uLnTx/>
                <a:uFillTx/>
                <a:latin typeface="Arial"/>
                <a:ea typeface="+mn-ea"/>
                <a:cs typeface="+mn-cs"/>
              </a:rPr>
              <a:t>Together</a:t>
            </a:r>
          </a:p>
        </p:txBody>
      </p:sp>
      <p:cxnSp>
        <p:nvCxnSpPr>
          <p:cNvPr id="37" name="Straight Arrow Connector 36">
            <a:extLst>
              <a:ext uri="{FF2B5EF4-FFF2-40B4-BE49-F238E27FC236}">
                <a16:creationId xmlns:a16="http://schemas.microsoft.com/office/drawing/2014/main" id="{AD7B5875-3BD0-472E-883D-CA0C4D99E459}"/>
              </a:ext>
            </a:extLst>
          </p:cNvPr>
          <p:cNvCxnSpPr>
            <a:cxnSpLocks/>
          </p:cNvCxnSpPr>
          <p:nvPr/>
        </p:nvCxnSpPr>
        <p:spPr>
          <a:xfrm flipH="1">
            <a:off x="3038200" y="1231702"/>
            <a:ext cx="311885" cy="241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Rectangle 93">
            <a:extLst>
              <a:ext uri="{FF2B5EF4-FFF2-40B4-BE49-F238E27FC236}">
                <a16:creationId xmlns:a16="http://schemas.microsoft.com/office/drawing/2014/main" id="{B66B9F94-F033-4361-8CE1-879C45905927}"/>
              </a:ext>
            </a:extLst>
          </p:cNvPr>
          <p:cNvSpPr/>
          <p:nvPr/>
        </p:nvSpPr>
        <p:spPr>
          <a:xfrm>
            <a:off x="2534595" y="3391494"/>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Conduct Kickoff Meeting</a:t>
            </a:r>
          </a:p>
        </p:txBody>
      </p:sp>
      <p:sp>
        <p:nvSpPr>
          <p:cNvPr id="95" name="TextBox 94">
            <a:extLst>
              <a:ext uri="{FF2B5EF4-FFF2-40B4-BE49-F238E27FC236}">
                <a16:creationId xmlns:a16="http://schemas.microsoft.com/office/drawing/2014/main" id="{4BE9822C-E280-4DEB-A1F7-D7347A125C2E}"/>
              </a:ext>
            </a:extLst>
          </p:cNvPr>
          <p:cNvSpPr txBox="1"/>
          <p:nvPr/>
        </p:nvSpPr>
        <p:spPr>
          <a:xfrm>
            <a:off x="2619077" y="4443290"/>
            <a:ext cx="5677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 Day</a:t>
            </a:r>
          </a:p>
        </p:txBody>
      </p:sp>
      <p:sp>
        <p:nvSpPr>
          <p:cNvPr id="96" name="Oval 95">
            <a:extLst>
              <a:ext uri="{FF2B5EF4-FFF2-40B4-BE49-F238E27FC236}">
                <a16:creationId xmlns:a16="http://schemas.microsoft.com/office/drawing/2014/main" id="{8532A772-C9F4-4D7A-B986-29C5FC1064F2}"/>
              </a:ext>
            </a:extLst>
          </p:cNvPr>
          <p:cNvSpPr>
            <a:spLocks noChangeAspect="1"/>
          </p:cNvSpPr>
          <p:nvPr/>
        </p:nvSpPr>
        <p:spPr>
          <a:xfrm>
            <a:off x="2774900" y="565752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7" name="Oval 96">
            <a:extLst>
              <a:ext uri="{FF2B5EF4-FFF2-40B4-BE49-F238E27FC236}">
                <a16:creationId xmlns:a16="http://schemas.microsoft.com/office/drawing/2014/main" id="{44AB9AD3-350A-467F-A6A2-0AEC5903C0EC}"/>
              </a:ext>
            </a:extLst>
          </p:cNvPr>
          <p:cNvSpPr>
            <a:spLocks noChangeAspect="1"/>
          </p:cNvSpPr>
          <p:nvPr/>
        </p:nvSpPr>
        <p:spPr>
          <a:xfrm>
            <a:off x="2774900" y="539902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8" name="Oval 97">
            <a:extLst>
              <a:ext uri="{FF2B5EF4-FFF2-40B4-BE49-F238E27FC236}">
                <a16:creationId xmlns:a16="http://schemas.microsoft.com/office/drawing/2014/main" id="{312D7631-6875-4FB0-B776-C1249B2A146B}"/>
              </a:ext>
            </a:extLst>
          </p:cNvPr>
          <p:cNvSpPr>
            <a:spLocks noChangeAspect="1"/>
          </p:cNvSpPr>
          <p:nvPr/>
        </p:nvSpPr>
        <p:spPr>
          <a:xfrm>
            <a:off x="2749164" y="610918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9" name="Oval 98">
            <a:extLst>
              <a:ext uri="{FF2B5EF4-FFF2-40B4-BE49-F238E27FC236}">
                <a16:creationId xmlns:a16="http://schemas.microsoft.com/office/drawing/2014/main" id="{A7D94924-2980-4F40-8DCD-6F24AB654EEC}"/>
              </a:ext>
            </a:extLst>
          </p:cNvPr>
          <p:cNvSpPr>
            <a:spLocks noChangeAspect="1"/>
          </p:cNvSpPr>
          <p:nvPr/>
        </p:nvSpPr>
        <p:spPr>
          <a:xfrm>
            <a:off x="2771498" y="514311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0" name="Explosion: 14 Points 89">
            <a:extLst>
              <a:ext uri="{FF2B5EF4-FFF2-40B4-BE49-F238E27FC236}">
                <a16:creationId xmlns:a16="http://schemas.microsoft.com/office/drawing/2014/main" id="{6014A4F4-107F-4041-8ED9-29D000302D82}"/>
              </a:ext>
            </a:extLst>
          </p:cNvPr>
          <p:cNvSpPr/>
          <p:nvPr/>
        </p:nvSpPr>
        <p:spPr>
          <a:xfrm>
            <a:off x="4416354" y="2940331"/>
            <a:ext cx="1216325"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Look at doing in parallel</a:t>
            </a:r>
          </a:p>
        </p:txBody>
      </p:sp>
      <p:sp>
        <p:nvSpPr>
          <p:cNvPr id="91" name="Explosion: 14 Points 90">
            <a:extLst>
              <a:ext uri="{FF2B5EF4-FFF2-40B4-BE49-F238E27FC236}">
                <a16:creationId xmlns:a16="http://schemas.microsoft.com/office/drawing/2014/main" id="{A1038DDA-EEB3-48D6-93B0-C1C12FCBEDF1}"/>
              </a:ext>
            </a:extLst>
          </p:cNvPr>
          <p:cNvSpPr/>
          <p:nvPr/>
        </p:nvSpPr>
        <p:spPr>
          <a:xfrm>
            <a:off x="7163097" y="3802640"/>
            <a:ext cx="1819660"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Draft in parallel with RBPI and complete at same time</a:t>
            </a:r>
          </a:p>
        </p:txBody>
      </p:sp>
    </p:spTree>
    <p:extLst>
      <p:ext uri="{BB962C8B-B14F-4D97-AF65-F5344CB8AC3E}">
        <p14:creationId xmlns:p14="http://schemas.microsoft.com/office/powerpoint/2010/main" val="533057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C90-CAF1-42DE-9205-7DEDADF021CD}"/>
              </a:ext>
            </a:extLst>
          </p:cNvPr>
          <p:cNvSpPr>
            <a:spLocks noGrp="1"/>
          </p:cNvSpPr>
          <p:nvPr>
            <p:ph type="title"/>
          </p:nvPr>
        </p:nvSpPr>
        <p:spPr/>
        <p:txBody>
          <a:bodyPr/>
          <a:lstStyle/>
          <a:p>
            <a:r>
              <a:rPr lang="en-US" dirty="0"/>
              <a:t>VSM Map Future State:</a:t>
            </a:r>
          </a:p>
        </p:txBody>
      </p:sp>
      <p:sp>
        <p:nvSpPr>
          <p:cNvPr id="14" name="Rectangle: Rounded Corners 13">
            <a:extLst>
              <a:ext uri="{FF2B5EF4-FFF2-40B4-BE49-F238E27FC236}">
                <a16:creationId xmlns:a16="http://schemas.microsoft.com/office/drawing/2014/main" id="{9E80EEDA-28C0-44D2-9321-141457BA08FF}"/>
              </a:ext>
            </a:extLst>
          </p:cNvPr>
          <p:cNvSpPr/>
          <p:nvPr/>
        </p:nvSpPr>
        <p:spPr>
          <a:xfrm rot="1296490">
            <a:off x="10609582" y="488219"/>
            <a:ext cx="1742536" cy="453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DRAFT</a:t>
            </a:r>
          </a:p>
        </p:txBody>
      </p:sp>
      <p:sp>
        <p:nvSpPr>
          <p:cNvPr id="15" name="Rectangle 14">
            <a:extLst>
              <a:ext uri="{FF2B5EF4-FFF2-40B4-BE49-F238E27FC236}">
                <a16:creationId xmlns:a16="http://schemas.microsoft.com/office/drawing/2014/main" id="{D1299F42-C063-4FF5-850D-BA962F4BB1F7}"/>
              </a:ext>
            </a:extLst>
          </p:cNvPr>
          <p:cNvSpPr/>
          <p:nvPr/>
        </p:nvSpPr>
        <p:spPr>
          <a:xfrm>
            <a:off x="1112812" y="3394760"/>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Legal Review of Supplier Response to PIA (Optional)</a:t>
            </a:r>
          </a:p>
        </p:txBody>
      </p:sp>
      <p:sp>
        <p:nvSpPr>
          <p:cNvPr id="16" name="TextBox 15">
            <a:extLst>
              <a:ext uri="{FF2B5EF4-FFF2-40B4-BE49-F238E27FC236}">
                <a16:creationId xmlns:a16="http://schemas.microsoft.com/office/drawing/2014/main" id="{DA2E9D79-9786-4B1A-8FB8-09326B3A92A8}"/>
              </a:ext>
            </a:extLst>
          </p:cNvPr>
          <p:cNvSpPr txBox="1"/>
          <p:nvPr/>
        </p:nvSpPr>
        <p:spPr>
          <a:xfrm>
            <a:off x="-17977" y="4421267"/>
            <a:ext cx="11095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Task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Total Duration:</a:t>
            </a:r>
          </a:p>
        </p:txBody>
      </p:sp>
      <p:cxnSp>
        <p:nvCxnSpPr>
          <p:cNvPr id="19" name="Straight Connector 18">
            <a:extLst>
              <a:ext uri="{FF2B5EF4-FFF2-40B4-BE49-F238E27FC236}">
                <a16:creationId xmlns:a16="http://schemas.microsoft.com/office/drawing/2014/main" id="{009DB1AD-F045-4E43-AF32-D6CFE4FD3DF5}"/>
              </a:ext>
            </a:extLst>
          </p:cNvPr>
          <p:cNvCxnSpPr/>
          <p:nvPr/>
        </p:nvCxnSpPr>
        <p:spPr>
          <a:xfrm>
            <a:off x="60385" y="5358067"/>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69FA31-BDF8-4D3C-BEA1-4053EE731045}"/>
              </a:ext>
            </a:extLst>
          </p:cNvPr>
          <p:cNvCxnSpPr/>
          <p:nvPr/>
        </p:nvCxnSpPr>
        <p:spPr>
          <a:xfrm>
            <a:off x="60385" y="561398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AECD06-D3C9-454B-88B7-E03AB405966B}"/>
              </a:ext>
            </a:extLst>
          </p:cNvPr>
          <p:cNvCxnSpPr/>
          <p:nvPr/>
        </p:nvCxnSpPr>
        <p:spPr>
          <a:xfrm>
            <a:off x="60385" y="585552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5C7842-2A78-4CC3-85E3-E7B58A9A16E4}"/>
              </a:ext>
            </a:extLst>
          </p:cNvPr>
          <p:cNvCxnSpPr/>
          <p:nvPr/>
        </p:nvCxnSpPr>
        <p:spPr>
          <a:xfrm>
            <a:off x="60385" y="6088436"/>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984967-2487-4244-98D6-A671999BF787}"/>
              </a:ext>
            </a:extLst>
          </p:cNvPr>
          <p:cNvCxnSpPr/>
          <p:nvPr/>
        </p:nvCxnSpPr>
        <p:spPr>
          <a:xfrm>
            <a:off x="60385" y="6321349"/>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A1A73D-40FC-43E5-AE89-E76996A6A522}"/>
              </a:ext>
            </a:extLst>
          </p:cNvPr>
          <p:cNvCxnSpPr/>
          <p:nvPr/>
        </p:nvCxnSpPr>
        <p:spPr>
          <a:xfrm>
            <a:off x="60385" y="6562889"/>
            <a:ext cx="1180093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70D92E5-FDBF-44EE-954F-3B318EA2ADB8}"/>
              </a:ext>
            </a:extLst>
          </p:cNvPr>
          <p:cNvSpPr/>
          <p:nvPr/>
        </p:nvSpPr>
        <p:spPr>
          <a:xfrm>
            <a:off x="2547465" y="3392135"/>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Sign PIA</a:t>
            </a:r>
          </a:p>
        </p:txBody>
      </p:sp>
      <p:sp>
        <p:nvSpPr>
          <p:cNvPr id="27" name="TextBox 26">
            <a:extLst>
              <a:ext uri="{FF2B5EF4-FFF2-40B4-BE49-F238E27FC236}">
                <a16:creationId xmlns:a16="http://schemas.microsoft.com/office/drawing/2014/main" id="{2AF52AC3-300D-4675-9C9F-DF2B8E5833D0}"/>
              </a:ext>
            </a:extLst>
          </p:cNvPr>
          <p:cNvSpPr txBox="1"/>
          <p:nvPr/>
        </p:nvSpPr>
        <p:spPr>
          <a:xfrm>
            <a:off x="1834345" y="3642695"/>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30" name="TextBox 29">
            <a:extLst>
              <a:ext uri="{FF2B5EF4-FFF2-40B4-BE49-F238E27FC236}">
                <a16:creationId xmlns:a16="http://schemas.microsoft.com/office/drawing/2014/main" id="{0E257F3A-7C35-4545-A6EB-1C137AE052D1}"/>
              </a:ext>
            </a:extLst>
          </p:cNvPr>
          <p:cNvSpPr txBox="1"/>
          <p:nvPr/>
        </p:nvSpPr>
        <p:spPr>
          <a:xfrm>
            <a:off x="3226620" y="364038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33" name="TextBox 32">
            <a:extLst>
              <a:ext uri="{FF2B5EF4-FFF2-40B4-BE49-F238E27FC236}">
                <a16:creationId xmlns:a16="http://schemas.microsoft.com/office/drawing/2014/main" id="{4DB2C2B2-5670-477C-9180-F08C00075A4D}"/>
              </a:ext>
            </a:extLst>
          </p:cNvPr>
          <p:cNvSpPr txBox="1"/>
          <p:nvPr/>
        </p:nvSpPr>
        <p:spPr>
          <a:xfrm>
            <a:off x="4588789" y="363775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36" name="TextBox 35">
            <a:extLst>
              <a:ext uri="{FF2B5EF4-FFF2-40B4-BE49-F238E27FC236}">
                <a16:creationId xmlns:a16="http://schemas.microsoft.com/office/drawing/2014/main" id="{26FA7791-822E-43B7-A6B5-7EB77020DB65}"/>
              </a:ext>
            </a:extLst>
          </p:cNvPr>
          <p:cNvSpPr txBox="1"/>
          <p:nvPr/>
        </p:nvSpPr>
        <p:spPr>
          <a:xfrm>
            <a:off x="7313127" y="363775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1" name="Straight Connector 40">
            <a:extLst>
              <a:ext uri="{FF2B5EF4-FFF2-40B4-BE49-F238E27FC236}">
                <a16:creationId xmlns:a16="http://schemas.microsoft.com/office/drawing/2014/main" id="{96CDED72-31BC-4B6C-A833-F2A0FEA0A1F3}"/>
              </a:ext>
            </a:extLst>
          </p:cNvPr>
          <p:cNvCxnSpPr/>
          <p:nvPr/>
        </p:nvCxnSpPr>
        <p:spPr>
          <a:xfrm>
            <a:off x="2104855" y="4534435"/>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A64977E-BC04-4B7E-BFC1-2096C7F3C369}"/>
              </a:ext>
            </a:extLst>
          </p:cNvPr>
          <p:cNvCxnSpPr/>
          <p:nvPr/>
        </p:nvCxnSpPr>
        <p:spPr>
          <a:xfrm>
            <a:off x="3600279" y="4534434"/>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F64DBC9-3B85-42C8-9C11-91F920AD06B9}"/>
              </a:ext>
            </a:extLst>
          </p:cNvPr>
          <p:cNvCxnSpPr/>
          <p:nvPr/>
        </p:nvCxnSpPr>
        <p:spPr>
          <a:xfrm>
            <a:off x="4962448" y="4534433"/>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AD76E50-372E-408C-803F-CFA19D395849}"/>
              </a:ext>
            </a:extLst>
          </p:cNvPr>
          <p:cNvCxnSpPr/>
          <p:nvPr/>
        </p:nvCxnSpPr>
        <p:spPr>
          <a:xfrm>
            <a:off x="7683262" y="4543894"/>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154A697-A876-4156-B080-CCD15A588C2E}"/>
              </a:ext>
            </a:extLst>
          </p:cNvPr>
          <p:cNvSpPr txBox="1"/>
          <p:nvPr/>
        </p:nvSpPr>
        <p:spPr>
          <a:xfrm>
            <a:off x="1154812" y="4446556"/>
            <a:ext cx="65274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10 Days</a:t>
            </a:r>
          </a:p>
        </p:txBody>
      </p:sp>
      <p:sp>
        <p:nvSpPr>
          <p:cNvPr id="40" name="TextBox 39">
            <a:extLst>
              <a:ext uri="{FF2B5EF4-FFF2-40B4-BE49-F238E27FC236}">
                <a16:creationId xmlns:a16="http://schemas.microsoft.com/office/drawing/2014/main" id="{EF6665E4-9490-4B42-A0FF-EF1899DA60B9}"/>
              </a:ext>
            </a:extLst>
          </p:cNvPr>
          <p:cNvSpPr txBox="1"/>
          <p:nvPr/>
        </p:nvSpPr>
        <p:spPr>
          <a:xfrm>
            <a:off x="2580496" y="4462384"/>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46" name="Rectangle 45">
            <a:extLst>
              <a:ext uri="{FF2B5EF4-FFF2-40B4-BE49-F238E27FC236}">
                <a16:creationId xmlns:a16="http://schemas.microsoft.com/office/drawing/2014/main" id="{D452111A-FA2B-46BE-8F0D-D2EFE66F5D99}"/>
              </a:ext>
            </a:extLst>
          </p:cNvPr>
          <p:cNvSpPr/>
          <p:nvPr/>
        </p:nvSpPr>
        <p:spPr>
          <a:xfrm>
            <a:off x="5227436" y="340072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Populate </a:t>
            </a:r>
            <a:r>
              <a:rPr kumimoji="0" lang="en-US" sz="700" b="0" i="0" u="none" strike="noStrike" kern="1200" cap="none" spc="0" normalizeH="0" baseline="0" noProof="0" dirty="0">
                <a:ln>
                  <a:noFill/>
                </a:ln>
                <a:solidFill>
                  <a:srgbClr val="FFFFFF"/>
                </a:solidFill>
                <a:effectLst/>
                <a:uLnTx/>
                <a:uFillTx/>
                <a:latin typeface="Arial"/>
                <a:ea typeface="+mn-ea"/>
                <a:cs typeface="+mn-cs"/>
              </a:rPr>
              <a:t>Requirements </a:t>
            </a:r>
            <a:r>
              <a:rPr kumimoji="0" lang="en-US" sz="700" b="0" i="0" u="none" strike="noStrike" kern="1200" cap="none" spc="0" normalizeH="0" baseline="0" noProof="0" dirty="0" err="1">
                <a:ln>
                  <a:noFill/>
                </a:ln>
                <a:solidFill>
                  <a:srgbClr val="FFFFFF"/>
                </a:solidFill>
                <a:effectLst/>
                <a:uLnTx/>
                <a:uFillTx/>
                <a:latin typeface="Arial"/>
                <a:ea typeface="+mn-ea"/>
                <a:cs typeface="+mn-cs"/>
              </a:rPr>
              <a:t>Justifcation</a:t>
            </a:r>
            <a:r>
              <a:rPr kumimoji="0" lang="en-US" sz="900" b="0" i="0" u="none" strike="noStrike" kern="1200" cap="none" spc="0" normalizeH="0" baseline="0" noProof="0" dirty="0">
                <a:ln>
                  <a:noFill/>
                </a:ln>
                <a:solidFill>
                  <a:srgbClr val="FFFFFF"/>
                </a:solidFill>
                <a:effectLst/>
                <a:uLnTx/>
                <a:uFillTx/>
                <a:latin typeface="Arial"/>
                <a:ea typeface="+mn-ea"/>
                <a:cs typeface="+mn-cs"/>
              </a:rPr>
              <a:t> Form</a:t>
            </a:r>
          </a:p>
        </p:txBody>
      </p:sp>
      <p:sp>
        <p:nvSpPr>
          <p:cNvPr id="47" name="TextBox 46">
            <a:extLst>
              <a:ext uri="{FF2B5EF4-FFF2-40B4-BE49-F238E27FC236}">
                <a16:creationId xmlns:a16="http://schemas.microsoft.com/office/drawing/2014/main" id="{F1951269-CC15-416B-970A-8A5DFC5BCD60}"/>
              </a:ext>
            </a:extLst>
          </p:cNvPr>
          <p:cNvSpPr txBox="1"/>
          <p:nvPr/>
        </p:nvSpPr>
        <p:spPr>
          <a:xfrm>
            <a:off x="5310349" y="4448933"/>
            <a:ext cx="567783"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48" name="TextBox 47">
            <a:extLst>
              <a:ext uri="{FF2B5EF4-FFF2-40B4-BE49-F238E27FC236}">
                <a16:creationId xmlns:a16="http://schemas.microsoft.com/office/drawing/2014/main" id="{3955D9D5-049E-4030-9C87-A206D581D700}"/>
              </a:ext>
            </a:extLst>
          </p:cNvPr>
          <p:cNvSpPr txBox="1"/>
          <p:nvPr/>
        </p:nvSpPr>
        <p:spPr>
          <a:xfrm>
            <a:off x="5950958" y="3625480"/>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9" name="Straight Connector 48">
            <a:extLst>
              <a:ext uri="{FF2B5EF4-FFF2-40B4-BE49-F238E27FC236}">
                <a16:creationId xmlns:a16="http://schemas.microsoft.com/office/drawing/2014/main" id="{772AF93E-FA2B-4F8F-871D-D52838B5F07A}"/>
              </a:ext>
            </a:extLst>
          </p:cNvPr>
          <p:cNvCxnSpPr/>
          <p:nvPr/>
        </p:nvCxnSpPr>
        <p:spPr>
          <a:xfrm>
            <a:off x="6324617" y="4522155"/>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3549CB2B-C767-4D05-BA12-5AE83F5D2DB2}"/>
              </a:ext>
            </a:extLst>
          </p:cNvPr>
          <p:cNvSpPr/>
          <p:nvPr/>
        </p:nvSpPr>
        <p:spPr>
          <a:xfrm>
            <a:off x="6589605" y="3388442"/>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Confirm Charge Number &amp; CAM</a:t>
            </a:r>
          </a:p>
        </p:txBody>
      </p:sp>
      <p:sp>
        <p:nvSpPr>
          <p:cNvPr id="51" name="TextBox 50">
            <a:extLst>
              <a:ext uri="{FF2B5EF4-FFF2-40B4-BE49-F238E27FC236}">
                <a16:creationId xmlns:a16="http://schemas.microsoft.com/office/drawing/2014/main" id="{2DFB46A5-1433-4F8F-AEC8-2FE1EF573634}"/>
              </a:ext>
            </a:extLst>
          </p:cNvPr>
          <p:cNvSpPr txBox="1"/>
          <p:nvPr/>
        </p:nvSpPr>
        <p:spPr>
          <a:xfrm>
            <a:off x="6643653" y="4421267"/>
            <a:ext cx="58862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a:t>
            </a:r>
            <a:r>
              <a:rPr kumimoji="0" lang="en-US" sz="1000" b="0" i="0" u="none" strike="noStrike" kern="1200" cap="none" spc="0" normalizeH="0" baseline="0" noProof="0" dirty="0">
                <a:ln>
                  <a:noFill/>
                </a:ln>
                <a:solidFill>
                  <a:srgbClr val="000000"/>
                </a:solidFill>
                <a:effectLst/>
                <a:uLnTx/>
                <a:uFillTx/>
                <a:latin typeface="Arial"/>
                <a:ea typeface="+mn-ea"/>
                <a:cs typeface="+mn-cs"/>
              </a:rPr>
              <a:t> Days</a:t>
            </a:r>
          </a:p>
        </p:txBody>
      </p:sp>
      <p:sp>
        <p:nvSpPr>
          <p:cNvPr id="53" name="TextBox 52">
            <a:extLst>
              <a:ext uri="{FF2B5EF4-FFF2-40B4-BE49-F238E27FC236}">
                <a16:creationId xmlns:a16="http://schemas.microsoft.com/office/drawing/2014/main" id="{CF0369CF-80B2-443E-9A8C-4AAD1CF9A234}"/>
              </a:ext>
            </a:extLst>
          </p:cNvPr>
          <p:cNvSpPr txBox="1"/>
          <p:nvPr/>
        </p:nvSpPr>
        <p:spPr>
          <a:xfrm>
            <a:off x="8049744" y="4426604"/>
            <a:ext cx="567784"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Hour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cxnSp>
        <p:nvCxnSpPr>
          <p:cNvPr id="54" name="Straight Connector 53">
            <a:extLst>
              <a:ext uri="{FF2B5EF4-FFF2-40B4-BE49-F238E27FC236}">
                <a16:creationId xmlns:a16="http://schemas.microsoft.com/office/drawing/2014/main" id="{B73B9311-B04B-4A3A-9364-36C2A833581D}"/>
              </a:ext>
            </a:extLst>
          </p:cNvPr>
          <p:cNvCxnSpPr/>
          <p:nvPr/>
        </p:nvCxnSpPr>
        <p:spPr>
          <a:xfrm>
            <a:off x="9036092" y="4543501"/>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2D66B0FC-B1FD-4436-AA4E-40A50B6F4D04}"/>
              </a:ext>
            </a:extLst>
          </p:cNvPr>
          <p:cNvSpPr/>
          <p:nvPr/>
        </p:nvSpPr>
        <p:spPr>
          <a:xfrm>
            <a:off x="7971734" y="3386108"/>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Enter order into </a:t>
            </a:r>
            <a:r>
              <a:rPr kumimoji="0" lang="en-US" sz="900" b="0" i="0" u="none" strike="noStrike" kern="1200" cap="none" spc="0" normalizeH="0" baseline="0" noProof="0" dirty="0" err="1">
                <a:ln>
                  <a:noFill/>
                </a:ln>
                <a:solidFill>
                  <a:srgbClr val="FFFFFF"/>
                </a:solidFill>
                <a:effectLst/>
                <a:uLnTx/>
                <a:uFillTx/>
                <a:latin typeface="Arial"/>
                <a:ea typeface="+mn-ea"/>
                <a:cs typeface="+mn-cs"/>
              </a:rPr>
              <a:t>E-Parts</a:t>
            </a:r>
            <a:r>
              <a:rPr kumimoji="0" lang="en-US" sz="900" b="0" i="0" u="none" strike="noStrike" kern="1200" cap="none" spc="0" normalizeH="0" baseline="0" noProof="0" dirty="0">
                <a:ln>
                  <a:noFill/>
                </a:ln>
                <a:solidFill>
                  <a:srgbClr val="FFFFFF"/>
                </a:solidFill>
                <a:effectLst/>
                <a:uLnTx/>
                <a:uFillTx/>
                <a:latin typeface="Arial"/>
                <a:ea typeface="+mn-ea"/>
                <a:cs typeface="+mn-cs"/>
              </a:rPr>
              <a:t> / CAPRS</a:t>
            </a:r>
          </a:p>
        </p:txBody>
      </p:sp>
      <p:sp>
        <p:nvSpPr>
          <p:cNvPr id="56" name="TextBox 55">
            <a:extLst>
              <a:ext uri="{FF2B5EF4-FFF2-40B4-BE49-F238E27FC236}">
                <a16:creationId xmlns:a16="http://schemas.microsoft.com/office/drawing/2014/main" id="{0F775C19-47C4-4ADA-BD76-08EB16AFB046}"/>
              </a:ext>
            </a:extLst>
          </p:cNvPr>
          <p:cNvSpPr txBox="1"/>
          <p:nvPr/>
        </p:nvSpPr>
        <p:spPr>
          <a:xfrm>
            <a:off x="9334094" y="4426211"/>
            <a:ext cx="80823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Minutes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0-</a:t>
            </a: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57" name="TextBox 56">
            <a:extLst>
              <a:ext uri="{FF2B5EF4-FFF2-40B4-BE49-F238E27FC236}">
                <a16:creationId xmlns:a16="http://schemas.microsoft.com/office/drawing/2014/main" id="{E5397447-5E45-4ED0-B9CB-9AC4A173774E}"/>
              </a:ext>
            </a:extLst>
          </p:cNvPr>
          <p:cNvSpPr txBox="1"/>
          <p:nvPr/>
        </p:nvSpPr>
        <p:spPr>
          <a:xfrm>
            <a:off x="8681260" y="3645494"/>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58" name="Rectangle 57">
            <a:extLst>
              <a:ext uri="{FF2B5EF4-FFF2-40B4-BE49-F238E27FC236}">
                <a16:creationId xmlns:a16="http://schemas.microsoft.com/office/drawing/2014/main" id="{A230722E-1CE0-4C88-9D5A-821E27AE74D0}"/>
              </a:ext>
            </a:extLst>
          </p:cNvPr>
          <p:cNvSpPr/>
          <p:nvPr/>
        </p:nvSpPr>
        <p:spPr>
          <a:xfrm>
            <a:off x="9357109" y="3393844"/>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Engineering Management Signoff </a:t>
            </a:r>
          </a:p>
        </p:txBody>
      </p:sp>
      <p:cxnSp>
        <p:nvCxnSpPr>
          <p:cNvPr id="60" name="Straight Connector 59">
            <a:extLst>
              <a:ext uri="{FF2B5EF4-FFF2-40B4-BE49-F238E27FC236}">
                <a16:creationId xmlns:a16="http://schemas.microsoft.com/office/drawing/2014/main" id="{054746AC-F315-49CB-82AC-C80427EB7C1F}"/>
              </a:ext>
            </a:extLst>
          </p:cNvPr>
          <p:cNvCxnSpPr/>
          <p:nvPr/>
        </p:nvCxnSpPr>
        <p:spPr>
          <a:xfrm>
            <a:off x="10404963" y="4550377"/>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8A09E1AF-77B2-4A97-A1AE-D34429753F2E}"/>
              </a:ext>
            </a:extLst>
          </p:cNvPr>
          <p:cNvSpPr txBox="1"/>
          <p:nvPr/>
        </p:nvSpPr>
        <p:spPr>
          <a:xfrm>
            <a:off x="10050131" y="3652370"/>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2" name="Rectangle 61">
            <a:extLst>
              <a:ext uri="{FF2B5EF4-FFF2-40B4-BE49-F238E27FC236}">
                <a16:creationId xmlns:a16="http://schemas.microsoft.com/office/drawing/2014/main" id="{8188A4BB-9518-4B90-A649-149C7E7E0B38}"/>
              </a:ext>
            </a:extLst>
          </p:cNvPr>
          <p:cNvSpPr/>
          <p:nvPr/>
        </p:nvSpPr>
        <p:spPr>
          <a:xfrm>
            <a:off x="10812246" y="340072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Property Management Signoff </a:t>
            </a:r>
          </a:p>
        </p:txBody>
      </p:sp>
      <p:sp>
        <p:nvSpPr>
          <p:cNvPr id="64" name="Rectangle 63">
            <a:extLst>
              <a:ext uri="{FF2B5EF4-FFF2-40B4-BE49-F238E27FC236}">
                <a16:creationId xmlns:a16="http://schemas.microsoft.com/office/drawing/2014/main" id="{10C777E1-C347-4EC2-AE9E-12EEC4AD2EEA}"/>
              </a:ext>
            </a:extLst>
          </p:cNvPr>
          <p:cNvSpPr/>
          <p:nvPr/>
        </p:nvSpPr>
        <p:spPr>
          <a:xfrm>
            <a:off x="0" y="5128796"/>
            <a:ext cx="1109599" cy="1446550"/>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SBM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err="1">
                <a:ln>
                  <a:noFill/>
                </a:ln>
                <a:solidFill>
                  <a:srgbClr val="000000"/>
                </a:solidFill>
                <a:effectLst/>
                <a:uLnTx/>
                <a:uFillTx/>
                <a:latin typeface="Arial"/>
                <a:ea typeface="+mn-ea"/>
                <a:cs typeface="+mn-cs"/>
              </a:rPr>
              <a:t>Eng</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Finance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Prog </a:t>
            </a:r>
            <a:r>
              <a:rPr kumimoji="0" lang="en-US" sz="105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Other</a:t>
            </a:r>
          </a:p>
        </p:txBody>
      </p:sp>
      <p:sp>
        <p:nvSpPr>
          <p:cNvPr id="65" name="Oval 64">
            <a:extLst>
              <a:ext uri="{FF2B5EF4-FFF2-40B4-BE49-F238E27FC236}">
                <a16:creationId xmlns:a16="http://schemas.microsoft.com/office/drawing/2014/main" id="{126EB7D6-C2BC-4D09-A5DD-2161E99E963A}"/>
              </a:ext>
            </a:extLst>
          </p:cNvPr>
          <p:cNvSpPr>
            <a:spLocks noChangeAspect="1"/>
          </p:cNvSpPr>
          <p:nvPr/>
        </p:nvSpPr>
        <p:spPr>
          <a:xfrm>
            <a:off x="1332907" y="635520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6" name="Oval 65">
            <a:extLst>
              <a:ext uri="{FF2B5EF4-FFF2-40B4-BE49-F238E27FC236}">
                <a16:creationId xmlns:a16="http://schemas.microsoft.com/office/drawing/2014/main" id="{86AD0195-184B-445D-98A6-2B74AE87651A}"/>
              </a:ext>
            </a:extLst>
          </p:cNvPr>
          <p:cNvSpPr>
            <a:spLocks noChangeAspect="1"/>
          </p:cNvSpPr>
          <p:nvPr/>
        </p:nvSpPr>
        <p:spPr>
          <a:xfrm>
            <a:off x="2825937" y="514585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7" name="Oval 66">
            <a:extLst>
              <a:ext uri="{FF2B5EF4-FFF2-40B4-BE49-F238E27FC236}">
                <a16:creationId xmlns:a16="http://schemas.microsoft.com/office/drawing/2014/main" id="{E2A26914-ADAF-48AD-9209-3AE42FD1FDA9}"/>
              </a:ext>
            </a:extLst>
          </p:cNvPr>
          <p:cNvSpPr>
            <a:spLocks noChangeAspect="1"/>
          </p:cNvSpPr>
          <p:nvPr/>
        </p:nvSpPr>
        <p:spPr>
          <a:xfrm>
            <a:off x="2818871" y="635520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TextBox 7">
            <a:extLst>
              <a:ext uri="{FF2B5EF4-FFF2-40B4-BE49-F238E27FC236}">
                <a16:creationId xmlns:a16="http://schemas.microsoft.com/office/drawing/2014/main" id="{DFEDB812-168B-4640-846B-F368DCFE3A7E}"/>
              </a:ext>
            </a:extLst>
          </p:cNvPr>
          <p:cNvSpPr txBox="1"/>
          <p:nvPr/>
        </p:nvSpPr>
        <p:spPr>
          <a:xfrm>
            <a:off x="2971519" y="6347445"/>
            <a:ext cx="54534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69" name="TextBox 68">
            <a:extLst>
              <a:ext uri="{FF2B5EF4-FFF2-40B4-BE49-F238E27FC236}">
                <a16:creationId xmlns:a16="http://schemas.microsoft.com/office/drawing/2014/main" id="{FB636FF3-817A-4602-9AE2-A669CF77B9A9}"/>
              </a:ext>
            </a:extLst>
          </p:cNvPr>
          <p:cNvSpPr txBox="1"/>
          <p:nvPr/>
        </p:nvSpPr>
        <p:spPr>
          <a:xfrm>
            <a:off x="1567663" y="6331179"/>
            <a:ext cx="402674"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legal</a:t>
            </a:r>
          </a:p>
        </p:txBody>
      </p:sp>
      <p:sp>
        <p:nvSpPr>
          <p:cNvPr id="70" name="Oval 69">
            <a:extLst>
              <a:ext uri="{FF2B5EF4-FFF2-40B4-BE49-F238E27FC236}">
                <a16:creationId xmlns:a16="http://schemas.microsoft.com/office/drawing/2014/main" id="{E433D51D-8B5D-4B1B-BC88-415247CB8C38}"/>
              </a:ext>
            </a:extLst>
          </p:cNvPr>
          <p:cNvSpPr>
            <a:spLocks noChangeAspect="1"/>
          </p:cNvSpPr>
          <p:nvPr/>
        </p:nvSpPr>
        <p:spPr>
          <a:xfrm>
            <a:off x="5529510" y="564523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1" name="Oval 70">
            <a:extLst>
              <a:ext uri="{FF2B5EF4-FFF2-40B4-BE49-F238E27FC236}">
                <a16:creationId xmlns:a16="http://schemas.microsoft.com/office/drawing/2014/main" id="{11E540B0-CC23-4E87-95CA-46C83BEBA0E3}"/>
              </a:ext>
            </a:extLst>
          </p:cNvPr>
          <p:cNvSpPr>
            <a:spLocks noChangeAspect="1"/>
          </p:cNvSpPr>
          <p:nvPr/>
        </p:nvSpPr>
        <p:spPr>
          <a:xfrm>
            <a:off x="6871266" y="563773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2" name="Oval 71">
            <a:extLst>
              <a:ext uri="{FF2B5EF4-FFF2-40B4-BE49-F238E27FC236}">
                <a16:creationId xmlns:a16="http://schemas.microsoft.com/office/drawing/2014/main" id="{0ED9C31B-0CBF-45FA-8617-8FE89B7B1C2E}"/>
              </a:ext>
            </a:extLst>
          </p:cNvPr>
          <p:cNvSpPr>
            <a:spLocks noChangeAspect="1"/>
          </p:cNvSpPr>
          <p:nvPr/>
        </p:nvSpPr>
        <p:spPr>
          <a:xfrm>
            <a:off x="8203273" y="564523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4" name="Oval 73">
            <a:extLst>
              <a:ext uri="{FF2B5EF4-FFF2-40B4-BE49-F238E27FC236}">
                <a16:creationId xmlns:a16="http://schemas.microsoft.com/office/drawing/2014/main" id="{4DD7CBED-9615-480A-B055-191E02FD9466}"/>
              </a:ext>
            </a:extLst>
          </p:cNvPr>
          <p:cNvSpPr>
            <a:spLocks noChangeAspect="1"/>
          </p:cNvSpPr>
          <p:nvPr/>
        </p:nvSpPr>
        <p:spPr>
          <a:xfrm>
            <a:off x="9631811" y="633761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5" name="TextBox 74">
            <a:extLst>
              <a:ext uri="{FF2B5EF4-FFF2-40B4-BE49-F238E27FC236}">
                <a16:creationId xmlns:a16="http://schemas.microsoft.com/office/drawing/2014/main" id="{D80234DA-7771-44C5-894E-2A148E901C6E}"/>
              </a:ext>
            </a:extLst>
          </p:cNvPr>
          <p:cNvSpPr txBox="1"/>
          <p:nvPr/>
        </p:nvSpPr>
        <p:spPr>
          <a:xfrm>
            <a:off x="9738211" y="6393661"/>
            <a:ext cx="80823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err="1">
                <a:ln>
                  <a:noFill/>
                </a:ln>
                <a:solidFill>
                  <a:srgbClr val="000000"/>
                </a:solidFill>
                <a:effectLst/>
                <a:uLnTx/>
                <a:uFillTx/>
                <a:latin typeface="Arial"/>
                <a:ea typeface="+mn-ea"/>
                <a:cs typeface="+mn-cs"/>
              </a:rPr>
              <a:t>E-Parts</a:t>
            </a:r>
            <a:r>
              <a:rPr kumimoji="0" lang="en-US" sz="800" b="0" i="0" u="none" strike="noStrike" kern="1200" cap="none" spc="0" normalizeH="0" baseline="0" noProof="0" dirty="0">
                <a:ln>
                  <a:noFill/>
                </a:ln>
                <a:solidFill>
                  <a:srgbClr val="000000"/>
                </a:solidFill>
                <a:effectLst/>
                <a:uLnTx/>
                <a:uFillTx/>
                <a:latin typeface="Arial"/>
                <a:ea typeface="+mn-ea"/>
                <a:cs typeface="+mn-cs"/>
              </a:rPr>
              <a:t> Focal</a:t>
            </a:r>
          </a:p>
        </p:txBody>
      </p:sp>
      <p:sp>
        <p:nvSpPr>
          <p:cNvPr id="77" name="Oval 76">
            <a:extLst>
              <a:ext uri="{FF2B5EF4-FFF2-40B4-BE49-F238E27FC236}">
                <a16:creationId xmlns:a16="http://schemas.microsoft.com/office/drawing/2014/main" id="{2DE05475-8F7C-4FE7-9B19-122C6937C5A5}"/>
              </a:ext>
            </a:extLst>
          </p:cNvPr>
          <p:cNvSpPr>
            <a:spLocks noChangeAspect="1"/>
          </p:cNvSpPr>
          <p:nvPr/>
        </p:nvSpPr>
        <p:spPr>
          <a:xfrm>
            <a:off x="11057756" y="634540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9" name="Oval 78">
            <a:extLst>
              <a:ext uri="{FF2B5EF4-FFF2-40B4-BE49-F238E27FC236}">
                <a16:creationId xmlns:a16="http://schemas.microsoft.com/office/drawing/2014/main" id="{6BD54963-A8AE-4FD7-B7A4-02201465F866}"/>
              </a:ext>
            </a:extLst>
          </p:cNvPr>
          <p:cNvSpPr>
            <a:spLocks noChangeAspect="1"/>
          </p:cNvSpPr>
          <p:nvPr/>
        </p:nvSpPr>
        <p:spPr>
          <a:xfrm>
            <a:off x="6862099" y="611079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80" name="TextBox 79">
            <a:extLst>
              <a:ext uri="{FF2B5EF4-FFF2-40B4-BE49-F238E27FC236}">
                <a16:creationId xmlns:a16="http://schemas.microsoft.com/office/drawing/2014/main" id="{BA4CB223-A35F-4917-9ECE-B48CC173F87A}"/>
              </a:ext>
            </a:extLst>
          </p:cNvPr>
          <p:cNvSpPr txBox="1"/>
          <p:nvPr/>
        </p:nvSpPr>
        <p:spPr>
          <a:xfrm>
            <a:off x="7000673" y="6042656"/>
            <a:ext cx="665567"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Prog </a:t>
            </a:r>
            <a:r>
              <a:rPr kumimoji="0" lang="en-US" sz="800" b="0" i="0" u="none" strike="noStrike" kern="1200" cap="none" spc="0" normalizeH="0" baseline="0" noProof="0" dirty="0" err="1">
                <a:ln>
                  <a:noFill/>
                </a:ln>
                <a:solidFill>
                  <a:srgbClr val="000000"/>
                </a:solidFill>
                <a:effectLst/>
                <a:uLnTx/>
                <a:uFillTx/>
                <a:latin typeface="Arial"/>
                <a:ea typeface="+mn-ea"/>
                <a:cs typeface="+mn-cs"/>
              </a:rPr>
              <a:t>Mgr</a:t>
            </a:r>
            <a:r>
              <a:rPr kumimoji="0" lang="en-US" sz="800" b="0" i="0" u="none" strike="noStrike" kern="1200" cap="none" spc="0" normalizeH="0" baseline="0" noProof="0" dirty="0">
                <a:ln>
                  <a:noFill/>
                </a:ln>
                <a:solidFill>
                  <a:srgbClr val="000000"/>
                </a:solidFill>
                <a:effectLst/>
                <a:uLnTx/>
                <a:uFillTx/>
                <a:latin typeface="Arial"/>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 CAM</a:t>
            </a:r>
          </a:p>
        </p:txBody>
      </p:sp>
      <p:sp>
        <p:nvSpPr>
          <p:cNvPr id="82" name="Rectangle: Rounded Corners 81">
            <a:extLst>
              <a:ext uri="{FF2B5EF4-FFF2-40B4-BE49-F238E27FC236}">
                <a16:creationId xmlns:a16="http://schemas.microsoft.com/office/drawing/2014/main" id="{E7BB27AC-67A8-4C21-9B94-E76C5FA4C149}"/>
              </a:ext>
            </a:extLst>
          </p:cNvPr>
          <p:cNvSpPr/>
          <p:nvPr/>
        </p:nvSpPr>
        <p:spPr>
          <a:xfrm>
            <a:off x="60385" y="1645780"/>
            <a:ext cx="613833" cy="54455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From Prior Page</a:t>
            </a:r>
          </a:p>
        </p:txBody>
      </p:sp>
      <p:sp>
        <p:nvSpPr>
          <p:cNvPr id="68" name="Arrow: Curved Down 67">
            <a:extLst>
              <a:ext uri="{FF2B5EF4-FFF2-40B4-BE49-F238E27FC236}">
                <a16:creationId xmlns:a16="http://schemas.microsoft.com/office/drawing/2014/main" id="{F18BDD84-4CB2-4CB4-9B14-D5FCB30AF7C4}"/>
              </a:ext>
            </a:extLst>
          </p:cNvPr>
          <p:cNvSpPr/>
          <p:nvPr/>
        </p:nvSpPr>
        <p:spPr>
          <a:xfrm flipH="1">
            <a:off x="1010639" y="2855584"/>
            <a:ext cx="867448" cy="514092"/>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76" name="TextBox 75">
            <a:extLst>
              <a:ext uri="{FF2B5EF4-FFF2-40B4-BE49-F238E27FC236}">
                <a16:creationId xmlns:a16="http://schemas.microsoft.com/office/drawing/2014/main" id="{194DD339-2A70-4B0B-AFC8-869CD3C4E238}"/>
              </a:ext>
            </a:extLst>
          </p:cNvPr>
          <p:cNvSpPr txBox="1"/>
          <p:nvPr/>
        </p:nvSpPr>
        <p:spPr>
          <a:xfrm>
            <a:off x="1744340" y="2772581"/>
            <a:ext cx="564253"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Review &amp; Update PIA</a:t>
            </a:r>
          </a:p>
        </p:txBody>
      </p:sp>
      <p:sp>
        <p:nvSpPr>
          <p:cNvPr id="84" name="TextBox 83">
            <a:extLst>
              <a:ext uri="{FF2B5EF4-FFF2-40B4-BE49-F238E27FC236}">
                <a16:creationId xmlns:a16="http://schemas.microsoft.com/office/drawing/2014/main" id="{1EB7A8DD-5B95-4B48-A7F8-6E66F416C2E9}"/>
              </a:ext>
            </a:extLst>
          </p:cNvPr>
          <p:cNvSpPr txBox="1"/>
          <p:nvPr/>
        </p:nvSpPr>
        <p:spPr>
          <a:xfrm>
            <a:off x="10803268" y="4443936"/>
            <a:ext cx="80823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Minutes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0-</a:t>
            </a: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73" name="Rectangle 72">
            <a:extLst>
              <a:ext uri="{FF2B5EF4-FFF2-40B4-BE49-F238E27FC236}">
                <a16:creationId xmlns:a16="http://schemas.microsoft.com/office/drawing/2014/main" id="{12A241A2-315B-42DF-BE98-44A8FC7062BD}"/>
              </a:ext>
            </a:extLst>
          </p:cNvPr>
          <p:cNvSpPr/>
          <p:nvPr/>
        </p:nvSpPr>
        <p:spPr>
          <a:xfrm>
            <a:off x="3839806" y="3407667"/>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Release of Boeing Proprietary Info</a:t>
            </a:r>
          </a:p>
        </p:txBody>
      </p:sp>
      <p:sp>
        <p:nvSpPr>
          <p:cNvPr id="81" name="TextBox 80">
            <a:extLst>
              <a:ext uri="{FF2B5EF4-FFF2-40B4-BE49-F238E27FC236}">
                <a16:creationId xmlns:a16="http://schemas.microsoft.com/office/drawing/2014/main" id="{FBC4A928-8705-42B8-BA44-3A7D50159FE0}"/>
              </a:ext>
            </a:extLst>
          </p:cNvPr>
          <p:cNvSpPr txBox="1"/>
          <p:nvPr/>
        </p:nvSpPr>
        <p:spPr>
          <a:xfrm>
            <a:off x="3917072" y="4459463"/>
            <a:ext cx="58221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3</a:t>
            </a:r>
            <a:r>
              <a:rPr kumimoji="0" lang="en-US" sz="1000" b="0" i="0" u="none" strike="noStrike" kern="1200" cap="none" spc="0" normalizeH="0" baseline="0" noProof="0" dirty="0">
                <a:ln>
                  <a:noFill/>
                </a:ln>
                <a:solidFill>
                  <a:srgbClr val="000000"/>
                </a:solidFill>
                <a:effectLst/>
                <a:uLnTx/>
                <a:uFillTx/>
                <a:latin typeface="Arial"/>
                <a:ea typeface="+mn-ea"/>
                <a:cs typeface="+mn-cs"/>
              </a:rPr>
              <a:t> Days</a:t>
            </a:r>
          </a:p>
        </p:txBody>
      </p:sp>
      <p:sp>
        <p:nvSpPr>
          <p:cNvPr id="90" name="Oval 89">
            <a:extLst>
              <a:ext uri="{FF2B5EF4-FFF2-40B4-BE49-F238E27FC236}">
                <a16:creationId xmlns:a16="http://schemas.microsoft.com/office/drawing/2014/main" id="{E722120B-D1DE-4A62-B267-00E95AC4D9C4}"/>
              </a:ext>
            </a:extLst>
          </p:cNvPr>
          <p:cNvSpPr>
            <a:spLocks noChangeAspect="1"/>
          </p:cNvSpPr>
          <p:nvPr/>
        </p:nvSpPr>
        <p:spPr>
          <a:xfrm>
            <a:off x="4125808" y="512943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1" name="Oval 90">
            <a:extLst>
              <a:ext uri="{FF2B5EF4-FFF2-40B4-BE49-F238E27FC236}">
                <a16:creationId xmlns:a16="http://schemas.microsoft.com/office/drawing/2014/main" id="{FEA68EFD-944E-42AD-B9E5-E244AA890484}"/>
              </a:ext>
            </a:extLst>
          </p:cNvPr>
          <p:cNvSpPr>
            <a:spLocks noChangeAspect="1"/>
          </p:cNvSpPr>
          <p:nvPr/>
        </p:nvSpPr>
        <p:spPr>
          <a:xfrm>
            <a:off x="4125808" y="6378332"/>
            <a:ext cx="182880" cy="1828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2" name="Oval 91">
            <a:extLst>
              <a:ext uri="{FF2B5EF4-FFF2-40B4-BE49-F238E27FC236}">
                <a16:creationId xmlns:a16="http://schemas.microsoft.com/office/drawing/2014/main" id="{06E11A1E-99C7-4477-85B0-7CC10525B9D4}"/>
              </a:ext>
            </a:extLst>
          </p:cNvPr>
          <p:cNvSpPr>
            <a:spLocks noChangeAspect="1"/>
          </p:cNvSpPr>
          <p:nvPr/>
        </p:nvSpPr>
        <p:spPr>
          <a:xfrm>
            <a:off x="4125808" y="6123305"/>
            <a:ext cx="182880" cy="1828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3" name="Oval 92">
            <a:extLst>
              <a:ext uri="{FF2B5EF4-FFF2-40B4-BE49-F238E27FC236}">
                <a16:creationId xmlns:a16="http://schemas.microsoft.com/office/drawing/2014/main" id="{05B90D46-5ECA-4E09-99A7-3E0914BE81E3}"/>
              </a:ext>
            </a:extLst>
          </p:cNvPr>
          <p:cNvSpPr>
            <a:spLocks noChangeAspect="1"/>
          </p:cNvSpPr>
          <p:nvPr/>
        </p:nvSpPr>
        <p:spPr>
          <a:xfrm>
            <a:off x="4125808" y="5891254"/>
            <a:ext cx="182880" cy="1828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4" name="Oval 93">
            <a:extLst>
              <a:ext uri="{FF2B5EF4-FFF2-40B4-BE49-F238E27FC236}">
                <a16:creationId xmlns:a16="http://schemas.microsoft.com/office/drawing/2014/main" id="{10D1C9A0-81DF-4C6E-84D3-F67BFB880290}"/>
              </a:ext>
            </a:extLst>
          </p:cNvPr>
          <p:cNvSpPr>
            <a:spLocks noChangeAspect="1"/>
          </p:cNvSpPr>
          <p:nvPr/>
        </p:nvSpPr>
        <p:spPr>
          <a:xfrm>
            <a:off x="4125808" y="5653767"/>
            <a:ext cx="182880" cy="182880"/>
          </a:xfrm>
          <a:prstGeom prst="ellipse">
            <a:avLst/>
          </a:prstGeom>
          <a:solidFill>
            <a:srgbClr val="0039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5" name="Oval 94">
            <a:extLst>
              <a:ext uri="{FF2B5EF4-FFF2-40B4-BE49-F238E27FC236}">
                <a16:creationId xmlns:a16="http://schemas.microsoft.com/office/drawing/2014/main" id="{27FF75C9-7660-4A21-BD22-C09C13670DFB}"/>
              </a:ext>
            </a:extLst>
          </p:cNvPr>
          <p:cNvSpPr>
            <a:spLocks noChangeAspect="1"/>
          </p:cNvSpPr>
          <p:nvPr/>
        </p:nvSpPr>
        <p:spPr>
          <a:xfrm>
            <a:off x="4125808" y="5421971"/>
            <a:ext cx="182880" cy="1828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6" name="TextBox 95">
            <a:extLst>
              <a:ext uri="{FF2B5EF4-FFF2-40B4-BE49-F238E27FC236}">
                <a16:creationId xmlns:a16="http://schemas.microsoft.com/office/drawing/2014/main" id="{77FF25A2-BAEB-4C44-AE66-B255ECC034C9}"/>
              </a:ext>
            </a:extLst>
          </p:cNvPr>
          <p:cNvSpPr txBox="1"/>
          <p:nvPr/>
        </p:nvSpPr>
        <p:spPr>
          <a:xfrm>
            <a:off x="3680265" y="6375294"/>
            <a:ext cx="43794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Legal</a:t>
            </a:r>
          </a:p>
        </p:txBody>
      </p:sp>
      <p:sp>
        <p:nvSpPr>
          <p:cNvPr id="97" name="Oval 96">
            <a:extLst>
              <a:ext uri="{FF2B5EF4-FFF2-40B4-BE49-F238E27FC236}">
                <a16:creationId xmlns:a16="http://schemas.microsoft.com/office/drawing/2014/main" id="{85AF93DA-150C-4DA4-A579-66FAB2DA40C5}"/>
              </a:ext>
            </a:extLst>
          </p:cNvPr>
          <p:cNvSpPr>
            <a:spLocks noChangeAspect="1"/>
          </p:cNvSpPr>
          <p:nvPr/>
        </p:nvSpPr>
        <p:spPr>
          <a:xfrm>
            <a:off x="9635951" y="565130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9" name="Arrow: Curved Down 98">
            <a:extLst>
              <a:ext uri="{FF2B5EF4-FFF2-40B4-BE49-F238E27FC236}">
                <a16:creationId xmlns:a16="http://schemas.microsoft.com/office/drawing/2014/main" id="{A623CF35-A4D5-4806-B160-975B556015CE}"/>
              </a:ext>
            </a:extLst>
          </p:cNvPr>
          <p:cNvSpPr/>
          <p:nvPr/>
        </p:nvSpPr>
        <p:spPr>
          <a:xfrm>
            <a:off x="-2409092" y="2198097"/>
            <a:ext cx="6837842" cy="102585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85" name="TextBox 84">
            <a:extLst>
              <a:ext uri="{FF2B5EF4-FFF2-40B4-BE49-F238E27FC236}">
                <a16:creationId xmlns:a16="http://schemas.microsoft.com/office/drawing/2014/main" id="{DF2F700F-4C84-4AE6-B502-36938E4ABD03}"/>
              </a:ext>
            </a:extLst>
          </p:cNvPr>
          <p:cNvSpPr txBox="1"/>
          <p:nvPr/>
        </p:nvSpPr>
        <p:spPr>
          <a:xfrm>
            <a:off x="10345395" y="1659468"/>
            <a:ext cx="1763624"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sngStrike" kern="1200" cap="none" spc="0" normalizeH="0" baseline="0" noProof="0" dirty="0">
                <a:ln>
                  <a:noFill/>
                </a:ln>
                <a:effectLst/>
                <a:uLnTx/>
                <a:uFillTx/>
                <a:latin typeface="Arial"/>
                <a:ea typeface="+mn-ea"/>
                <a:cs typeface="+mn-cs"/>
              </a:rPr>
              <a:t>22-52 Work Days Minimum </a:t>
            </a:r>
          </a:p>
        </p:txBody>
      </p:sp>
      <p:sp>
        <p:nvSpPr>
          <p:cNvPr id="78" name="TextBox 77">
            <a:extLst>
              <a:ext uri="{FF2B5EF4-FFF2-40B4-BE49-F238E27FC236}">
                <a16:creationId xmlns:a16="http://schemas.microsoft.com/office/drawing/2014/main" id="{C45BD8E7-A806-4A01-8122-8F29D6B39B1D}"/>
              </a:ext>
            </a:extLst>
          </p:cNvPr>
          <p:cNvSpPr txBox="1"/>
          <p:nvPr/>
        </p:nvSpPr>
        <p:spPr>
          <a:xfrm>
            <a:off x="10437568" y="1900466"/>
            <a:ext cx="1579278"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17 Work Days Minimum </a:t>
            </a:r>
          </a:p>
        </p:txBody>
      </p:sp>
      <p:sp>
        <p:nvSpPr>
          <p:cNvPr id="5" name="Explosion: 14 Points 4">
            <a:extLst>
              <a:ext uri="{FF2B5EF4-FFF2-40B4-BE49-F238E27FC236}">
                <a16:creationId xmlns:a16="http://schemas.microsoft.com/office/drawing/2014/main" id="{EBCF0D5B-C609-4FB9-8862-73569AD166C0}"/>
              </a:ext>
            </a:extLst>
          </p:cNvPr>
          <p:cNvSpPr/>
          <p:nvPr/>
        </p:nvSpPr>
        <p:spPr>
          <a:xfrm>
            <a:off x="5029200" y="2146687"/>
            <a:ext cx="1216325"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Look at pulling earlier</a:t>
            </a:r>
          </a:p>
        </p:txBody>
      </p:sp>
      <p:sp>
        <p:nvSpPr>
          <p:cNvPr id="83" name="Explosion: 14 Points 82">
            <a:extLst>
              <a:ext uri="{FF2B5EF4-FFF2-40B4-BE49-F238E27FC236}">
                <a16:creationId xmlns:a16="http://schemas.microsoft.com/office/drawing/2014/main" id="{55C99D82-4C79-4DE3-B48F-F163DECA2BBF}"/>
              </a:ext>
            </a:extLst>
          </p:cNvPr>
          <p:cNvSpPr/>
          <p:nvPr/>
        </p:nvSpPr>
        <p:spPr>
          <a:xfrm>
            <a:off x="6062387" y="2150350"/>
            <a:ext cx="1216325"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Look at pulling earlier</a:t>
            </a:r>
          </a:p>
        </p:txBody>
      </p:sp>
      <p:sp>
        <p:nvSpPr>
          <p:cNvPr id="86" name="Explosion: 14 Points 85">
            <a:extLst>
              <a:ext uri="{FF2B5EF4-FFF2-40B4-BE49-F238E27FC236}">
                <a16:creationId xmlns:a16="http://schemas.microsoft.com/office/drawing/2014/main" id="{8954A144-B178-4E98-88F4-FEFEBCCBA39B}"/>
              </a:ext>
            </a:extLst>
          </p:cNvPr>
          <p:cNvSpPr/>
          <p:nvPr/>
        </p:nvSpPr>
        <p:spPr>
          <a:xfrm>
            <a:off x="7777990" y="2076543"/>
            <a:ext cx="1216325"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Do after signed PIA</a:t>
            </a:r>
          </a:p>
        </p:txBody>
      </p:sp>
    </p:spTree>
    <p:extLst>
      <p:ext uri="{BB962C8B-B14F-4D97-AF65-F5344CB8AC3E}">
        <p14:creationId xmlns:p14="http://schemas.microsoft.com/office/powerpoint/2010/main" val="3345602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C90-CAF1-42DE-9205-7DEDADF021CD}"/>
              </a:ext>
            </a:extLst>
          </p:cNvPr>
          <p:cNvSpPr>
            <a:spLocks noGrp="1"/>
          </p:cNvSpPr>
          <p:nvPr>
            <p:ph type="title"/>
          </p:nvPr>
        </p:nvSpPr>
        <p:spPr/>
        <p:txBody>
          <a:bodyPr/>
          <a:lstStyle/>
          <a:p>
            <a:r>
              <a:rPr lang="en-US" dirty="0"/>
              <a:t>VSM Map Future State:</a:t>
            </a:r>
          </a:p>
        </p:txBody>
      </p:sp>
      <p:sp>
        <p:nvSpPr>
          <p:cNvPr id="14" name="Rectangle: Rounded Corners 13">
            <a:extLst>
              <a:ext uri="{FF2B5EF4-FFF2-40B4-BE49-F238E27FC236}">
                <a16:creationId xmlns:a16="http://schemas.microsoft.com/office/drawing/2014/main" id="{9E80EEDA-28C0-44D2-9321-141457BA08FF}"/>
              </a:ext>
            </a:extLst>
          </p:cNvPr>
          <p:cNvSpPr/>
          <p:nvPr/>
        </p:nvSpPr>
        <p:spPr>
          <a:xfrm rot="1296490">
            <a:off x="10609582" y="488219"/>
            <a:ext cx="1742536" cy="453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DRAFT</a:t>
            </a:r>
          </a:p>
        </p:txBody>
      </p:sp>
      <p:sp>
        <p:nvSpPr>
          <p:cNvPr id="16" name="TextBox 15">
            <a:extLst>
              <a:ext uri="{FF2B5EF4-FFF2-40B4-BE49-F238E27FC236}">
                <a16:creationId xmlns:a16="http://schemas.microsoft.com/office/drawing/2014/main" id="{DA2E9D79-9786-4B1A-8FB8-09326B3A92A8}"/>
              </a:ext>
            </a:extLst>
          </p:cNvPr>
          <p:cNvSpPr txBox="1"/>
          <p:nvPr/>
        </p:nvSpPr>
        <p:spPr>
          <a:xfrm>
            <a:off x="-17977" y="4421267"/>
            <a:ext cx="11095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Task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Total Duration:</a:t>
            </a:r>
          </a:p>
        </p:txBody>
      </p:sp>
      <p:cxnSp>
        <p:nvCxnSpPr>
          <p:cNvPr id="19" name="Straight Connector 18">
            <a:extLst>
              <a:ext uri="{FF2B5EF4-FFF2-40B4-BE49-F238E27FC236}">
                <a16:creationId xmlns:a16="http://schemas.microsoft.com/office/drawing/2014/main" id="{009DB1AD-F045-4E43-AF32-D6CFE4FD3DF5}"/>
              </a:ext>
            </a:extLst>
          </p:cNvPr>
          <p:cNvCxnSpPr/>
          <p:nvPr/>
        </p:nvCxnSpPr>
        <p:spPr>
          <a:xfrm>
            <a:off x="60385" y="5358067"/>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69FA31-BDF8-4D3C-BEA1-4053EE731045}"/>
              </a:ext>
            </a:extLst>
          </p:cNvPr>
          <p:cNvCxnSpPr/>
          <p:nvPr/>
        </p:nvCxnSpPr>
        <p:spPr>
          <a:xfrm>
            <a:off x="60385" y="561398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AECD06-D3C9-454B-88B7-E03AB405966B}"/>
              </a:ext>
            </a:extLst>
          </p:cNvPr>
          <p:cNvCxnSpPr/>
          <p:nvPr/>
        </p:nvCxnSpPr>
        <p:spPr>
          <a:xfrm>
            <a:off x="60385" y="5855521"/>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5C7842-2A78-4CC3-85E3-E7B58A9A16E4}"/>
              </a:ext>
            </a:extLst>
          </p:cNvPr>
          <p:cNvCxnSpPr/>
          <p:nvPr/>
        </p:nvCxnSpPr>
        <p:spPr>
          <a:xfrm>
            <a:off x="60385" y="6088436"/>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984967-2487-4244-98D6-A671999BF787}"/>
              </a:ext>
            </a:extLst>
          </p:cNvPr>
          <p:cNvCxnSpPr/>
          <p:nvPr/>
        </p:nvCxnSpPr>
        <p:spPr>
          <a:xfrm>
            <a:off x="60385" y="6321349"/>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A1A73D-40FC-43E5-AE89-E76996A6A522}"/>
              </a:ext>
            </a:extLst>
          </p:cNvPr>
          <p:cNvCxnSpPr/>
          <p:nvPr/>
        </p:nvCxnSpPr>
        <p:spPr>
          <a:xfrm>
            <a:off x="60385" y="6562889"/>
            <a:ext cx="11800936"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170D92E5-FDBF-44EE-954F-3B318EA2ADB8}"/>
              </a:ext>
            </a:extLst>
          </p:cNvPr>
          <p:cNvSpPr/>
          <p:nvPr/>
        </p:nvSpPr>
        <p:spPr>
          <a:xfrm>
            <a:off x="2837679" y="3392135"/>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MMO Team Review (EPARTS)</a:t>
            </a:r>
          </a:p>
        </p:txBody>
      </p:sp>
      <p:sp>
        <p:nvSpPr>
          <p:cNvPr id="27" name="TextBox 26">
            <a:extLst>
              <a:ext uri="{FF2B5EF4-FFF2-40B4-BE49-F238E27FC236}">
                <a16:creationId xmlns:a16="http://schemas.microsoft.com/office/drawing/2014/main" id="{2AF52AC3-300D-4675-9C9F-DF2B8E5833D0}"/>
              </a:ext>
            </a:extLst>
          </p:cNvPr>
          <p:cNvSpPr txBox="1"/>
          <p:nvPr/>
        </p:nvSpPr>
        <p:spPr>
          <a:xfrm>
            <a:off x="752966" y="3642695"/>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30" name="TextBox 29">
            <a:extLst>
              <a:ext uri="{FF2B5EF4-FFF2-40B4-BE49-F238E27FC236}">
                <a16:creationId xmlns:a16="http://schemas.microsoft.com/office/drawing/2014/main" id="{0E257F3A-7C35-4545-A6EB-1C137AE052D1}"/>
              </a:ext>
            </a:extLst>
          </p:cNvPr>
          <p:cNvSpPr txBox="1"/>
          <p:nvPr/>
        </p:nvSpPr>
        <p:spPr>
          <a:xfrm>
            <a:off x="2145241" y="364038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33" name="TextBox 32">
            <a:extLst>
              <a:ext uri="{FF2B5EF4-FFF2-40B4-BE49-F238E27FC236}">
                <a16:creationId xmlns:a16="http://schemas.microsoft.com/office/drawing/2014/main" id="{4DB2C2B2-5670-477C-9180-F08C00075A4D}"/>
              </a:ext>
            </a:extLst>
          </p:cNvPr>
          <p:cNvSpPr txBox="1"/>
          <p:nvPr/>
        </p:nvSpPr>
        <p:spPr>
          <a:xfrm>
            <a:off x="3507410" y="363775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2" name="Straight Connector 41">
            <a:extLst>
              <a:ext uri="{FF2B5EF4-FFF2-40B4-BE49-F238E27FC236}">
                <a16:creationId xmlns:a16="http://schemas.microsoft.com/office/drawing/2014/main" id="{5A64977E-BC04-4B7E-BFC1-2096C7F3C369}"/>
              </a:ext>
            </a:extLst>
          </p:cNvPr>
          <p:cNvCxnSpPr/>
          <p:nvPr/>
        </p:nvCxnSpPr>
        <p:spPr>
          <a:xfrm>
            <a:off x="2518900" y="4534434"/>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F64DBC9-3B85-42C8-9C11-91F920AD06B9}"/>
              </a:ext>
            </a:extLst>
          </p:cNvPr>
          <p:cNvCxnSpPr/>
          <p:nvPr/>
        </p:nvCxnSpPr>
        <p:spPr>
          <a:xfrm>
            <a:off x="3881069" y="4534433"/>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F6665E4-9490-4B42-A0FF-EF1899DA60B9}"/>
              </a:ext>
            </a:extLst>
          </p:cNvPr>
          <p:cNvSpPr txBox="1"/>
          <p:nvPr/>
        </p:nvSpPr>
        <p:spPr>
          <a:xfrm>
            <a:off x="2965597" y="4462384"/>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46" name="Rectangle 45">
            <a:extLst>
              <a:ext uri="{FF2B5EF4-FFF2-40B4-BE49-F238E27FC236}">
                <a16:creationId xmlns:a16="http://schemas.microsoft.com/office/drawing/2014/main" id="{D452111A-FA2B-46BE-8F0D-D2EFE66F5D99}"/>
              </a:ext>
            </a:extLst>
          </p:cNvPr>
          <p:cNvSpPr/>
          <p:nvPr/>
        </p:nvSpPr>
        <p:spPr>
          <a:xfrm>
            <a:off x="4206433" y="340072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Assign PR to a </a:t>
            </a:r>
            <a:r>
              <a:rPr kumimoji="0" lang="en-US" sz="800" b="0" i="0" u="none" strike="noStrike" kern="1200" cap="none" spc="0" normalizeH="0" baseline="0" noProof="0" dirty="0">
                <a:ln>
                  <a:noFill/>
                </a:ln>
                <a:solidFill>
                  <a:srgbClr val="FFFFFF"/>
                </a:solidFill>
                <a:effectLst/>
                <a:uLnTx/>
                <a:uFillTx/>
                <a:latin typeface="Arial"/>
                <a:ea typeface="+mn-ea"/>
                <a:cs typeface="+mn-cs"/>
              </a:rPr>
              <a:t>Purchasing</a:t>
            </a:r>
            <a:r>
              <a:rPr kumimoji="0" lang="en-US" sz="900" b="0" i="0" u="none" strike="noStrike" kern="1200" cap="none" spc="0" normalizeH="0" baseline="0" noProof="0" dirty="0">
                <a:ln>
                  <a:noFill/>
                </a:ln>
                <a:solidFill>
                  <a:srgbClr val="FFFFFF"/>
                </a:solidFill>
                <a:effectLst/>
                <a:uLnTx/>
                <a:uFillTx/>
                <a:latin typeface="Arial"/>
                <a:ea typeface="+mn-ea"/>
                <a:cs typeface="+mn-cs"/>
              </a:rPr>
              <a:t> Tower (EPARTS)</a:t>
            </a:r>
          </a:p>
        </p:txBody>
      </p:sp>
      <p:sp>
        <p:nvSpPr>
          <p:cNvPr id="47" name="TextBox 46">
            <a:extLst>
              <a:ext uri="{FF2B5EF4-FFF2-40B4-BE49-F238E27FC236}">
                <a16:creationId xmlns:a16="http://schemas.microsoft.com/office/drawing/2014/main" id="{F1951269-CC15-416B-970A-8A5DFC5BCD60}"/>
              </a:ext>
            </a:extLst>
          </p:cNvPr>
          <p:cNvSpPr txBox="1"/>
          <p:nvPr/>
        </p:nvSpPr>
        <p:spPr>
          <a:xfrm>
            <a:off x="4314192" y="4448933"/>
            <a:ext cx="51809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48" name="TextBox 47">
            <a:extLst>
              <a:ext uri="{FF2B5EF4-FFF2-40B4-BE49-F238E27FC236}">
                <a16:creationId xmlns:a16="http://schemas.microsoft.com/office/drawing/2014/main" id="{3955D9D5-049E-4030-9C87-A206D581D700}"/>
              </a:ext>
            </a:extLst>
          </p:cNvPr>
          <p:cNvSpPr txBox="1"/>
          <p:nvPr/>
        </p:nvSpPr>
        <p:spPr>
          <a:xfrm>
            <a:off x="4869579" y="3625480"/>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9" name="Straight Connector 48">
            <a:extLst>
              <a:ext uri="{FF2B5EF4-FFF2-40B4-BE49-F238E27FC236}">
                <a16:creationId xmlns:a16="http://schemas.microsoft.com/office/drawing/2014/main" id="{772AF93E-FA2B-4F8F-871D-D52838B5F07A}"/>
              </a:ext>
            </a:extLst>
          </p:cNvPr>
          <p:cNvCxnSpPr/>
          <p:nvPr/>
        </p:nvCxnSpPr>
        <p:spPr>
          <a:xfrm>
            <a:off x="5243238" y="4522155"/>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3549CB2B-C767-4D05-BA12-5AE83F5D2DB2}"/>
              </a:ext>
            </a:extLst>
          </p:cNvPr>
          <p:cNvSpPr/>
          <p:nvPr/>
        </p:nvSpPr>
        <p:spPr>
          <a:xfrm>
            <a:off x="5568602" y="3388442"/>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Buyer to Pull Order into their Queue (EPARTS)</a:t>
            </a:r>
          </a:p>
        </p:txBody>
      </p:sp>
      <p:sp>
        <p:nvSpPr>
          <p:cNvPr id="51" name="TextBox 50">
            <a:extLst>
              <a:ext uri="{FF2B5EF4-FFF2-40B4-BE49-F238E27FC236}">
                <a16:creationId xmlns:a16="http://schemas.microsoft.com/office/drawing/2014/main" id="{2DFB46A5-1433-4F8F-AEC8-2FE1EF573634}"/>
              </a:ext>
            </a:extLst>
          </p:cNvPr>
          <p:cNvSpPr txBox="1"/>
          <p:nvPr/>
        </p:nvSpPr>
        <p:spPr>
          <a:xfrm>
            <a:off x="5388613" y="4421267"/>
            <a:ext cx="1056701"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 – </a:t>
            </a:r>
            <a:r>
              <a:rPr kumimoji="0" lang="en-US" sz="1000" b="0" i="0" u="none" strike="noStrike" kern="1200" cap="none" spc="0" normalizeH="0" baseline="0" noProof="0" dirty="0">
                <a:ln>
                  <a:noFill/>
                </a:ln>
                <a:solidFill>
                  <a:srgbClr val="0000FF"/>
                </a:solidFill>
                <a:effectLst/>
                <a:uLnTx/>
                <a:uFillTx/>
                <a:latin typeface="Arial"/>
                <a:ea typeface="+mn-ea"/>
                <a:cs typeface="+mn-cs"/>
              </a:rPr>
              <a:t>2</a:t>
            </a:r>
            <a:r>
              <a:rPr kumimoji="0" lang="en-US" sz="1000" b="0" i="0" u="none" strike="noStrike" kern="1200" cap="none" spc="0" normalizeH="0" baseline="0" noProof="0" dirty="0">
                <a:ln>
                  <a:noFill/>
                </a:ln>
                <a:solidFill>
                  <a:srgbClr val="000000"/>
                </a:solidFill>
                <a:effectLst/>
                <a:uLnTx/>
                <a:uFillTx/>
                <a:latin typeface="Arial"/>
                <a:ea typeface="+mn-ea"/>
                <a:cs typeface="+mn-cs"/>
              </a:rPr>
              <a:t> Days</a:t>
            </a:r>
          </a:p>
        </p:txBody>
      </p:sp>
      <p:sp>
        <p:nvSpPr>
          <p:cNvPr id="64" name="Rectangle 63">
            <a:extLst>
              <a:ext uri="{FF2B5EF4-FFF2-40B4-BE49-F238E27FC236}">
                <a16:creationId xmlns:a16="http://schemas.microsoft.com/office/drawing/2014/main" id="{F5F8E529-19B9-418F-B77E-4539BFC47384}"/>
              </a:ext>
            </a:extLst>
          </p:cNvPr>
          <p:cNvSpPr/>
          <p:nvPr/>
        </p:nvSpPr>
        <p:spPr>
          <a:xfrm>
            <a:off x="0" y="5128796"/>
            <a:ext cx="1109599" cy="1446550"/>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SBM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err="1">
                <a:ln>
                  <a:noFill/>
                </a:ln>
                <a:solidFill>
                  <a:srgbClr val="000000"/>
                </a:solidFill>
                <a:effectLst/>
                <a:uLnTx/>
                <a:uFillTx/>
                <a:latin typeface="Arial"/>
                <a:ea typeface="+mn-ea"/>
                <a:cs typeface="+mn-cs"/>
              </a:rPr>
              <a:t>Eng</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Finance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Prog </a:t>
            </a:r>
            <a:r>
              <a:rPr kumimoji="0" lang="en-US" sz="105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Other</a:t>
            </a:r>
          </a:p>
        </p:txBody>
      </p:sp>
      <p:sp>
        <p:nvSpPr>
          <p:cNvPr id="66" name="Oval 65">
            <a:extLst>
              <a:ext uri="{FF2B5EF4-FFF2-40B4-BE49-F238E27FC236}">
                <a16:creationId xmlns:a16="http://schemas.microsoft.com/office/drawing/2014/main" id="{BA2FD7A3-276D-4C8E-91A6-33DE995692F0}"/>
              </a:ext>
            </a:extLst>
          </p:cNvPr>
          <p:cNvSpPr>
            <a:spLocks noChangeAspect="1"/>
          </p:cNvSpPr>
          <p:nvPr/>
        </p:nvSpPr>
        <p:spPr>
          <a:xfrm>
            <a:off x="3066313" y="6344532"/>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7" name="Oval 66">
            <a:extLst>
              <a:ext uri="{FF2B5EF4-FFF2-40B4-BE49-F238E27FC236}">
                <a16:creationId xmlns:a16="http://schemas.microsoft.com/office/drawing/2014/main" id="{DF9A1FDC-41FA-4E98-A545-DD27C56DA33D}"/>
              </a:ext>
            </a:extLst>
          </p:cNvPr>
          <p:cNvSpPr>
            <a:spLocks noChangeAspect="1"/>
          </p:cNvSpPr>
          <p:nvPr/>
        </p:nvSpPr>
        <p:spPr>
          <a:xfrm>
            <a:off x="4489573" y="5107084"/>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8" name="Oval 67">
            <a:extLst>
              <a:ext uri="{FF2B5EF4-FFF2-40B4-BE49-F238E27FC236}">
                <a16:creationId xmlns:a16="http://schemas.microsoft.com/office/drawing/2014/main" id="{74A25491-98A7-45BC-BCB8-AF1FA287C7C5}"/>
              </a:ext>
            </a:extLst>
          </p:cNvPr>
          <p:cNvSpPr>
            <a:spLocks noChangeAspect="1"/>
          </p:cNvSpPr>
          <p:nvPr/>
        </p:nvSpPr>
        <p:spPr>
          <a:xfrm>
            <a:off x="5825521" y="5134070"/>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0" name="Rectangle 69">
            <a:extLst>
              <a:ext uri="{FF2B5EF4-FFF2-40B4-BE49-F238E27FC236}">
                <a16:creationId xmlns:a16="http://schemas.microsoft.com/office/drawing/2014/main" id="{61331AC3-F450-4BF0-96B6-792A8A9B175A}"/>
              </a:ext>
            </a:extLst>
          </p:cNvPr>
          <p:cNvSpPr/>
          <p:nvPr/>
        </p:nvSpPr>
        <p:spPr>
          <a:xfrm>
            <a:off x="7031448" y="337788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Bidder Board Approval</a:t>
            </a:r>
          </a:p>
        </p:txBody>
      </p:sp>
      <p:sp>
        <p:nvSpPr>
          <p:cNvPr id="71" name="TextBox 70">
            <a:extLst>
              <a:ext uri="{FF2B5EF4-FFF2-40B4-BE49-F238E27FC236}">
                <a16:creationId xmlns:a16="http://schemas.microsoft.com/office/drawing/2014/main" id="{64F1F01B-7A9F-4493-B108-7FE0292B67B5}"/>
              </a:ext>
            </a:extLst>
          </p:cNvPr>
          <p:cNvSpPr txBox="1"/>
          <p:nvPr/>
        </p:nvSpPr>
        <p:spPr>
          <a:xfrm>
            <a:off x="6361463" y="362844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72" name="TextBox 71">
            <a:extLst>
              <a:ext uri="{FF2B5EF4-FFF2-40B4-BE49-F238E27FC236}">
                <a16:creationId xmlns:a16="http://schemas.microsoft.com/office/drawing/2014/main" id="{FBE741C3-FCBF-4516-94EB-417E14113782}"/>
              </a:ext>
            </a:extLst>
          </p:cNvPr>
          <p:cNvSpPr txBox="1"/>
          <p:nvPr/>
        </p:nvSpPr>
        <p:spPr>
          <a:xfrm>
            <a:off x="7753738" y="3626131"/>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73" name="TextBox 72">
            <a:extLst>
              <a:ext uri="{FF2B5EF4-FFF2-40B4-BE49-F238E27FC236}">
                <a16:creationId xmlns:a16="http://schemas.microsoft.com/office/drawing/2014/main" id="{ADD57A8C-1627-4925-92F6-F0A42F0BD7AC}"/>
              </a:ext>
            </a:extLst>
          </p:cNvPr>
          <p:cNvSpPr txBox="1"/>
          <p:nvPr/>
        </p:nvSpPr>
        <p:spPr>
          <a:xfrm>
            <a:off x="9115907" y="3623506"/>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74" name="Straight Connector 73">
            <a:extLst>
              <a:ext uri="{FF2B5EF4-FFF2-40B4-BE49-F238E27FC236}">
                <a16:creationId xmlns:a16="http://schemas.microsoft.com/office/drawing/2014/main" id="{8C312F31-D189-440E-B4C1-1C2D981EDB4A}"/>
              </a:ext>
            </a:extLst>
          </p:cNvPr>
          <p:cNvCxnSpPr/>
          <p:nvPr/>
        </p:nvCxnSpPr>
        <p:spPr>
          <a:xfrm>
            <a:off x="6631973" y="4520183"/>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19F5BB0-5788-4F3A-9653-FE9DC674B43C}"/>
              </a:ext>
            </a:extLst>
          </p:cNvPr>
          <p:cNvCxnSpPr/>
          <p:nvPr/>
        </p:nvCxnSpPr>
        <p:spPr>
          <a:xfrm>
            <a:off x="8127397" y="4520182"/>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B4BA354D-ACE8-43D8-8CAA-F42A4E25C9C0}"/>
              </a:ext>
            </a:extLst>
          </p:cNvPr>
          <p:cNvCxnSpPr/>
          <p:nvPr/>
        </p:nvCxnSpPr>
        <p:spPr>
          <a:xfrm>
            <a:off x="9489566" y="4520181"/>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BFE8B323-7EDE-479C-BA60-A5FBAA637942}"/>
              </a:ext>
            </a:extLst>
          </p:cNvPr>
          <p:cNvSpPr txBox="1"/>
          <p:nvPr/>
        </p:nvSpPr>
        <p:spPr>
          <a:xfrm>
            <a:off x="7197838" y="4448132"/>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a:t>
            </a:r>
          </a:p>
        </p:txBody>
      </p:sp>
      <p:sp>
        <p:nvSpPr>
          <p:cNvPr id="79" name="Rectangle 78">
            <a:extLst>
              <a:ext uri="{FF2B5EF4-FFF2-40B4-BE49-F238E27FC236}">
                <a16:creationId xmlns:a16="http://schemas.microsoft.com/office/drawing/2014/main" id="{20A02F29-D2B2-4EE8-9207-89933281CE6C}"/>
              </a:ext>
            </a:extLst>
          </p:cNvPr>
          <p:cNvSpPr/>
          <p:nvPr/>
        </p:nvSpPr>
        <p:spPr>
          <a:xfrm>
            <a:off x="8400202" y="3386468"/>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RFP Release</a:t>
            </a:r>
          </a:p>
        </p:txBody>
      </p:sp>
      <p:sp>
        <p:nvSpPr>
          <p:cNvPr id="80" name="TextBox 79">
            <a:extLst>
              <a:ext uri="{FF2B5EF4-FFF2-40B4-BE49-F238E27FC236}">
                <a16:creationId xmlns:a16="http://schemas.microsoft.com/office/drawing/2014/main" id="{0BEAF429-F366-4A02-A15A-114981C5A9E6}"/>
              </a:ext>
            </a:extLst>
          </p:cNvPr>
          <p:cNvSpPr txBox="1"/>
          <p:nvPr/>
        </p:nvSpPr>
        <p:spPr>
          <a:xfrm>
            <a:off x="8546433" y="4434681"/>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a:t>
            </a:r>
          </a:p>
        </p:txBody>
      </p:sp>
      <p:sp>
        <p:nvSpPr>
          <p:cNvPr id="81" name="Rectangle 80">
            <a:extLst>
              <a:ext uri="{FF2B5EF4-FFF2-40B4-BE49-F238E27FC236}">
                <a16:creationId xmlns:a16="http://schemas.microsoft.com/office/drawing/2014/main" id="{6AC2E123-1044-40FB-B3A9-79ADD5AC40A3}"/>
              </a:ext>
            </a:extLst>
          </p:cNvPr>
          <p:cNvSpPr/>
          <p:nvPr/>
        </p:nvSpPr>
        <p:spPr>
          <a:xfrm>
            <a:off x="9762371" y="3374190"/>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Proposal Received</a:t>
            </a:r>
          </a:p>
        </p:txBody>
      </p:sp>
      <p:sp>
        <p:nvSpPr>
          <p:cNvPr id="82" name="TextBox 81">
            <a:extLst>
              <a:ext uri="{FF2B5EF4-FFF2-40B4-BE49-F238E27FC236}">
                <a16:creationId xmlns:a16="http://schemas.microsoft.com/office/drawing/2014/main" id="{F2113B36-EC9A-40E3-A378-E6DB5AE4AB08}"/>
              </a:ext>
            </a:extLst>
          </p:cNvPr>
          <p:cNvSpPr txBox="1"/>
          <p:nvPr/>
        </p:nvSpPr>
        <p:spPr>
          <a:xfrm>
            <a:off x="9643295" y="4407015"/>
            <a:ext cx="934872"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 15 Days</a:t>
            </a:r>
          </a:p>
        </p:txBody>
      </p:sp>
      <p:sp>
        <p:nvSpPr>
          <p:cNvPr id="83" name="Rectangle 82">
            <a:extLst>
              <a:ext uri="{FF2B5EF4-FFF2-40B4-BE49-F238E27FC236}">
                <a16:creationId xmlns:a16="http://schemas.microsoft.com/office/drawing/2014/main" id="{942B6FE6-952E-468B-9F7C-3ACB69FED83F}"/>
              </a:ext>
            </a:extLst>
          </p:cNvPr>
          <p:cNvSpPr/>
          <p:nvPr/>
        </p:nvSpPr>
        <p:spPr>
          <a:xfrm>
            <a:off x="7031448" y="227811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Non-Competitive Approval</a:t>
            </a:r>
          </a:p>
        </p:txBody>
      </p:sp>
      <p:cxnSp>
        <p:nvCxnSpPr>
          <p:cNvPr id="84" name="Connector: Elbow 83">
            <a:extLst>
              <a:ext uri="{FF2B5EF4-FFF2-40B4-BE49-F238E27FC236}">
                <a16:creationId xmlns:a16="http://schemas.microsoft.com/office/drawing/2014/main" id="{B0029A4E-2560-43A7-A419-7BE0473EB5A6}"/>
              </a:ext>
            </a:extLst>
          </p:cNvPr>
          <p:cNvCxnSpPr>
            <a:cxnSpLocks/>
            <a:stCxn id="50" idx="0"/>
            <a:endCxn id="83" idx="1"/>
          </p:cNvCxnSpPr>
          <p:nvPr/>
        </p:nvCxnSpPr>
        <p:spPr>
          <a:xfrm rot="5400000" flipH="1" flipV="1">
            <a:off x="6140165" y="2497159"/>
            <a:ext cx="693380" cy="108918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60AA7F9C-A05A-44B0-94D6-8A368FF04E9C}"/>
              </a:ext>
            </a:extLst>
          </p:cNvPr>
          <p:cNvCxnSpPr>
            <a:stCxn id="83" idx="3"/>
            <a:endCxn id="79" idx="0"/>
          </p:cNvCxnSpPr>
          <p:nvPr/>
        </p:nvCxnSpPr>
        <p:spPr>
          <a:xfrm>
            <a:off x="7778767" y="2695062"/>
            <a:ext cx="995095" cy="69140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BD105207-2472-463E-8D85-235BE553C9A8}"/>
              </a:ext>
            </a:extLst>
          </p:cNvPr>
          <p:cNvSpPr>
            <a:spLocks noChangeAspect="1"/>
          </p:cNvSpPr>
          <p:nvPr/>
        </p:nvSpPr>
        <p:spPr>
          <a:xfrm>
            <a:off x="7275691" y="510227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8" name="Oval 87">
            <a:extLst>
              <a:ext uri="{FF2B5EF4-FFF2-40B4-BE49-F238E27FC236}">
                <a16:creationId xmlns:a16="http://schemas.microsoft.com/office/drawing/2014/main" id="{6C0856FB-A05E-457F-B6A9-CD55723AB67E}"/>
              </a:ext>
            </a:extLst>
          </p:cNvPr>
          <p:cNvSpPr>
            <a:spLocks noChangeAspect="1"/>
          </p:cNvSpPr>
          <p:nvPr/>
        </p:nvSpPr>
        <p:spPr>
          <a:xfrm>
            <a:off x="8682421" y="510227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9" name="Oval 88">
            <a:extLst>
              <a:ext uri="{FF2B5EF4-FFF2-40B4-BE49-F238E27FC236}">
                <a16:creationId xmlns:a16="http://schemas.microsoft.com/office/drawing/2014/main" id="{268B18E7-D4D6-4093-91F6-2E396E5875F9}"/>
              </a:ext>
            </a:extLst>
          </p:cNvPr>
          <p:cNvSpPr>
            <a:spLocks noChangeAspect="1"/>
          </p:cNvSpPr>
          <p:nvPr/>
        </p:nvSpPr>
        <p:spPr>
          <a:xfrm>
            <a:off x="10001557" y="510227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0" name="Oval 89">
            <a:extLst>
              <a:ext uri="{FF2B5EF4-FFF2-40B4-BE49-F238E27FC236}">
                <a16:creationId xmlns:a16="http://schemas.microsoft.com/office/drawing/2014/main" id="{4220B1F5-E6DF-4206-861B-F4C5A20EF4EF}"/>
              </a:ext>
            </a:extLst>
          </p:cNvPr>
          <p:cNvSpPr>
            <a:spLocks noChangeAspect="1"/>
          </p:cNvSpPr>
          <p:nvPr/>
        </p:nvSpPr>
        <p:spPr>
          <a:xfrm>
            <a:off x="10019290" y="633288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6" name="Oval 95">
            <a:extLst>
              <a:ext uri="{FF2B5EF4-FFF2-40B4-BE49-F238E27FC236}">
                <a16:creationId xmlns:a16="http://schemas.microsoft.com/office/drawing/2014/main" id="{381A78C1-3B56-493A-BFD3-50CC84E3E962}"/>
              </a:ext>
            </a:extLst>
          </p:cNvPr>
          <p:cNvSpPr>
            <a:spLocks noChangeAspect="1"/>
          </p:cNvSpPr>
          <p:nvPr/>
        </p:nvSpPr>
        <p:spPr>
          <a:xfrm>
            <a:off x="7164799" y="5628502"/>
            <a:ext cx="182880" cy="18288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7" name="Oval 96">
            <a:extLst>
              <a:ext uri="{FF2B5EF4-FFF2-40B4-BE49-F238E27FC236}">
                <a16:creationId xmlns:a16="http://schemas.microsoft.com/office/drawing/2014/main" id="{74593651-12CC-4666-B5DD-12E794F3B0C5}"/>
              </a:ext>
            </a:extLst>
          </p:cNvPr>
          <p:cNvSpPr>
            <a:spLocks noChangeAspect="1"/>
          </p:cNvSpPr>
          <p:nvPr/>
        </p:nvSpPr>
        <p:spPr>
          <a:xfrm>
            <a:off x="7381844" y="562660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154C9B8C-54E4-41D2-A710-C88E985FF9A5}"/>
              </a:ext>
            </a:extLst>
          </p:cNvPr>
          <p:cNvSpPr/>
          <p:nvPr/>
        </p:nvSpPr>
        <p:spPr>
          <a:xfrm>
            <a:off x="11065374" y="3383887"/>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rgbClr val="FFFFFF"/>
                </a:solidFill>
                <a:effectLst/>
                <a:uLnTx/>
                <a:uFillTx/>
                <a:latin typeface="Arial"/>
                <a:ea typeface="+mn-ea"/>
                <a:cs typeface="+mn-cs"/>
              </a:rPr>
              <a:t>Eng</a:t>
            </a:r>
            <a:r>
              <a:rPr kumimoji="0" lang="en-US" sz="900" b="0" i="0" u="none" strike="noStrike" kern="1200" cap="none" spc="0" normalizeH="0" baseline="0" noProof="0" dirty="0">
                <a:ln>
                  <a:noFill/>
                </a:ln>
                <a:solidFill>
                  <a:srgbClr val="FFFFFF"/>
                </a:solidFill>
                <a:effectLst/>
                <a:uLnTx/>
                <a:uFillTx/>
                <a:latin typeface="Arial"/>
                <a:ea typeface="+mn-ea"/>
                <a:cs typeface="+mn-cs"/>
              </a:rPr>
              <a:t> Finance Proposal Eval Complete</a:t>
            </a:r>
          </a:p>
        </p:txBody>
      </p:sp>
      <p:sp>
        <p:nvSpPr>
          <p:cNvPr id="62" name="TextBox 61">
            <a:extLst>
              <a:ext uri="{FF2B5EF4-FFF2-40B4-BE49-F238E27FC236}">
                <a16:creationId xmlns:a16="http://schemas.microsoft.com/office/drawing/2014/main" id="{B5639593-58CD-4ACF-8F12-62F04128047D}"/>
              </a:ext>
            </a:extLst>
          </p:cNvPr>
          <p:cNvSpPr txBox="1"/>
          <p:nvPr/>
        </p:nvSpPr>
        <p:spPr>
          <a:xfrm>
            <a:off x="11218460" y="4423990"/>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5</a:t>
            </a:r>
          </a:p>
        </p:txBody>
      </p:sp>
      <p:sp>
        <p:nvSpPr>
          <p:cNvPr id="63" name="Oval 62">
            <a:extLst>
              <a:ext uri="{FF2B5EF4-FFF2-40B4-BE49-F238E27FC236}">
                <a16:creationId xmlns:a16="http://schemas.microsoft.com/office/drawing/2014/main" id="{9B899EF0-4E63-46E1-BEBF-3E702A5D2E62}"/>
              </a:ext>
            </a:extLst>
          </p:cNvPr>
          <p:cNvSpPr>
            <a:spLocks noChangeAspect="1"/>
          </p:cNvSpPr>
          <p:nvPr/>
        </p:nvSpPr>
        <p:spPr>
          <a:xfrm>
            <a:off x="11329667" y="563827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98" name="Oval 97">
            <a:extLst>
              <a:ext uri="{FF2B5EF4-FFF2-40B4-BE49-F238E27FC236}">
                <a16:creationId xmlns:a16="http://schemas.microsoft.com/office/drawing/2014/main" id="{13065BAB-0414-4A67-8783-E3A2187AB8B8}"/>
              </a:ext>
            </a:extLst>
          </p:cNvPr>
          <p:cNvSpPr>
            <a:spLocks noChangeAspect="1"/>
          </p:cNvSpPr>
          <p:nvPr/>
        </p:nvSpPr>
        <p:spPr>
          <a:xfrm>
            <a:off x="11332273" y="587573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9" name="Oval 98">
            <a:extLst>
              <a:ext uri="{FF2B5EF4-FFF2-40B4-BE49-F238E27FC236}">
                <a16:creationId xmlns:a16="http://schemas.microsoft.com/office/drawing/2014/main" id="{24996E6F-C15C-489E-9F3D-902C4A91B6D4}"/>
              </a:ext>
            </a:extLst>
          </p:cNvPr>
          <p:cNvSpPr>
            <a:spLocks noChangeAspect="1"/>
          </p:cNvSpPr>
          <p:nvPr/>
        </p:nvSpPr>
        <p:spPr>
          <a:xfrm>
            <a:off x="11316204" y="5131467"/>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cxnSp>
        <p:nvCxnSpPr>
          <p:cNvPr id="100" name="Straight Connector 99">
            <a:extLst>
              <a:ext uri="{FF2B5EF4-FFF2-40B4-BE49-F238E27FC236}">
                <a16:creationId xmlns:a16="http://schemas.microsoft.com/office/drawing/2014/main" id="{B817F815-DA46-42AF-9D8A-06257A62810D}"/>
              </a:ext>
            </a:extLst>
          </p:cNvPr>
          <p:cNvCxnSpPr/>
          <p:nvPr/>
        </p:nvCxnSpPr>
        <p:spPr>
          <a:xfrm>
            <a:off x="10826710" y="4503283"/>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F559496F-420B-4A14-80DC-49A7EDB69CFB}"/>
              </a:ext>
            </a:extLst>
          </p:cNvPr>
          <p:cNvSpPr txBox="1"/>
          <p:nvPr/>
        </p:nvSpPr>
        <p:spPr>
          <a:xfrm>
            <a:off x="10445456" y="3623505"/>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5" name="TextBox 64">
            <a:extLst>
              <a:ext uri="{FF2B5EF4-FFF2-40B4-BE49-F238E27FC236}">
                <a16:creationId xmlns:a16="http://schemas.microsoft.com/office/drawing/2014/main" id="{E05132A0-FF1E-44E1-9A6D-C050E545D2EF}"/>
              </a:ext>
            </a:extLst>
          </p:cNvPr>
          <p:cNvSpPr txBox="1"/>
          <p:nvPr/>
        </p:nvSpPr>
        <p:spPr>
          <a:xfrm>
            <a:off x="2505213" y="6511253"/>
            <a:ext cx="1002197"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Materials Mgt Org</a:t>
            </a:r>
          </a:p>
        </p:txBody>
      </p:sp>
      <p:sp>
        <p:nvSpPr>
          <p:cNvPr id="103" name="TextBox 102">
            <a:extLst>
              <a:ext uri="{FF2B5EF4-FFF2-40B4-BE49-F238E27FC236}">
                <a16:creationId xmlns:a16="http://schemas.microsoft.com/office/drawing/2014/main" id="{B4AAE8E4-5ED0-4366-B043-086CA3D386E6}"/>
              </a:ext>
            </a:extLst>
          </p:cNvPr>
          <p:cNvSpPr txBox="1"/>
          <p:nvPr/>
        </p:nvSpPr>
        <p:spPr>
          <a:xfrm>
            <a:off x="9496817" y="6336192"/>
            <a:ext cx="56297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104" name="Oval 103">
            <a:extLst>
              <a:ext uri="{FF2B5EF4-FFF2-40B4-BE49-F238E27FC236}">
                <a16:creationId xmlns:a16="http://schemas.microsoft.com/office/drawing/2014/main" id="{2BCF7254-EF50-48F5-8A80-3323882B2EEE}"/>
              </a:ext>
            </a:extLst>
          </p:cNvPr>
          <p:cNvSpPr>
            <a:spLocks noChangeAspect="1"/>
          </p:cNvSpPr>
          <p:nvPr/>
        </p:nvSpPr>
        <p:spPr>
          <a:xfrm>
            <a:off x="1762819" y="588601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5" name="Rectangle 104">
            <a:extLst>
              <a:ext uri="{FF2B5EF4-FFF2-40B4-BE49-F238E27FC236}">
                <a16:creationId xmlns:a16="http://schemas.microsoft.com/office/drawing/2014/main" id="{C434A450-5624-4AFB-8099-5504A3C5B9E9}"/>
              </a:ext>
            </a:extLst>
          </p:cNvPr>
          <p:cNvSpPr/>
          <p:nvPr/>
        </p:nvSpPr>
        <p:spPr>
          <a:xfrm>
            <a:off x="1449422" y="3411748"/>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Finance Signoff </a:t>
            </a:r>
          </a:p>
        </p:txBody>
      </p:sp>
      <p:sp>
        <p:nvSpPr>
          <p:cNvPr id="106" name="TextBox 105">
            <a:extLst>
              <a:ext uri="{FF2B5EF4-FFF2-40B4-BE49-F238E27FC236}">
                <a16:creationId xmlns:a16="http://schemas.microsoft.com/office/drawing/2014/main" id="{A473EAAD-23FD-4830-BF20-11279A7589FC}"/>
              </a:ext>
            </a:extLst>
          </p:cNvPr>
          <p:cNvSpPr txBox="1"/>
          <p:nvPr/>
        </p:nvSpPr>
        <p:spPr>
          <a:xfrm>
            <a:off x="1449422" y="4472902"/>
            <a:ext cx="808235"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10 Minutes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Day</a:t>
            </a:r>
          </a:p>
        </p:txBody>
      </p:sp>
      <p:sp>
        <p:nvSpPr>
          <p:cNvPr id="77" name="TextBox 76">
            <a:extLst>
              <a:ext uri="{FF2B5EF4-FFF2-40B4-BE49-F238E27FC236}">
                <a16:creationId xmlns:a16="http://schemas.microsoft.com/office/drawing/2014/main" id="{105B5EFE-EA58-4D50-BCB7-417E08FFC025}"/>
              </a:ext>
            </a:extLst>
          </p:cNvPr>
          <p:cNvSpPr txBox="1"/>
          <p:nvPr/>
        </p:nvSpPr>
        <p:spPr>
          <a:xfrm>
            <a:off x="10310963" y="2255507"/>
            <a:ext cx="1763624"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sngStrike" kern="1200" cap="none" spc="0" normalizeH="0" baseline="0" noProof="0" dirty="0">
                <a:ln>
                  <a:noFill/>
                </a:ln>
                <a:effectLst/>
                <a:uLnTx/>
                <a:uFillTx/>
                <a:latin typeface="Arial"/>
                <a:ea typeface="+mn-ea"/>
                <a:cs typeface="+mn-cs"/>
              </a:rPr>
              <a:t>30-39 Work Days Minimum </a:t>
            </a:r>
          </a:p>
        </p:txBody>
      </p:sp>
      <p:sp>
        <p:nvSpPr>
          <p:cNvPr id="3" name="Rectangle: Rounded Corners 2">
            <a:extLst>
              <a:ext uri="{FF2B5EF4-FFF2-40B4-BE49-F238E27FC236}">
                <a16:creationId xmlns:a16="http://schemas.microsoft.com/office/drawing/2014/main" id="{94B9C8EC-5F1C-45BB-A23D-888D53CC7BA8}"/>
              </a:ext>
            </a:extLst>
          </p:cNvPr>
          <p:cNvSpPr/>
          <p:nvPr/>
        </p:nvSpPr>
        <p:spPr>
          <a:xfrm>
            <a:off x="9310299" y="2410516"/>
            <a:ext cx="1000664" cy="88766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Questions from supplier may add time</a:t>
            </a:r>
          </a:p>
        </p:txBody>
      </p:sp>
      <p:sp>
        <p:nvSpPr>
          <p:cNvPr id="69" name="TextBox 68">
            <a:extLst>
              <a:ext uri="{FF2B5EF4-FFF2-40B4-BE49-F238E27FC236}">
                <a16:creationId xmlns:a16="http://schemas.microsoft.com/office/drawing/2014/main" id="{381D588D-733C-41E9-94C0-B8EAC4E973BE}"/>
              </a:ext>
            </a:extLst>
          </p:cNvPr>
          <p:cNvSpPr txBox="1"/>
          <p:nvPr/>
        </p:nvSpPr>
        <p:spPr>
          <a:xfrm>
            <a:off x="10397567" y="2519541"/>
            <a:ext cx="1579279"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23 Work Days Minimum </a:t>
            </a:r>
          </a:p>
        </p:txBody>
      </p:sp>
      <p:sp>
        <p:nvSpPr>
          <p:cNvPr id="86" name="Rectangle 85">
            <a:extLst>
              <a:ext uri="{FF2B5EF4-FFF2-40B4-BE49-F238E27FC236}">
                <a16:creationId xmlns:a16="http://schemas.microsoft.com/office/drawing/2014/main" id="{6DD5B836-7617-42EA-B009-5194CC3D70C9}"/>
              </a:ext>
            </a:extLst>
          </p:cNvPr>
          <p:cNvSpPr/>
          <p:nvPr/>
        </p:nvSpPr>
        <p:spPr>
          <a:xfrm>
            <a:off x="2015890" y="1841643"/>
            <a:ext cx="747319" cy="1147229"/>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a:ea typeface="+mn-ea"/>
                <a:cs typeface="+mn-cs"/>
              </a:rPr>
              <a:t>Other CAPRS Signoffs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Arial"/>
              </a:rPr>
              <a:t>Prog </a:t>
            </a:r>
            <a:r>
              <a:rPr lang="en-US" sz="900" dirty="0" err="1">
                <a:solidFill>
                  <a:schemeClr val="tx1"/>
                </a:solidFill>
                <a:latin typeface="Arial"/>
              </a:rPr>
              <a:t>Mgr</a:t>
            </a:r>
            <a:endParaRPr lang="en-US" sz="900" dirty="0">
              <a:solidFill>
                <a:schemeClr val="tx1"/>
              </a:solidFill>
              <a:latin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a:ea typeface="+mn-ea"/>
                <a:cs typeface="+mn-cs"/>
              </a:rPr>
              <a:t>Quality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latin typeface="Arial"/>
              </a:rPr>
              <a:t>Buyer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Arial"/>
                <a:ea typeface="+mn-ea"/>
                <a:cs typeface="+mn-cs"/>
              </a:rPr>
              <a:t>Planner</a:t>
            </a:r>
          </a:p>
        </p:txBody>
      </p:sp>
      <p:sp>
        <p:nvSpPr>
          <p:cNvPr id="91" name="Explosion: 14 Points 90">
            <a:extLst>
              <a:ext uri="{FF2B5EF4-FFF2-40B4-BE49-F238E27FC236}">
                <a16:creationId xmlns:a16="http://schemas.microsoft.com/office/drawing/2014/main" id="{2D7B1281-AE41-4EF0-A8DC-C6AA650A1F23}"/>
              </a:ext>
            </a:extLst>
          </p:cNvPr>
          <p:cNvSpPr/>
          <p:nvPr/>
        </p:nvSpPr>
        <p:spPr>
          <a:xfrm>
            <a:off x="1910737" y="709608"/>
            <a:ext cx="1216325" cy="1237254"/>
          </a:xfrm>
          <a:prstGeom prst="irregularSeal2">
            <a:avLst/>
          </a:prstGeom>
          <a:solidFill>
            <a:srgbClr val="F6DA1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Have a signoff event</a:t>
            </a:r>
          </a:p>
        </p:txBody>
      </p:sp>
    </p:spTree>
    <p:extLst>
      <p:ext uri="{BB962C8B-B14F-4D97-AF65-F5344CB8AC3E}">
        <p14:creationId xmlns:p14="http://schemas.microsoft.com/office/powerpoint/2010/main" val="4137149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BC90-CAF1-42DE-9205-7DEDADF021CD}"/>
              </a:ext>
            </a:extLst>
          </p:cNvPr>
          <p:cNvSpPr>
            <a:spLocks noGrp="1"/>
          </p:cNvSpPr>
          <p:nvPr>
            <p:ph type="title"/>
          </p:nvPr>
        </p:nvSpPr>
        <p:spPr/>
        <p:txBody>
          <a:bodyPr/>
          <a:lstStyle/>
          <a:p>
            <a:r>
              <a:rPr lang="en-US" dirty="0"/>
              <a:t>VSM Map Future State:  Non COTS Lab Procurements</a:t>
            </a:r>
          </a:p>
        </p:txBody>
      </p:sp>
      <p:sp>
        <p:nvSpPr>
          <p:cNvPr id="14" name="Rectangle: Rounded Corners 13">
            <a:extLst>
              <a:ext uri="{FF2B5EF4-FFF2-40B4-BE49-F238E27FC236}">
                <a16:creationId xmlns:a16="http://schemas.microsoft.com/office/drawing/2014/main" id="{9E80EEDA-28C0-44D2-9321-141457BA08FF}"/>
              </a:ext>
            </a:extLst>
          </p:cNvPr>
          <p:cNvSpPr/>
          <p:nvPr/>
        </p:nvSpPr>
        <p:spPr>
          <a:xfrm rot="1296490">
            <a:off x="10609582" y="488219"/>
            <a:ext cx="1742536" cy="45344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mn-cs"/>
              </a:rPr>
              <a:t>DRAFT</a:t>
            </a:r>
          </a:p>
        </p:txBody>
      </p:sp>
      <p:sp>
        <p:nvSpPr>
          <p:cNvPr id="16" name="TextBox 15">
            <a:extLst>
              <a:ext uri="{FF2B5EF4-FFF2-40B4-BE49-F238E27FC236}">
                <a16:creationId xmlns:a16="http://schemas.microsoft.com/office/drawing/2014/main" id="{DA2E9D79-9786-4B1A-8FB8-09326B3A92A8}"/>
              </a:ext>
            </a:extLst>
          </p:cNvPr>
          <p:cNvSpPr txBox="1"/>
          <p:nvPr/>
        </p:nvSpPr>
        <p:spPr>
          <a:xfrm>
            <a:off x="-17977" y="3876740"/>
            <a:ext cx="1109599"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Task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Total Duration:</a:t>
            </a:r>
          </a:p>
        </p:txBody>
      </p:sp>
      <p:cxnSp>
        <p:nvCxnSpPr>
          <p:cNvPr id="19" name="Straight Connector 18">
            <a:extLst>
              <a:ext uri="{FF2B5EF4-FFF2-40B4-BE49-F238E27FC236}">
                <a16:creationId xmlns:a16="http://schemas.microsoft.com/office/drawing/2014/main" id="{009DB1AD-F045-4E43-AF32-D6CFE4FD3DF5}"/>
              </a:ext>
            </a:extLst>
          </p:cNvPr>
          <p:cNvCxnSpPr/>
          <p:nvPr/>
        </p:nvCxnSpPr>
        <p:spPr>
          <a:xfrm>
            <a:off x="60385" y="4813540"/>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169FA31-BDF8-4D3C-BEA1-4053EE731045}"/>
              </a:ext>
            </a:extLst>
          </p:cNvPr>
          <p:cNvCxnSpPr/>
          <p:nvPr/>
        </p:nvCxnSpPr>
        <p:spPr>
          <a:xfrm>
            <a:off x="60385" y="5069454"/>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7AECD06-D3C9-454B-88B7-E03AB405966B}"/>
              </a:ext>
            </a:extLst>
          </p:cNvPr>
          <p:cNvCxnSpPr/>
          <p:nvPr/>
        </p:nvCxnSpPr>
        <p:spPr>
          <a:xfrm>
            <a:off x="60385" y="5310994"/>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85C7842-2A78-4CC3-85E3-E7B58A9A16E4}"/>
              </a:ext>
            </a:extLst>
          </p:cNvPr>
          <p:cNvCxnSpPr/>
          <p:nvPr/>
        </p:nvCxnSpPr>
        <p:spPr>
          <a:xfrm>
            <a:off x="60385" y="5543909"/>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984967-2487-4244-98D6-A671999BF787}"/>
              </a:ext>
            </a:extLst>
          </p:cNvPr>
          <p:cNvCxnSpPr/>
          <p:nvPr/>
        </p:nvCxnSpPr>
        <p:spPr>
          <a:xfrm>
            <a:off x="60385" y="5776822"/>
            <a:ext cx="1180093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CA1A73D-40FC-43E5-AE89-E76996A6A522}"/>
              </a:ext>
            </a:extLst>
          </p:cNvPr>
          <p:cNvCxnSpPr/>
          <p:nvPr/>
        </p:nvCxnSpPr>
        <p:spPr>
          <a:xfrm>
            <a:off x="60385" y="6018362"/>
            <a:ext cx="11800936"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6FA7791-822E-43B7-A6B5-7EB77020DB65}"/>
              </a:ext>
            </a:extLst>
          </p:cNvPr>
          <p:cNvSpPr txBox="1"/>
          <p:nvPr/>
        </p:nvSpPr>
        <p:spPr>
          <a:xfrm>
            <a:off x="713621" y="3093231"/>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49" name="Straight Connector 48">
            <a:extLst>
              <a:ext uri="{FF2B5EF4-FFF2-40B4-BE49-F238E27FC236}">
                <a16:creationId xmlns:a16="http://schemas.microsoft.com/office/drawing/2014/main" id="{772AF93E-FA2B-4F8F-871D-D52838B5F07A}"/>
              </a:ext>
            </a:extLst>
          </p:cNvPr>
          <p:cNvCxnSpPr/>
          <p:nvPr/>
        </p:nvCxnSpPr>
        <p:spPr>
          <a:xfrm>
            <a:off x="5179632" y="3949092"/>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73B9311-B04B-4A3A-9364-36C2A833581D}"/>
              </a:ext>
            </a:extLst>
          </p:cNvPr>
          <p:cNvCxnSpPr/>
          <p:nvPr/>
        </p:nvCxnSpPr>
        <p:spPr>
          <a:xfrm>
            <a:off x="2436586" y="3969805"/>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2D66B0FC-B1FD-4436-AA4E-40A50B6F4D04}"/>
              </a:ext>
            </a:extLst>
          </p:cNvPr>
          <p:cNvSpPr/>
          <p:nvPr/>
        </p:nvSpPr>
        <p:spPr>
          <a:xfrm>
            <a:off x="1393451" y="2841581"/>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Supplier Down-select</a:t>
            </a:r>
          </a:p>
        </p:txBody>
      </p:sp>
      <p:sp>
        <p:nvSpPr>
          <p:cNvPr id="56" name="TextBox 55">
            <a:extLst>
              <a:ext uri="{FF2B5EF4-FFF2-40B4-BE49-F238E27FC236}">
                <a16:creationId xmlns:a16="http://schemas.microsoft.com/office/drawing/2014/main" id="{0F775C19-47C4-4ADA-BD76-08EB16AFB046}"/>
              </a:ext>
            </a:extLst>
          </p:cNvPr>
          <p:cNvSpPr txBox="1"/>
          <p:nvPr/>
        </p:nvSpPr>
        <p:spPr>
          <a:xfrm>
            <a:off x="1546537" y="3881684"/>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2</a:t>
            </a:r>
          </a:p>
        </p:txBody>
      </p:sp>
      <p:sp>
        <p:nvSpPr>
          <p:cNvPr id="57" name="TextBox 56">
            <a:extLst>
              <a:ext uri="{FF2B5EF4-FFF2-40B4-BE49-F238E27FC236}">
                <a16:creationId xmlns:a16="http://schemas.microsoft.com/office/drawing/2014/main" id="{E5397447-5E45-4ED0-B9CB-9AC4A173774E}"/>
              </a:ext>
            </a:extLst>
          </p:cNvPr>
          <p:cNvSpPr txBox="1"/>
          <p:nvPr/>
        </p:nvSpPr>
        <p:spPr>
          <a:xfrm>
            <a:off x="2081754" y="3100967"/>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58" name="Rectangle 57">
            <a:extLst>
              <a:ext uri="{FF2B5EF4-FFF2-40B4-BE49-F238E27FC236}">
                <a16:creationId xmlns:a16="http://schemas.microsoft.com/office/drawing/2014/main" id="{A230722E-1CE0-4C88-9D5A-821E27AE74D0}"/>
              </a:ext>
            </a:extLst>
          </p:cNvPr>
          <p:cNvSpPr/>
          <p:nvPr/>
        </p:nvSpPr>
        <p:spPr>
          <a:xfrm>
            <a:off x="2761584" y="2849317"/>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err="1">
                <a:ln>
                  <a:noFill/>
                </a:ln>
                <a:solidFill>
                  <a:srgbClr val="FFFFFF"/>
                </a:solidFill>
                <a:effectLst/>
                <a:uLnTx/>
                <a:uFillTx/>
                <a:latin typeface="Arial"/>
                <a:ea typeface="+mn-ea"/>
                <a:cs typeface="+mn-cs"/>
              </a:rPr>
              <a:t>Negotiat</a:t>
            </a:r>
            <a:r>
              <a:rPr kumimoji="0" lang="en-US" sz="900" b="0" i="0" u="none" strike="noStrike" kern="1200" cap="none" spc="0" normalizeH="0" baseline="0" noProof="0" dirty="0">
                <a:ln>
                  <a:noFill/>
                </a:ln>
                <a:solidFill>
                  <a:srgbClr val="FFFFFF"/>
                </a:solidFill>
                <a:effectLst/>
                <a:uLnTx/>
                <a:uFillTx/>
                <a:latin typeface="Arial"/>
                <a:ea typeface="+mn-ea"/>
                <a:cs typeface="+mn-cs"/>
              </a:rPr>
              <a:t>-ions Complete</a:t>
            </a:r>
          </a:p>
        </p:txBody>
      </p:sp>
      <p:sp>
        <p:nvSpPr>
          <p:cNvPr id="59" name="TextBox 58">
            <a:extLst>
              <a:ext uri="{FF2B5EF4-FFF2-40B4-BE49-F238E27FC236}">
                <a16:creationId xmlns:a16="http://schemas.microsoft.com/office/drawing/2014/main" id="{9101460B-8BB2-41CB-98A3-1A6FDB314C88}"/>
              </a:ext>
            </a:extLst>
          </p:cNvPr>
          <p:cNvSpPr txBox="1"/>
          <p:nvPr/>
        </p:nvSpPr>
        <p:spPr>
          <a:xfrm>
            <a:off x="2727119" y="3889420"/>
            <a:ext cx="81624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5 – N Days</a:t>
            </a:r>
          </a:p>
        </p:txBody>
      </p:sp>
      <p:cxnSp>
        <p:nvCxnSpPr>
          <p:cNvPr id="60" name="Straight Connector 59">
            <a:extLst>
              <a:ext uri="{FF2B5EF4-FFF2-40B4-BE49-F238E27FC236}">
                <a16:creationId xmlns:a16="http://schemas.microsoft.com/office/drawing/2014/main" id="{054746AC-F315-49CB-82AC-C80427EB7C1F}"/>
              </a:ext>
            </a:extLst>
          </p:cNvPr>
          <p:cNvCxnSpPr/>
          <p:nvPr/>
        </p:nvCxnSpPr>
        <p:spPr>
          <a:xfrm>
            <a:off x="3805457" y="3977314"/>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8A09E1AF-77B2-4A97-A1AE-D34429753F2E}"/>
              </a:ext>
            </a:extLst>
          </p:cNvPr>
          <p:cNvSpPr txBox="1"/>
          <p:nvPr/>
        </p:nvSpPr>
        <p:spPr>
          <a:xfrm>
            <a:off x="3450625" y="3107843"/>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2" name="Rectangle 61">
            <a:extLst>
              <a:ext uri="{FF2B5EF4-FFF2-40B4-BE49-F238E27FC236}">
                <a16:creationId xmlns:a16="http://schemas.microsoft.com/office/drawing/2014/main" id="{8188A4BB-9518-4B90-A649-149C7E7E0B38}"/>
              </a:ext>
            </a:extLst>
          </p:cNvPr>
          <p:cNvSpPr/>
          <p:nvPr/>
        </p:nvSpPr>
        <p:spPr>
          <a:xfrm>
            <a:off x="4130455" y="2856193"/>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Document Procure-</a:t>
            </a:r>
            <a:r>
              <a:rPr kumimoji="0" lang="en-US" sz="900" b="0" i="0" u="none" strike="noStrike" kern="1200" cap="none" spc="0" normalizeH="0" baseline="0" noProof="0" dirty="0" err="1">
                <a:ln>
                  <a:noFill/>
                </a:ln>
                <a:solidFill>
                  <a:srgbClr val="FFFFFF"/>
                </a:solidFill>
                <a:effectLst/>
                <a:uLnTx/>
                <a:uFillTx/>
                <a:latin typeface="Arial"/>
                <a:ea typeface="+mn-ea"/>
                <a:cs typeface="+mn-cs"/>
              </a:rPr>
              <a:t>ment</a:t>
            </a:r>
            <a:r>
              <a:rPr kumimoji="0" lang="en-US" sz="900" b="0" i="0" u="none" strike="noStrike" kern="1200" cap="none" spc="0" normalizeH="0" baseline="0" noProof="0" dirty="0">
                <a:ln>
                  <a:noFill/>
                </a:ln>
                <a:solidFill>
                  <a:srgbClr val="FFFFFF"/>
                </a:solidFill>
                <a:effectLst/>
                <a:uLnTx/>
                <a:uFillTx/>
                <a:latin typeface="Arial"/>
                <a:ea typeface="+mn-ea"/>
                <a:cs typeface="+mn-cs"/>
              </a:rPr>
              <a:t> Decision</a:t>
            </a:r>
          </a:p>
        </p:txBody>
      </p:sp>
      <p:sp>
        <p:nvSpPr>
          <p:cNvPr id="63" name="TextBox 62">
            <a:extLst>
              <a:ext uri="{FF2B5EF4-FFF2-40B4-BE49-F238E27FC236}">
                <a16:creationId xmlns:a16="http://schemas.microsoft.com/office/drawing/2014/main" id="{8AAE050E-EABD-495A-8ECC-8F89C75FE744}"/>
              </a:ext>
            </a:extLst>
          </p:cNvPr>
          <p:cNvSpPr txBox="1"/>
          <p:nvPr/>
        </p:nvSpPr>
        <p:spPr>
          <a:xfrm>
            <a:off x="4107212" y="3896296"/>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5 Days</a:t>
            </a:r>
          </a:p>
        </p:txBody>
      </p:sp>
      <p:sp>
        <p:nvSpPr>
          <p:cNvPr id="64" name="TextBox 63">
            <a:extLst>
              <a:ext uri="{FF2B5EF4-FFF2-40B4-BE49-F238E27FC236}">
                <a16:creationId xmlns:a16="http://schemas.microsoft.com/office/drawing/2014/main" id="{AB1FD641-E208-4580-A7B4-13CBD9A32FDC}"/>
              </a:ext>
            </a:extLst>
          </p:cNvPr>
          <p:cNvSpPr txBox="1"/>
          <p:nvPr/>
        </p:nvSpPr>
        <p:spPr>
          <a:xfrm>
            <a:off x="4869428" y="310757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7" name="Rectangle 66">
            <a:extLst>
              <a:ext uri="{FF2B5EF4-FFF2-40B4-BE49-F238E27FC236}">
                <a16:creationId xmlns:a16="http://schemas.microsoft.com/office/drawing/2014/main" id="{A409F4D4-1423-47DF-8538-080B6D45BCE5}"/>
              </a:ext>
            </a:extLst>
          </p:cNvPr>
          <p:cNvSpPr/>
          <p:nvPr/>
        </p:nvSpPr>
        <p:spPr>
          <a:xfrm>
            <a:off x="3213" y="4587719"/>
            <a:ext cx="1109599" cy="1446550"/>
          </a:xfrm>
          <a:prstGeom prst="rect">
            <a:avLst/>
          </a:prstGeom>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PA</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SBM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err="1">
                <a:ln>
                  <a:noFill/>
                </a:ln>
                <a:solidFill>
                  <a:srgbClr val="000000"/>
                </a:solidFill>
                <a:effectLst/>
                <a:uLnTx/>
                <a:uFillTx/>
                <a:latin typeface="Arial"/>
                <a:ea typeface="+mn-ea"/>
                <a:cs typeface="+mn-cs"/>
              </a:rPr>
              <a:t>Eng</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Finance</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Prog </a:t>
            </a:r>
            <a:r>
              <a:rPr kumimoji="0" lang="en-US" sz="1050" b="0" i="0" u="none" strike="noStrike" kern="1200" cap="none" spc="0" normalizeH="0" baseline="0" noProof="0" dirty="0" err="1">
                <a:ln>
                  <a:noFill/>
                </a:ln>
                <a:solidFill>
                  <a:srgbClr val="000000"/>
                </a:solidFill>
                <a:effectLst/>
                <a:uLnTx/>
                <a:uFillTx/>
                <a:latin typeface="Arial"/>
                <a:ea typeface="+mn-ea"/>
                <a:cs typeface="+mn-cs"/>
              </a:rPr>
              <a:t>Mgr</a:t>
            </a:r>
            <a:endParaRPr kumimoji="0" lang="en-US" sz="1050" b="0" i="0" u="none" strike="noStrike" kern="1200" cap="none" spc="0" normalizeH="0" baseline="0" noProof="0" dirty="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Other</a:t>
            </a:r>
          </a:p>
        </p:txBody>
      </p:sp>
      <p:sp>
        <p:nvSpPr>
          <p:cNvPr id="75" name="Oval 74">
            <a:extLst>
              <a:ext uri="{FF2B5EF4-FFF2-40B4-BE49-F238E27FC236}">
                <a16:creationId xmlns:a16="http://schemas.microsoft.com/office/drawing/2014/main" id="{FEBEDD58-6350-4CF0-AF5A-486E1C6BA51A}"/>
              </a:ext>
            </a:extLst>
          </p:cNvPr>
          <p:cNvSpPr>
            <a:spLocks noChangeAspect="1"/>
          </p:cNvSpPr>
          <p:nvPr/>
        </p:nvSpPr>
        <p:spPr>
          <a:xfrm>
            <a:off x="1695873" y="457200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6" name="Oval 75">
            <a:extLst>
              <a:ext uri="{FF2B5EF4-FFF2-40B4-BE49-F238E27FC236}">
                <a16:creationId xmlns:a16="http://schemas.microsoft.com/office/drawing/2014/main" id="{31092895-0649-4279-A696-35E9A5E708A4}"/>
              </a:ext>
            </a:extLst>
          </p:cNvPr>
          <p:cNvSpPr>
            <a:spLocks noChangeAspect="1"/>
          </p:cNvSpPr>
          <p:nvPr/>
        </p:nvSpPr>
        <p:spPr>
          <a:xfrm>
            <a:off x="1695873" y="510232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7" name="Oval 76">
            <a:extLst>
              <a:ext uri="{FF2B5EF4-FFF2-40B4-BE49-F238E27FC236}">
                <a16:creationId xmlns:a16="http://schemas.microsoft.com/office/drawing/2014/main" id="{C65B89E6-45D2-4C55-9D8C-B4062F5FC826}"/>
              </a:ext>
            </a:extLst>
          </p:cNvPr>
          <p:cNvSpPr>
            <a:spLocks noChangeAspect="1"/>
          </p:cNvSpPr>
          <p:nvPr/>
        </p:nvSpPr>
        <p:spPr>
          <a:xfrm>
            <a:off x="3019008" y="457200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3" name="Oval 82">
            <a:extLst>
              <a:ext uri="{FF2B5EF4-FFF2-40B4-BE49-F238E27FC236}">
                <a16:creationId xmlns:a16="http://schemas.microsoft.com/office/drawing/2014/main" id="{54BBEE8D-55B0-4509-BE67-FD09F4F99808}"/>
              </a:ext>
            </a:extLst>
          </p:cNvPr>
          <p:cNvSpPr>
            <a:spLocks noChangeAspect="1"/>
          </p:cNvSpPr>
          <p:nvPr/>
        </p:nvSpPr>
        <p:spPr>
          <a:xfrm>
            <a:off x="4409027" y="4572001"/>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7" name="Rectangle 86">
            <a:extLst>
              <a:ext uri="{FF2B5EF4-FFF2-40B4-BE49-F238E27FC236}">
                <a16:creationId xmlns:a16="http://schemas.microsoft.com/office/drawing/2014/main" id="{6B421EEE-8C43-46D4-9057-6D8ECB5825D6}"/>
              </a:ext>
            </a:extLst>
          </p:cNvPr>
          <p:cNvSpPr/>
          <p:nvPr/>
        </p:nvSpPr>
        <p:spPr>
          <a:xfrm>
            <a:off x="8372939" y="2850233"/>
            <a:ext cx="747319" cy="8398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Systems Integrity Review &amp; Approval</a:t>
            </a:r>
          </a:p>
        </p:txBody>
      </p:sp>
      <p:sp>
        <p:nvSpPr>
          <p:cNvPr id="88" name="Rectangle 87">
            <a:extLst>
              <a:ext uri="{FF2B5EF4-FFF2-40B4-BE49-F238E27FC236}">
                <a16:creationId xmlns:a16="http://schemas.microsoft.com/office/drawing/2014/main" id="{6CA75520-4DFC-41B7-9E65-2235EDCAEAB5}"/>
              </a:ext>
            </a:extLst>
          </p:cNvPr>
          <p:cNvSpPr/>
          <p:nvPr/>
        </p:nvSpPr>
        <p:spPr>
          <a:xfrm>
            <a:off x="9764457" y="2847608"/>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Contract Award / PO Release</a:t>
            </a:r>
          </a:p>
        </p:txBody>
      </p:sp>
      <p:sp>
        <p:nvSpPr>
          <p:cNvPr id="89" name="TextBox 88">
            <a:extLst>
              <a:ext uri="{FF2B5EF4-FFF2-40B4-BE49-F238E27FC236}">
                <a16:creationId xmlns:a16="http://schemas.microsoft.com/office/drawing/2014/main" id="{D3D27756-F0B6-4D61-A90A-5AD132E34BC1}"/>
              </a:ext>
            </a:extLst>
          </p:cNvPr>
          <p:cNvSpPr txBox="1"/>
          <p:nvPr/>
        </p:nvSpPr>
        <p:spPr>
          <a:xfrm>
            <a:off x="9094472" y="309816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cxnSp>
        <p:nvCxnSpPr>
          <p:cNvPr id="90" name="Straight Connector 89">
            <a:extLst>
              <a:ext uri="{FF2B5EF4-FFF2-40B4-BE49-F238E27FC236}">
                <a16:creationId xmlns:a16="http://schemas.microsoft.com/office/drawing/2014/main" id="{6CBF2672-199C-4FC6-8C52-BA8AFDA7BAE6}"/>
              </a:ext>
            </a:extLst>
          </p:cNvPr>
          <p:cNvCxnSpPr/>
          <p:nvPr/>
        </p:nvCxnSpPr>
        <p:spPr>
          <a:xfrm>
            <a:off x="6595143" y="3961372"/>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0A06D65-7BC1-40FA-92A2-E0C004BE0CC2}"/>
              </a:ext>
            </a:extLst>
          </p:cNvPr>
          <p:cNvCxnSpPr/>
          <p:nvPr/>
        </p:nvCxnSpPr>
        <p:spPr>
          <a:xfrm>
            <a:off x="8090567" y="3961371"/>
            <a:ext cx="0" cy="2269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F81B359-82B8-4914-93BD-07243992EE8A}"/>
              </a:ext>
            </a:extLst>
          </p:cNvPr>
          <p:cNvCxnSpPr/>
          <p:nvPr/>
        </p:nvCxnSpPr>
        <p:spPr>
          <a:xfrm>
            <a:off x="9452736" y="3961370"/>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FA8CC835-435E-4D11-A29A-4E1114F527A2}"/>
              </a:ext>
            </a:extLst>
          </p:cNvPr>
          <p:cNvSpPr txBox="1"/>
          <p:nvPr/>
        </p:nvSpPr>
        <p:spPr>
          <a:xfrm>
            <a:off x="8309140" y="3902029"/>
            <a:ext cx="86433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5 – 10 Days</a:t>
            </a:r>
          </a:p>
        </p:txBody>
      </p:sp>
      <p:sp>
        <p:nvSpPr>
          <p:cNvPr id="94" name="TextBox 93">
            <a:extLst>
              <a:ext uri="{FF2B5EF4-FFF2-40B4-BE49-F238E27FC236}">
                <a16:creationId xmlns:a16="http://schemas.microsoft.com/office/drawing/2014/main" id="{13812503-A7FD-498C-BD85-07BB87505126}"/>
              </a:ext>
            </a:extLst>
          </p:cNvPr>
          <p:cNvSpPr txBox="1"/>
          <p:nvPr/>
        </p:nvSpPr>
        <p:spPr>
          <a:xfrm>
            <a:off x="9930847" y="3917857"/>
            <a:ext cx="4411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a:t>
            </a:r>
          </a:p>
        </p:txBody>
      </p:sp>
      <p:sp>
        <p:nvSpPr>
          <p:cNvPr id="95" name="Rectangle 94">
            <a:extLst>
              <a:ext uri="{FF2B5EF4-FFF2-40B4-BE49-F238E27FC236}">
                <a16:creationId xmlns:a16="http://schemas.microsoft.com/office/drawing/2014/main" id="{1EAD7C0A-BF7F-4BFA-B86D-E13320AD8C6A}"/>
              </a:ext>
            </a:extLst>
          </p:cNvPr>
          <p:cNvSpPr/>
          <p:nvPr/>
        </p:nvSpPr>
        <p:spPr>
          <a:xfrm>
            <a:off x="5551097" y="2847224"/>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Peer Review</a:t>
            </a:r>
          </a:p>
        </p:txBody>
      </p:sp>
      <p:sp>
        <p:nvSpPr>
          <p:cNvPr id="96" name="Rectangle 95">
            <a:extLst>
              <a:ext uri="{FF2B5EF4-FFF2-40B4-BE49-F238E27FC236}">
                <a16:creationId xmlns:a16="http://schemas.microsoft.com/office/drawing/2014/main" id="{BE931B32-9575-4A9D-947F-2EAEE1A72F8B}"/>
              </a:ext>
            </a:extLst>
          </p:cNvPr>
          <p:cNvSpPr/>
          <p:nvPr/>
        </p:nvSpPr>
        <p:spPr>
          <a:xfrm>
            <a:off x="7048508" y="2856192"/>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Manager Review</a:t>
            </a:r>
          </a:p>
        </p:txBody>
      </p:sp>
      <p:sp>
        <p:nvSpPr>
          <p:cNvPr id="97" name="TextBox 96">
            <a:extLst>
              <a:ext uri="{FF2B5EF4-FFF2-40B4-BE49-F238E27FC236}">
                <a16:creationId xmlns:a16="http://schemas.microsoft.com/office/drawing/2014/main" id="{B7850F1A-57AF-4B12-BD81-385226C1D1F2}"/>
              </a:ext>
            </a:extLst>
          </p:cNvPr>
          <p:cNvSpPr txBox="1"/>
          <p:nvPr/>
        </p:nvSpPr>
        <p:spPr>
          <a:xfrm>
            <a:off x="7739915" y="3094268"/>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98" name="TextBox 97">
            <a:extLst>
              <a:ext uri="{FF2B5EF4-FFF2-40B4-BE49-F238E27FC236}">
                <a16:creationId xmlns:a16="http://schemas.microsoft.com/office/drawing/2014/main" id="{9FBF7AA9-76C1-4C58-AADB-B035CA08D9DD}"/>
              </a:ext>
            </a:extLst>
          </p:cNvPr>
          <p:cNvSpPr txBox="1"/>
          <p:nvPr/>
        </p:nvSpPr>
        <p:spPr>
          <a:xfrm>
            <a:off x="6994111" y="3905443"/>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2 Days</a:t>
            </a:r>
          </a:p>
        </p:txBody>
      </p:sp>
      <p:sp>
        <p:nvSpPr>
          <p:cNvPr id="99" name="TextBox 98">
            <a:extLst>
              <a:ext uri="{FF2B5EF4-FFF2-40B4-BE49-F238E27FC236}">
                <a16:creationId xmlns:a16="http://schemas.microsoft.com/office/drawing/2014/main" id="{96FDBC54-10B2-4051-8B6D-FA498F5A333B}"/>
              </a:ext>
            </a:extLst>
          </p:cNvPr>
          <p:cNvSpPr txBox="1"/>
          <p:nvPr/>
        </p:nvSpPr>
        <p:spPr>
          <a:xfrm>
            <a:off x="6338125" y="3112930"/>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100" name="TextBox 99">
            <a:extLst>
              <a:ext uri="{FF2B5EF4-FFF2-40B4-BE49-F238E27FC236}">
                <a16:creationId xmlns:a16="http://schemas.microsoft.com/office/drawing/2014/main" id="{B251C6DB-72B0-44C5-92B4-D9116E96FB28}"/>
              </a:ext>
            </a:extLst>
          </p:cNvPr>
          <p:cNvSpPr txBox="1"/>
          <p:nvPr/>
        </p:nvSpPr>
        <p:spPr>
          <a:xfrm>
            <a:off x="5531939" y="3924105"/>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2 Days</a:t>
            </a:r>
          </a:p>
        </p:txBody>
      </p:sp>
      <p:sp>
        <p:nvSpPr>
          <p:cNvPr id="101" name="Oval 100">
            <a:extLst>
              <a:ext uri="{FF2B5EF4-FFF2-40B4-BE49-F238E27FC236}">
                <a16:creationId xmlns:a16="http://schemas.microsoft.com/office/drawing/2014/main" id="{F2049A41-4123-40EA-BFA5-4C1B958647E7}"/>
              </a:ext>
            </a:extLst>
          </p:cNvPr>
          <p:cNvSpPr>
            <a:spLocks noChangeAspect="1"/>
          </p:cNvSpPr>
          <p:nvPr/>
        </p:nvSpPr>
        <p:spPr>
          <a:xfrm>
            <a:off x="5833304" y="458771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2" name="Oval 101">
            <a:extLst>
              <a:ext uri="{FF2B5EF4-FFF2-40B4-BE49-F238E27FC236}">
                <a16:creationId xmlns:a16="http://schemas.microsoft.com/office/drawing/2014/main" id="{F28EEA7E-3066-4562-A478-186D6B41FCDF}"/>
              </a:ext>
            </a:extLst>
          </p:cNvPr>
          <p:cNvSpPr>
            <a:spLocks noChangeAspect="1"/>
          </p:cNvSpPr>
          <p:nvPr/>
        </p:nvSpPr>
        <p:spPr>
          <a:xfrm>
            <a:off x="7262100" y="4587719"/>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3" name="Oval 102">
            <a:extLst>
              <a:ext uri="{FF2B5EF4-FFF2-40B4-BE49-F238E27FC236}">
                <a16:creationId xmlns:a16="http://schemas.microsoft.com/office/drawing/2014/main" id="{9C71FF63-CDE0-441D-8E72-D6675B40FC1B}"/>
              </a:ext>
            </a:extLst>
          </p:cNvPr>
          <p:cNvSpPr>
            <a:spLocks noChangeAspect="1"/>
          </p:cNvSpPr>
          <p:nvPr/>
        </p:nvSpPr>
        <p:spPr>
          <a:xfrm>
            <a:off x="8635866" y="5792156"/>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04" name="Oval 103">
            <a:extLst>
              <a:ext uri="{FF2B5EF4-FFF2-40B4-BE49-F238E27FC236}">
                <a16:creationId xmlns:a16="http://schemas.microsoft.com/office/drawing/2014/main" id="{591BFA4E-71C4-48E8-B2A3-2B339487A419}"/>
              </a:ext>
            </a:extLst>
          </p:cNvPr>
          <p:cNvSpPr>
            <a:spLocks noChangeAspect="1"/>
          </p:cNvSpPr>
          <p:nvPr/>
        </p:nvSpPr>
        <p:spPr>
          <a:xfrm>
            <a:off x="10037711" y="4598868"/>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5" name="TextBox 64">
            <a:extLst>
              <a:ext uri="{FF2B5EF4-FFF2-40B4-BE49-F238E27FC236}">
                <a16:creationId xmlns:a16="http://schemas.microsoft.com/office/drawing/2014/main" id="{73481F95-B812-47C9-88BE-14095B3610E1}"/>
              </a:ext>
            </a:extLst>
          </p:cNvPr>
          <p:cNvSpPr txBox="1"/>
          <p:nvPr/>
        </p:nvSpPr>
        <p:spPr>
          <a:xfrm>
            <a:off x="10449029" y="3107577"/>
            <a:ext cx="747319" cy="43088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Transfer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Time</a:t>
            </a:r>
          </a:p>
        </p:txBody>
      </p:sp>
      <p:sp>
        <p:nvSpPr>
          <p:cNvPr id="66" name="Rectangle 65">
            <a:extLst>
              <a:ext uri="{FF2B5EF4-FFF2-40B4-BE49-F238E27FC236}">
                <a16:creationId xmlns:a16="http://schemas.microsoft.com/office/drawing/2014/main" id="{6B9889A5-5E89-45D5-B0D9-79FD9B5C10FA}"/>
              </a:ext>
            </a:extLst>
          </p:cNvPr>
          <p:cNvSpPr/>
          <p:nvPr/>
        </p:nvSpPr>
        <p:spPr>
          <a:xfrm>
            <a:off x="11148662" y="2849317"/>
            <a:ext cx="747319" cy="83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mn-cs"/>
              </a:rPr>
              <a:t>Supplier </a:t>
            </a:r>
            <a:r>
              <a:rPr kumimoji="0" lang="en-US" sz="900" b="0" i="0" u="none" strike="noStrike" kern="1200" cap="none" spc="0" normalizeH="0" baseline="0" noProof="0" dirty="0" err="1">
                <a:ln>
                  <a:noFill/>
                </a:ln>
                <a:solidFill>
                  <a:srgbClr val="FFFFFF"/>
                </a:solidFill>
                <a:effectLst/>
                <a:uLnTx/>
                <a:uFillTx/>
                <a:latin typeface="Arial"/>
                <a:ea typeface="+mn-ea"/>
                <a:cs typeface="+mn-cs"/>
              </a:rPr>
              <a:t>acknow</a:t>
            </a:r>
            <a:r>
              <a:rPr kumimoji="0" lang="en-US" sz="900" b="0" i="0" u="none" strike="noStrike" kern="1200" cap="none" spc="0" normalizeH="0" baseline="0" noProof="0" dirty="0">
                <a:ln>
                  <a:noFill/>
                </a:ln>
                <a:solidFill>
                  <a:srgbClr val="FFFFFF"/>
                </a:solidFill>
                <a:effectLst/>
                <a:uLnTx/>
                <a:uFillTx/>
                <a:latin typeface="Arial"/>
                <a:ea typeface="+mn-ea"/>
                <a:cs typeface="+mn-cs"/>
              </a:rPr>
              <a:t>-ledges PO in their System</a:t>
            </a:r>
          </a:p>
        </p:txBody>
      </p:sp>
      <p:sp>
        <p:nvSpPr>
          <p:cNvPr id="68" name="TextBox 67">
            <a:extLst>
              <a:ext uri="{FF2B5EF4-FFF2-40B4-BE49-F238E27FC236}">
                <a16:creationId xmlns:a16="http://schemas.microsoft.com/office/drawing/2014/main" id="{9EFD5A32-6390-4518-AE0E-9EF0A9A6CD07}"/>
              </a:ext>
            </a:extLst>
          </p:cNvPr>
          <p:cNvSpPr txBox="1"/>
          <p:nvPr/>
        </p:nvSpPr>
        <p:spPr>
          <a:xfrm>
            <a:off x="11118563" y="3897530"/>
            <a:ext cx="79380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TBD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mn-ea"/>
                <a:cs typeface="+mn-cs"/>
              </a:rPr>
              <a:t>1 – 5 Days</a:t>
            </a:r>
          </a:p>
        </p:txBody>
      </p:sp>
      <p:sp>
        <p:nvSpPr>
          <p:cNvPr id="69" name="Oval 68">
            <a:extLst>
              <a:ext uri="{FF2B5EF4-FFF2-40B4-BE49-F238E27FC236}">
                <a16:creationId xmlns:a16="http://schemas.microsoft.com/office/drawing/2014/main" id="{575D5AEF-4DDF-46D0-8D63-917D5C1E536D}"/>
              </a:ext>
            </a:extLst>
          </p:cNvPr>
          <p:cNvSpPr>
            <a:spLocks noChangeAspect="1"/>
          </p:cNvSpPr>
          <p:nvPr/>
        </p:nvSpPr>
        <p:spPr>
          <a:xfrm>
            <a:off x="11408942" y="5806943"/>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a:ea typeface="+mn-ea"/>
                <a:cs typeface="+mn-cs"/>
              </a:rPr>
              <a:t>P</a:t>
            </a:r>
            <a:endParaRPr kumimoji="0" lang="en-US" sz="1800" b="0" i="0" u="none" strike="noStrike" kern="1200" cap="none" spc="0" normalizeH="0" baseline="0" noProof="0" dirty="0">
              <a:ln>
                <a:noFill/>
              </a:ln>
              <a:solidFill>
                <a:srgbClr val="FFFFFF"/>
              </a:solidFill>
              <a:effectLst/>
              <a:uLnTx/>
              <a:uFillTx/>
              <a:latin typeface="Arial"/>
              <a:ea typeface="+mn-ea"/>
              <a:cs typeface="+mn-cs"/>
            </a:endParaRPr>
          </a:p>
        </p:txBody>
      </p:sp>
      <p:cxnSp>
        <p:nvCxnSpPr>
          <p:cNvPr id="70" name="Straight Connector 69">
            <a:extLst>
              <a:ext uri="{FF2B5EF4-FFF2-40B4-BE49-F238E27FC236}">
                <a16:creationId xmlns:a16="http://schemas.microsoft.com/office/drawing/2014/main" id="{E73D943D-4170-4F85-9F53-D5A87779126A}"/>
              </a:ext>
            </a:extLst>
          </p:cNvPr>
          <p:cNvCxnSpPr/>
          <p:nvPr/>
        </p:nvCxnSpPr>
        <p:spPr>
          <a:xfrm>
            <a:off x="10805783" y="3977314"/>
            <a:ext cx="0" cy="2269979"/>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B05ED27-15E4-4FD8-BF0A-92D8CEFBFE5D}"/>
              </a:ext>
            </a:extLst>
          </p:cNvPr>
          <p:cNvSpPr txBox="1"/>
          <p:nvPr/>
        </p:nvSpPr>
        <p:spPr>
          <a:xfrm>
            <a:off x="2384504" y="5806943"/>
            <a:ext cx="56297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53" name="Oval 52">
            <a:extLst>
              <a:ext uri="{FF2B5EF4-FFF2-40B4-BE49-F238E27FC236}">
                <a16:creationId xmlns:a16="http://schemas.microsoft.com/office/drawing/2014/main" id="{191B84AC-7A1C-4750-9DA5-DA4CB0378D02}"/>
              </a:ext>
            </a:extLst>
          </p:cNvPr>
          <p:cNvSpPr>
            <a:spLocks noChangeAspect="1"/>
          </p:cNvSpPr>
          <p:nvPr/>
        </p:nvSpPr>
        <p:spPr>
          <a:xfrm>
            <a:off x="2966306" y="5802485"/>
            <a:ext cx="182880"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71" name="TextBox 70">
            <a:extLst>
              <a:ext uri="{FF2B5EF4-FFF2-40B4-BE49-F238E27FC236}">
                <a16:creationId xmlns:a16="http://schemas.microsoft.com/office/drawing/2014/main" id="{4D156D0E-CE8D-44A4-8B8C-9C9E50C0EBA1}"/>
              </a:ext>
            </a:extLst>
          </p:cNvPr>
          <p:cNvSpPr txBox="1"/>
          <p:nvPr/>
        </p:nvSpPr>
        <p:spPr>
          <a:xfrm>
            <a:off x="7939233" y="5741228"/>
            <a:ext cx="787395"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Risk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Management</a:t>
            </a:r>
          </a:p>
        </p:txBody>
      </p:sp>
      <p:sp>
        <p:nvSpPr>
          <p:cNvPr id="72" name="TextBox 71">
            <a:extLst>
              <a:ext uri="{FF2B5EF4-FFF2-40B4-BE49-F238E27FC236}">
                <a16:creationId xmlns:a16="http://schemas.microsoft.com/office/drawing/2014/main" id="{0C02E7C9-F620-4AEB-B0C3-08940AAA4E0B}"/>
              </a:ext>
            </a:extLst>
          </p:cNvPr>
          <p:cNvSpPr txBox="1"/>
          <p:nvPr/>
        </p:nvSpPr>
        <p:spPr>
          <a:xfrm>
            <a:off x="10862956" y="5802918"/>
            <a:ext cx="562975"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Supplier</a:t>
            </a:r>
          </a:p>
        </p:txBody>
      </p:sp>
      <p:sp>
        <p:nvSpPr>
          <p:cNvPr id="3" name="Arrow: Circular 2">
            <a:extLst>
              <a:ext uri="{FF2B5EF4-FFF2-40B4-BE49-F238E27FC236}">
                <a16:creationId xmlns:a16="http://schemas.microsoft.com/office/drawing/2014/main" id="{EA8055BB-1405-4D25-93A4-3F5BC1129DB3}"/>
              </a:ext>
            </a:extLst>
          </p:cNvPr>
          <p:cNvSpPr/>
          <p:nvPr/>
        </p:nvSpPr>
        <p:spPr>
          <a:xfrm>
            <a:off x="7353540" y="1616014"/>
            <a:ext cx="2668747" cy="2216989"/>
          </a:xfrm>
          <a:prstGeom prst="circularArrow">
            <a:avLst>
              <a:gd name="adj1" fmla="val 12500"/>
              <a:gd name="adj2" fmla="val 1142319"/>
              <a:gd name="adj3" fmla="val 20457681"/>
              <a:gd name="adj4" fmla="val 10799998"/>
              <a:gd name="adj5" fmla="val 125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 name="TextBox 3">
            <a:extLst>
              <a:ext uri="{FF2B5EF4-FFF2-40B4-BE49-F238E27FC236}">
                <a16:creationId xmlns:a16="http://schemas.microsoft.com/office/drawing/2014/main" id="{8D696E69-010E-4C4E-A817-73E4E38FE837}"/>
              </a:ext>
            </a:extLst>
          </p:cNvPr>
          <p:cNvSpPr txBox="1"/>
          <p:nvPr/>
        </p:nvSpPr>
        <p:spPr>
          <a:xfrm>
            <a:off x="7824232" y="2349641"/>
            <a:ext cx="1834156" cy="41549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Bypass if Non-TINA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a:ea typeface="+mn-ea"/>
                <a:cs typeface="+mn-cs"/>
              </a:rPr>
              <a:t>And/or if Non Govt &amp; &lt; $2M</a:t>
            </a:r>
          </a:p>
        </p:txBody>
      </p:sp>
      <p:sp>
        <p:nvSpPr>
          <p:cNvPr id="74" name="TextBox 73">
            <a:extLst>
              <a:ext uri="{FF2B5EF4-FFF2-40B4-BE49-F238E27FC236}">
                <a16:creationId xmlns:a16="http://schemas.microsoft.com/office/drawing/2014/main" id="{0AE061C5-B492-42BE-81CB-E583CE108593}"/>
              </a:ext>
            </a:extLst>
          </p:cNvPr>
          <p:cNvSpPr txBox="1"/>
          <p:nvPr/>
        </p:nvSpPr>
        <p:spPr>
          <a:xfrm>
            <a:off x="10183097" y="2256187"/>
            <a:ext cx="2018501"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FF"/>
                </a:solidFill>
                <a:effectLst/>
                <a:uLnTx/>
                <a:uFillTx/>
                <a:latin typeface="Arial"/>
                <a:ea typeface="+mn-ea"/>
                <a:cs typeface="+mn-cs"/>
              </a:rPr>
              <a:t>17-(32+N) Work Days Minimum </a:t>
            </a:r>
          </a:p>
        </p:txBody>
      </p:sp>
      <p:sp>
        <p:nvSpPr>
          <p:cNvPr id="73" name="Explosion: 8 Points 72">
            <a:extLst>
              <a:ext uri="{FF2B5EF4-FFF2-40B4-BE49-F238E27FC236}">
                <a16:creationId xmlns:a16="http://schemas.microsoft.com/office/drawing/2014/main" id="{A4EC1394-FCF4-4B0B-8489-024137A7C159}"/>
              </a:ext>
            </a:extLst>
          </p:cNvPr>
          <p:cNvSpPr/>
          <p:nvPr/>
        </p:nvSpPr>
        <p:spPr>
          <a:xfrm>
            <a:off x="8309405" y="4171534"/>
            <a:ext cx="1621705" cy="901369"/>
          </a:xfrm>
          <a:prstGeom prst="irregularSeal1">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How could we do this faster?</a:t>
            </a:r>
          </a:p>
        </p:txBody>
      </p:sp>
    </p:spTree>
    <p:extLst>
      <p:ext uri="{BB962C8B-B14F-4D97-AF65-F5344CB8AC3E}">
        <p14:creationId xmlns:p14="http://schemas.microsoft.com/office/powerpoint/2010/main" val="256874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D357FE-7C95-4C94-8FFE-F58EC33A3F9E}"/>
              </a:ext>
            </a:extLst>
          </p:cNvPr>
          <p:cNvSpPr>
            <a:spLocks noGrp="1"/>
          </p:cNvSpPr>
          <p:nvPr>
            <p:ph type="sldNum" sz="quarter" idx="10"/>
          </p:nvPr>
        </p:nvSpPr>
        <p:spPr/>
        <p:txBody>
          <a:body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16</a:t>
            </a:fld>
            <a:endParaRPr lang="en-US" sz="1000" dirty="0">
              <a:solidFill>
                <a:srgbClr val="FFFFFF">
                  <a:lumMod val="50000"/>
                </a:srgbClr>
              </a:solidFill>
            </a:endParaRPr>
          </a:p>
        </p:txBody>
      </p:sp>
    </p:spTree>
    <p:extLst>
      <p:ext uri="{BB962C8B-B14F-4D97-AF65-F5344CB8AC3E}">
        <p14:creationId xmlns:p14="http://schemas.microsoft.com/office/powerpoint/2010/main" val="113323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6DDD70-DACB-6301-8B26-025871D13A75}"/>
              </a:ext>
            </a:extLst>
          </p:cNvPr>
          <p:cNvSpPr>
            <a:spLocks noGrp="1"/>
          </p:cNvSpPr>
          <p:nvPr>
            <p:ph type="sldNum" sz="quarter" idx="10"/>
          </p:nvPr>
        </p:nvSpPr>
        <p:spPr/>
        <p:txBody>
          <a:body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17</a:t>
            </a:fld>
            <a:endParaRPr lang="en-US" sz="1000" dirty="0">
              <a:solidFill>
                <a:srgbClr val="FFFFFF">
                  <a:lumMod val="50000"/>
                </a:srgbClr>
              </a:solidFill>
            </a:endParaRPr>
          </a:p>
        </p:txBody>
      </p:sp>
      <p:pic>
        <p:nvPicPr>
          <p:cNvPr id="4" name="Picture 3">
            <a:extLst>
              <a:ext uri="{FF2B5EF4-FFF2-40B4-BE49-F238E27FC236}">
                <a16:creationId xmlns:a16="http://schemas.microsoft.com/office/drawing/2014/main" id="{C4065EA7-4EC5-C9B1-E966-DD19A64B0DA2}"/>
              </a:ext>
            </a:extLst>
          </p:cNvPr>
          <p:cNvPicPr>
            <a:picLocks noChangeAspect="1"/>
          </p:cNvPicPr>
          <p:nvPr/>
        </p:nvPicPr>
        <p:blipFill>
          <a:blip r:embed="rId2"/>
          <a:stretch>
            <a:fillRect/>
          </a:stretch>
        </p:blipFill>
        <p:spPr>
          <a:xfrm>
            <a:off x="2176462" y="1166812"/>
            <a:ext cx="7839075" cy="4524375"/>
          </a:xfrm>
          <a:prstGeom prst="rect">
            <a:avLst/>
          </a:prstGeom>
        </p:spPr>
      </p:pic>
    </p:spTree>
    <p:extLst>
      <p:ext uri="{BB962C8B-B14F-4D97-AF65-F5344CB8AC3E}">
        <p14:creationId xmlns:p14="http://schemas.microsoft.com/office/powerpoint/2010/main" val="249374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hiteback_bluesig_16x9_widescreen_without grid">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94635"/>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BDF"/>
    </a:custClr>
    <a:custClr name="PANTONE 283">
      <a:srgbClr val="92C0EA"/>
    </a:custClr>
    <a:custClr name="PANTONE 2597">
      <a:srgbClr val="5C0F8C"/>
    </a:custClr>
  </a:custClrLst>
  <a:extLst>
    <a:ext uri="{05A4C25C-085E-4340-85A3-A5531E510DB2}">
      <thm15:themeFamily xmlns:thm15="http://schemas.microsoft.com/office/thememl/2012/main" name="308816_BDS Template-Widescreen_07-19-2017.pptx" id="{132B3270-4C76-418F-9C97-EF0AB40613F3}" vid="{E0921744-260E-4F1E-9AD5-008CCF29EF73}"/>
    </a:ext>
  </a:extLst>
</a:theme>
</file>

<file path=ppt/theme/theme2.xml><?xml version="1.0" encoding="utf-8"?>
<a:theme xmlns:a="http://schemas.openxmlformats.org/drawingml/2006/main" name="ETT_Standard_Powerpoint_Template">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394A59"/>
    </a:custClr>
    <a:custClr name="PANTONE 431">
      <a:srgbClr val="5F6A72"/>
    </a:custClr>
    <a:custClr name="PANTONE 429">
      <a:srgbClr val="A5ACB0"/>
    </a:custClr>
    <a:custClr name="PANTONE CG1">
      <a:srgbClr val="E2E1DD"/>
    </a:custClr>
    <a:custClr name="Process Magenta">
      <a:srgbClr val="CC3366"/>
    </a:custClr>
    <a:custClr name="PANTONE 4975">
      <a:srgbClr val="462324"/>
    </a:custClr>
    <a:custClr name="PANTONE 201">
      <a:srgbClr val="9E1B32"/>
    </a:custClr>
    <a:custClr name="PANTONE 185">
      <a:srgbClr val="E70033"/>
    </a:custClr>
    <a:custClr name="PANTONE 1665">
      <a:srgbClr val="E24912"/>
    </a:custClr>
    <a:custClr name="PANTONE 137">
      <a:srgbClr val="FFA200"/>
    </a:custClr>
    <a:custClr name="PANTONE 108">
      <a:srgbClr val="F6DA14"/>
    </a:custClr>
    <a:custClr name="PANTONE 1215">
      <a:srgbClr val="FBDE81"/>
    </a:custClr>
    <a:custClr name="PANTONE 7499">
      <a:srgbClr val="EEE8C5"/>
    </a:custClr>
    <a:custClr name="PANTONE 553">
      <a:srgbClr val="214232"/>
    </a:custClr>
    <a:custClr name="PANTONE 376">
      <a:srgbClr val="77B800"/>
    </a:custClr>
    <a:custClr name="PANTONE 373">
      <a:srgbClr val="CFEA8B"/>
    </a:custClr>
    <a:custClr name="PANTONE 328">
      <a:srgbClr val="007165"/>
    </a:custClr>
    <a:custClr name="PANTONE 309">
      <a:srgbClr val="003D4D"/>
    </a:custClr>
    <a:custClr name="PANTONE 3135">
      <a:srgbClr val="0091B5"/>
    </a:custClr>
    <a:custClr name="PANTONE 7457">
      <a:srgbClr val="BADCE6"/>
    </a:custClr>
    <a:custClr name="PANTONE 289">
      <a:srgbClr val="002144"/>
    </a:custClr>
    <a:custClr name="PANTONE 2925">
      <a:srgbClr val="0096DB"/>
    </a:custClr>
    <a:custClr name="PANTONE 283">
      <a:srgbClr val="97C5EB"/>
    </a:custClr>
    <a:custClr name="PANTONE 2597">
      <a:srgbClr val="580F8B"/>
    </a:custClr>
  </a:custClrLst>
  <a:extLst>
    <a:ext uri="{05A4C25C-085E-4340-85A3-A5531E510DB2}">
      <thm15:themeFamily xmlns:thm15="http://schemas.microsoft.com/office/thememl/2012/main" name="Presentation1" id="{D1CE0C75-1B48-4045-9F80-BDDD1826F2A7}" vid="{7F69ED8B-4E19-469E-A4AF-218373636E00}"/>
    </a:ext>
  </a:extLst>
</a:theme>
</file>

<file path=ppt/theme/theme3.xml><?xml version="1.0" encoding="utf-8"?>
<a:theme xmlns:a="http://schemas.openxmlformats.org/drawingml/2006/main" name="1_ETT_Standard_Powerpoint_Template">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394A59"/>
    </a:custClr>
    <a:custClr name="PANTONE 431">
      <a:srgbClr val="5F6A72"/>
    </a:custClr>
    <a:custClr name="PANTONE 429">
      <a:srgbClr val="A5ACB0"/>
    </a:custClr>
    <a:custClr name="PANTONE CG1">
      <a:srgbClr val="E2E1DD"/>
    </a:custClr>
    <a:custClr name="Process Magenta">
      <a:srgbClr val="CC3366"/>
    </a:custClr>
    <a:custClr name="PANTONE 4975">
      <a:srgbClr val="462324"/>
    </a:custClr>
    <a:custClr name="PANTONE 201">
      <a:srgbClr val="9E1B32"/>
    </a:custClr>
    <a:custClr name="PANTONE 185">
      <a:srgbClr val="E70033"/>
    </a:custClr>
    <a:custClr name="PANTONE 1665">
      <a:srgbClr val="E24912"/>
    </a:custClr>
    <a:custClr name="PANTONE 137">
      <a:srgbClr val="FFA200"/>
    </a:custClr>
    <a:custClr name="PANTONE 108">
      <a:srgbClr val="F6DA14"/>
    </a:custClr>
    <a:custClr name="PANTONE 1215">
      <a:srgbClr val="FBDE81"/>
    </a:custClr>
    <a:custClr name="PANTONE 7499">
      <a:srgbClr val="EEE8C5"/>
    </a:custClr>
    <a:custClr name="PANTONE 553">
      <a:srgbClr val="214232"/>
    </a:custClr>
    <a:custClr name="PANTONE 376">
      <a:srgbClr val="77B800"/>
    </a:custClr>
    <a:custClr name="PANTONE 373">
      <a:srgbClr val="CFEA8B"/>
    </a:custClr>
    <a:custClr name="PANTONE 328">
      <a:srgbClr val="007165"/>
    </a:custClr>
    <a:custClr name="PANTONE 309">
      <a:srgbClr val="003D4D"/>
    </a:custClr>
    <a:custClr name="PANTONE 3135">
      <a:srgbClr val="0091B5"/>
    </a:custClr>
    <a:custClr name="PANTONE 7457">
      <a:srgbClr val="BADCE6"/>
    </a:custClr>
    <a:custClr name="PANTONE 289">
      <a:srgbClr val="002144"/>
    </a:custClr>
    <a:custClr name="PANTONE 2925">
      <a:srgbClr val="0096DB"/>
    </a:custClr>
    <a:custClr name="PANTONE 283">
      <a:srgbClr val="97C5EB"/>
    </a:custClr>
    <a:custClr name="PANTONE 2597">
      <a:srgbClr val="580F8B"/>
    </a:custClr>
  </a:custClrLst>
  <a:extLst>
    <a:ext uri="{05A4C25C-085E-4340-85A3-A5531E510DB2}">
      <thm15:themeFamily xmlns:thm15="http://schemas.microsoft.com/office/thememl/2012/main" name="Presentation1" id="{D1CE0C75-1B48-4045-9F80-BDDD1826F2A7}" vid="{7F69ED8B-4E19-469E-A4AF-218373636E0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2917</TotalTime>
  <Words>1791</Words>
  <Application>Microsoft Office PowerPoint</Application>
  <PresentationFormat>Widescreen</PresentationFormat>
  <Paragraphs>585</Paragraphs>
  <Slides>17</Slides>
  <Notes>1</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17</vt:i4>
      </vt:variant>
    </vt:vector>
  </HeadingPairs>
  <TitlesOfParts>
    <vt:vector size="25" baseType="lpstr">
      <vt:lpstr>Adobe Ming Std L</vt:lpstr>
      <vt:lpstr>Arial</vt:lpstr>
      <vt:lpstr>Calibri</vt:lpstr>
      <vt:lpstr>Courier New</vt:lpstr>
      <vt:lpstr>Wingdings</vt:lpstr>
      <vt:lpstr>whiteback_bluesig_16x9_widescreen_without grid</vt:lpstr>
      <vt:lpstr>ETT_Standard_Powerpoint_Template</vt:lpstr>
      <vt:lpstr>1_ETT_Standard_Powerpoint_Template</vt:lpstr>
      <vt:lpstr>Procurement Timing Improvement Value Stream Mapping Project</vt:lpstr>
      <vt:lpstr>AvionX Lean Value Stream Mapping Project:  AvionX Procurement Flow Time</vt:lpstr>
      <vt:lpstr>Project 2 – AvionX COTS Lab Parts:</vt:lpstr>
      <vt:lpstr>VSM Map Future State:</vt:lpstr>
      <vt:lpstr>VSM Map Future State:</vt:lpstr>
      <vt:lpstr>VSM Map Future State:  Non COTS Lab Procurements</vt:lpstr>
      <vt:lpstr>Project 1</vt:lpstr>
      <vt:lpstr>12/19/23 – Meeting Attendees</vt:lpstr>
      <vt:lpstr>Project 1 – BR&amp;T Non-COTS Lab Parts - Open Items:</vt:lpstr>
      <vt:lpstr>Opportunity Space</vt:lpstr>
      <vt:lpstr>Future State Map</vt:lpstr>
      <vt:lpstr>VSM Map Future State:</vt:lpstr>
      <vt:lpstr>VSM Map Future State:</vt:lpstr>
      <vt:lpstr>VSM Map Future State:</vt:lpstr>
      <vt:lpstr>VSM Map Future State:  Non COTS Lab Procurements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 (US), Noah</dc:creator>
  <cp:lastModifiedBy>Morman (US), Brian J</cp:lastModifiedBy>
  <cp:revision>146</cp:revision>
  <dcterms:created xsi:type="dcterms:W3CDTF">2023-07-14T19:28:33Z</dcterms:created>
  <dcterms:modified xsi:type="dcterms:W3CDTF">2024-11-20T14:22:59Z</dcterms:modified>
</cp:coreProperties>
</file>