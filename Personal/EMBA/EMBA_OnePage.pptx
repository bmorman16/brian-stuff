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8"/>
  </p:notesMasterIdLst>
  <p:handoutMasterIdLst>
    <p:handoutMasterId r:id="rId9"/>
  </p:handoutMasterIdLst>
  <p:sldIdLst>
    <p:sldId id="3144" r:id="rId5"/>
    <p:sldId id="3146" r:id="rId6"/>
    <p:sldId id="3145" r:id="rId7"/>
  </p:sldIdLst>
  <p:sldSz cx="9144000" cy="6858000" type="screen4x3"/>
  <p:notesSz cx="6934200" cy="9220200"/>
  <p:custDataLst>
    <p:tags r:id="rId1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orient="horz" pos="3984" userDrawn="1">
          <p15:clr>
            <a:srgbClr val="A4A3A4"/>
          </p15:clr>
        </p15:guide>
        <p15:guide id="3" pos="2862" userDrawn="1">
          <p15:clr>
            <a:srgbClr val="A4A3A4"/>
          </p15:clr>
        </p15:guide>
        <p15:guide id="4" pos="288" userDrawn="1">
          <p15:clr>
            <a:srgbClr val="A4A3A4"/>
          </p15:clr>
        </p15:guide>
        <p15:guide id="5" pos="1752" userDrawn="1">
          <p15:clr>
            <a:srgbClr val="A4A3A4"/>
          </p15:clr>
        </p15:guide>
        <p15:guide id="6" pos="5520" userDrawn="1">
          <p15:clr>
            <a:srgbClr val="A4A3A4"/>
          </p15:clr>
        </p15:guide>
        <p15:guide id="7" pos="1416" userDrawn="1">
          <p15:clr>
            <a:srgbClr val="A4A3A4"/>
          </p15:clr>
        </p15:guide>
        <p15:guide id="8" pos="2880" userDrawn="1">
          <p15:clr>
            <a:srgbClr val="A4A3A4"/>
          </p15:clr>
        </p15:guide>
        <p15:guide id="9" pos="3624" userDrawn="1">
          <p15:clr>
            <a:srgbClr val="A4A3A4"/>
          </p15:clr>
        </p15:guide>
        <p15:guide id="10" orient="horz" pos="1824" userDrawn="1">
          <p15:clr>
            <a:srgbClr val="A4A3A4"/>
          </p15:clr>
        </p15:guide>
        <p15:guide id="11" orient="horz" pos="25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shadri, Ram K" initials="SRK" lastIdx="1" clrIdx="0">
    <p:extLst>
      <p:ext uri="{19B8F6BF-5375-455C-9EA6-DF929625EA0E}">
        <p15:presenceInfo xmlns:p15="http://schemas.microsoft.com/office/powerpoint/2012/main" userId="S-1-5-21-1993962763-688789844-682003330-61325" providerId="AD"/>
      </p:ext>
    </p:extLst>
  </p:cmAuthor>
  <p:cmAuthor id="2" name="Harlow, Twayne M" initials="HTM" lastIdx="20" clrIdx="1">
    <p:extLst>
      <p:ext uri="{19B8F6BF-5375-455C-9EA6-DF929625EA0E}">
        <p15:presenceInfo xmlns:p15="http://schemas.microsoft.com/office/powerpoint/2012/main" userId="S-1-5-21-4204462400-332494316-4163598232-140998" providerId="AD"/>
      </p:ext>
    </p:extLst>
  </p:cmAuthor>
  <p:cmAuthor id="3" name="Ryan (US), Kevin" initials="R(K" lastIdx="1" clrIdx="2">
    <p:extLst>
      <p:ext uri="{19B8F6BF-5375-455C-9EA6-DF929625EA0E}">
        <p15:presenceInfo xmlns:p15="http://schemas.microsoft.com/office/powerpoint/2012/main" userId="S-1-5-21-4204462400-332494316-4163598232-11277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5F9BD5"/>
    <a:srgbClr val="0000FF"/>
    <a:srgbClr val="BF7300"/>
    <a:srgbClr val="FFA200"/>
    <a:srgbClr val="FFEBCC"/>
    <a:srgbClr val="0039A6"/>
    <a:srgbClr val="BAD2FF"/>
    <a:srgbClr val="CBCEE1"/>
    <a:srgbClr val="0071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91" autoAdjust="0"/>
    <p:restoredTop sz="96305" autoAdjust="0"/>
  </p:normalViewPr>
  <p:slideViewPr>
    <p:cSldViewPr snapToGrid="0" showGuides="1">
      <p:cViewPr varScale="1">
        <p:scale>
          <a:sx n="114" d="100"/>
          <a:sy n="114" d="100"/>
        </p:scale>
        <p:origin x="1602" y="-90"/>
      </p:cViewPr>
      <p:guideLst>
        <p:guide orient="horz"/>
        <p:guide orient="horz" pos="3984"/>
        <p:guide pos="2862"/>
        <p:guide pos="288"/>
        <p:guide pos="1752"/>
        <p:guide pos="5520"/>
        <p:guide pos="1416"/>
        <p:guide pos="2880"/>
        <p:guide pos="3624"/>
        <p:guide orient="horz" pos="1824"/>
        <p:guide orient="horz" pos="254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305" tIns="46152" rIns="92305" bIns="4615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5" y="0"/>
            <a:ext cx="3004820" cy="461010"/>
          </a:xfrm>
          <a:prstGeom prst="rect">
            <a:avLst/>
          </a:prstGeom>
        </p:spPr>
        <p:txBody>
          <a:bodyPr vert="horz" lIns="92305" tIns="46152" rIns="92305" bIns="46152" rtlCol="0"/>
          <a:lstStyle>
            <a:lvl1pPr algn="r">
              <a:defRPr sz="1200"/>
            </a:lvl1pPr>
          </a:lstStyle>
          <a:p>
            <a:fld id="{BE4E05A4-29A6-45AB-82C9-31FC81F0251A}" type="datetimeFigureOut">
              <a:rPr lang="en-US" smtClean="0"/>
              <a:pPr/>
              <a:t>8/6/2024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2"/>
            <a:ext cx="3004820" cy="461010"/>
          </a:xfrm>
          <a:prstGeom prst="rect">
            <a:avLst/>
          </a:prstGeom>
        </p:spPr>
        <p:txBody>
          <a:bodyPr vert="horz" lIns="92305" tIns="46152" rIns="92305" bIns="4615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5" y="8757592"/>
            <a:ext cx="3004820" cy="461010"/>
          </a:xfrm>
          <a:prstGeom prst="rect">
            <a:avLst/>
          </a:prstGeom>
        </p:spPr>
        <p:txBody>
          <a:bodyPr vert="horz" lIns="92305" tIns="46152" rIns="92305" bIns="46152" rtlCol="0" anchor="b"/>
          <a:lstStyle>
            <a:lvl1pPr algn="r">
              <a:defRPr sz="1200"/>
            </a:lvl1pPr>
          </a:lstStyle>
          <a:p>
            <a:fld id="{D5A7148C-7D20-4A16-A012-82F3B33BEC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003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2" rIns="92305" bIns="46152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775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2" rIns="92305" bIns="4615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420" y="4379597"/>
            <a:ext cx="5547360" cy="414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2" rIns="92305" bIns="461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7592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2" rIns="92305" bIns="46152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775" y="8757592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2" rIns="92305" bIns="4615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39F009B-AA83-4291-81BE-194F11CE190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5281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v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8"/>
            <a:ext cx="9144000" cy="4585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Boeing 12 column grid" hidden="1"/>
          <p:cNvGrpSpPr/>
          <p:nvPr userDrawn="1"/>
        </p:nvGrpSpPr>
        <p:grpSpPr>
          <a:xfrm>
            <a:off x="0" y="0"/>
            <a:ext cx="9146382" cy="6858000"/>
            <a:chOff x="0" y="0"/>
            <a:chExt cx="12192000" cy="6858000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0" y="0"/>
              <a:ext cx="12188825" cy="6858000"/>
              <a:chOff x="0" y="0"/>
              <a:chExt cx="12188825" cy="6858000"/>
            </a:xfrm>
          </p:grpSpPr>
          <p:grpSp>
            <p:nvGrpSpPr>
              <p:cNvPr id="20" name="Boeing 12 column grid"/>
              <p:cNvGrpSpPr/>
              <p:nvPr userDrawn="1"/>
            </p:nvGrpSpPr>
            <p:grpSpPr>
              <a:xfrm>
                <a:off x="0" y="461727"/>
                <a:ext cx="12188825" cy="5957180"/>
                <a:chOff x="129803" y="456356"/>
                <a:chExt cx="8890818" cy="5958732"/>
              </a:xfrm>
            </p:grpSpPr>
            <p:sp>
              <p:nvSpPr>
                <p:cNvPr id="35" name="Rectangle 34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464396" y="2136995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64396" y="2432456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459993" y="3288274"/>
                  <a:ext cx="8223097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466598" y="3583735"/>
                  <a:ext cx="821649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464396" y="4424269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62195" y="4719730"/>
                  <a:ext cx="8220896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129803" y="2284726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8" name="Straight Connector 37"/>
                <p:cNvCxnSpPr/>
                <p:nvPr userDrawn="1"/>
              </p:nvCxnSpPr>
              <p:spPr>
                <a:xfrm>
                  <a:off x="463550" y="3432679"/>
                  <a:ext cx="8223250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9" name="Straight Connector 38"/>
                <p:cNvCxnSpPr/>
                <p:nvPr userDrawn="1"/>
              </p:nvCxnSpPr>
              <p:spPr>
                <a:xfrm>
                  <a:off x="129803" y="4572000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0" name="Straight Connector 39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41" name="Group 40"/>
                <p:cNvGrpSpPr/>
                <p:nvPr userDrawn="1"/>
              </p:nvGrpSpPr>
              <p:grpSpPr>
                <a:xfrm>
                  <a:off x="1043681" y="457200"/>
                  <a:ext cx="7060730" cy="5957888"/>
                  <a:chOff x="1043681" y="0"/>
                  <a:chExt cx="7060730" cy="6858000"/>
                </a:xfrm>
              </p:grpSpPr>
              <p:cxnSp>
                <p:nvCxnSpPr>
                  <p:cNvPr id="42" name="Straight Connector 41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20"/>
                  <p:cNvCxnSpPr/>
                  <p:nvPr/>
                </p:nvCxnSpPr>
                <p:spPr>
                  <a:xfrm>
                    <a:off x="104368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15"/>
                  <p:cNvCxnSpPr/>
                  <p:nvPr/>
                </p:nvCxnSpPr>
                <p:spPr>
                  <a:xfrm>
                    <a:off x="11584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174150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/>
                </p:nvCxnSpPr>
                <p:spPr>
                  <a:xfrm>
                    <a:off x="243709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/>
                </p:nvCxnSpPr>
                <p:spPr>
                  <a:xfrm>
                    <a:off x="532550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/>
                </p:nvCxnSpPr>
                <p:spPr>
                  <a:xfrm>
                    <a:off x="25473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31288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324337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382641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39374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452230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462823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52137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7" name="Straight Connector 56"/>
                  <p:cNvCxnSpPr/>
                  <p:nvPr userDrawn="1"/>
                </p:nvCxnSpPr>
                <p:spPr>
                  <a:xfrm>
                    <a:off x="810441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8" name="Straight Connector 57"/>
                  <p:cNvCxnSpPr/>
                  <p:nvPr userDrawn="1"/>
                </p:nvCxnSpPr>
                <p:spPr>
                  <a:xfrm>
                    <a:off x="590715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9" name="Straight Connector 58"/>
                  <p:cNvCxnSpPr/>
                  <p:nvPr userDrawn="1"/>
                </p:nvCxnSpPr>
                <p:spPr>
                  <a:xfrm>
                    <a:off x="601976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0" name="Straight Connector 59"/>
                  <p:cNvCxnSpPr/>
                  <p:nvPr userDrawn="1"/>
                </p:nvCxnSpPr>
                <p:spPr>
                  <a:xfrm>
                    <a:off x="660501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1" name="Straight Connector 60"/>
                  <p:cNvCxnSpPr/>
                  <p:nvPr userDrawn="1"/>
                </p:nvCxnSpPr>
                <p:spPr>
                  <a:xfrm>
                    <a:off x="6713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" name="Straight Connector 63"/>
                  <p:cNvCxnSpPr/>
                  <p:nvPr userDrawn="1"/>
                </p:nvCxnSpPr>
                <p:spPr>
                  <a:xfrm>
                    <a:off x="729868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5" name="Straight Connector 64"/>
                  <p:cNvCxnSpPr/>
                  <p:nvPr userDrawn="1"/>
                </p:nvCxnSpPr>
                <p:spPr>
                  <a:xfrm>
                    <a:off x="740902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6" name="Straight Connector 65"/>
                  <p:cNvCxnSpPr/>
                  <p:nvPr userDrawn="1"/>
                </p:nvCxnSpPr>
                <p:spPr>
                  <a:xfrm>
                    <a:off x="799017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21" name="Group 41"/>
              <p:cNvGrpSpPr/>
              <p:nvPr userDrawn="1"/>
            </p:nvGrpSpPr>
            <p:grpSpPr>
              <a:xfrm>
                <a:off x="7002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22" name="Straight Connector 21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9" name="Straight Connector 18"/>
            <p:cNvCxnSpPr/>
            <p:nvPr userDrawn="1"/>
          </p:nvCxnSpPr>
          <p:spPr>
            <a:xfrm flipH="1">
              <a:off x="9599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73" name="Title 1"/>
          <p:cNvSpPr>
            <a:spLocks noGrp="1"/>
          </p:cNvSpPr>
          <p:nvPr>
            <p:ph type="ctrTitle" sz="quarter"/>
          </p:nvPr>
        </p:nvSpPr>
        <p:spPr>
          <a:xfrm>
            <a:off x="457200" y="2103120"/>
            <a:ext cx="8374063" cy="710964"/>
          </a:xfrm>
        </p:spPr>
        <p:txBody>
          <a:bodyPr anchor="t" anchorCtr="0"/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4" name="Subtitle 2"/>
          <p:cNvSpPr>
            <a:spLocks noGrp="1"/>
          </p:cNvSpPr>
          <p:nvPr>
            <p:ph type="subTitle" sz="quarter" idx="1"/>
          </p:nvPr>
        </p:nvSpPr>
        <p:spPr>
          <a:xfrm>
            <a:off x="457200" y="4754880"/>
            <a:ext cx="8339657" cy="435544"/>
          </a:xfrm>
        </p:spPr>
        <p:txBody>
          <a:bodyPr/>
          <a:lstStyle>
            <a:lvl1pPr marL="0" indent="0">
              <a:buFontTx/>
              <a:buNone/>
              <a:defRPr sz="2801" b="0">
                <a:solidFill>
                  <a:srgbClr val="788288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2" name="Picture 47" descr="Boeing_white_standar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199" y="399739"/>
            <a:ext cx="1855789" cy="447675"/>
          </a:xfrm>
          <a:prstGeom prst="rect">
            <a:avLst/>
          </a:prstGeom>
          <a:noFill/>
        </p:spPr>
      </p:pic>
      <p:sp>
        <p:nvSpPr>
          <p:cNvPr id="69" name="TextBox 68"/>
          <p:cNvSpPr txBox="1"/>
          <p:nvPr userDrawn="1"/>
        </p:nvSpPr>
        <p:spPr>
          <a:xfrm>
            <a:off x="6653994" y="457207"/>
            <a:ext cx="2176471" cy="3077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charset="0"/>
              </a:rPr>
              <a:t>Engineering, Test &amp; Technology</a:t>
            </a:r>
          </a:p>
        </p:txBody>
      </p:sp>
      <p:sp>
        <p:nvSpPr>
          <p:cNvPr id="67" name="Rectangle 6"/>
          <p:cNvSpPr>
            <a:spLocks noChangeArrowheads="1"/>
          </p:cNvSpPr>
          <p:nvPr userDrawn="1"/>
        </p:nvSpPr>
        <p:spPr bwMode="auto">
          <a:xfrm>
            <a:off x="457200" y="6658303"/>
            <a:ext cx="2065337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65" eaLnBrk="0" hangingPunct="0"/>
            <a:r>
              <a:rPr lang="en-US" sz="600" dirty="0">
                <a:solidFill>
                  <a:schemeClr val="bg1">
                    <a:lumMod val="50000"/>
                  </a:schemeClr>
                </a:solidFill>
                <a:effectLst/>
              </a:rPr>
              <a:t>Copyright © 2020 Boeing. All rights reserved.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504" y="674468"/>
            <a:ext cx="2074031" cy="37709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TextBox 71"/>
          <p:cNvSpPr txBox="1"/>
          <p:nvPr userDrawn="1"/>
        </p:nvSpPr>
        <p:spPr>
          <a:xfrm>
            <a:off x="2535271" y="6442295"/>
            <a:ext cx="40756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BOEING PROPRIETARY- Competition Sensitive Information</a:t>
            </a:r>
          </a:p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Release or Disclose only to Authorized Boeing Employees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24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oeing 12 column grid" hidden="1"/>
          <p:cNvGrpSpPr/>
          <p:nvPr userDrawn="1"/>
        </p:nvGrpSpPr>
        <p:grpSpPr>
          <a:xfrm>
            <a:off x="0" y="0"/>
            <a:ext cx="9146382" cy="6858000"/>
            <a:chOff x="0" y="0"/>
            <a:chExt cx="12192000" cy="6858000"/>
          </a:xfrm>
        </p:grpSpPr>
        <p:grpSp>
          <p:nvGrpSpPr>
            <p:cNvPr id="13" name="Group 12"/>
            <p:cNvGrpSpPr/>
            <p:nvPr userDrawn="1"/>
          </p:nvGrpSpPr>
          <p:grpSpPr>
            <a:xfrm>
              <a:off x="0" y="0"/>
              <a:ext cx="12188825" cy="6858000"/>
              <a:chOff x="0" y="0"/>
              <a:chExt cx="12188825" cy="6858000"/>
            </a:xfrm>
          </p:grpSpPr>
          <p:grpSp>
            <p:nvGrpSpPr>
              <p:cNvPr id="18" name="Boeing 12 column grid"/>
              <p:cNvGrpSpPr/>
              <p:nvPr userDrawn="1"/>
            </p:nvGrpSpPr>
            <p:grpSpPr>
              <a:xfrm>
                <a:off x="0" y="461727"/>
                <a:ext cx="12188825" cy="5957180"/>
                <a:chOff x="129803" y="456356"/>
                <a:chExt cx="8890818" cy="5958732"/>
              </a:xfrm>
            </p:grpSpPr>
            <p:cxnSp>
              <p:nvCxnSpPr>
                <p:cNvPr id="23" name="Straight Connector 22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64396" y="2136995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64396" y="2432456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459993" y="3288274"/>
                  <a:ext cx="8223097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66598" y="3583735"/>
                  <a:ext cx="821649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464396" y="4424269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462195" y="4719730"/>
                  <a:ext cx="8220896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3" name="Rectangle 32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5" name="Straight Connector 34"/>
                <p:cNvCxnSpPr/>
                <p:nvPr userDrawn="1"/>
              </p:nvCxnSpPr>
              <p:spPr>
                <a:xfrm>
                  <a:off x="129803" y="2284726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463550" y="3432679"/>
                  <a:ext cx="8223250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129803" y="4572000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8" name="Straight Connector 37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39" name="Group 38"/>
                <p:cNvGrpSpPr/>
                <p:nvPr userDrawn="1"/>
              </p:nvGrpSpPr>
              <p:grpSpPr>
                <a:xfrm>
                  <a:off x="1043681" y="457200"/>
                  <a:ext cx="7060730" cy="5957888"/>
                  <a:chOff x="1043681" y="0"/>
                  <a:chExt cx="7060730" cy="6858000"/>
                </a:xfrm>
              </p:grpSpPr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20"/>
                  <p:cNvCxnSpPr/>
                  <p:nvPr/>
                </p:nvCxnSpPr>
                <p:spPr>
                  <a:xfrm>
                    <a:off x="104368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15"/>
                  <p:cNvCxnSpPr/>
                  <p:nvPr/>
                </p:nvCxnSpPr>
                <p:spPr>
                  <a:xfrm>
                    <a:off x="11584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/>
                  <p:cNvCxnSpPr/>
                  <p:nvPr/>
                </p:nvCxnSpPr>
                <p:spPr>
                  <a:xfrm>
                    <a:off x="174150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43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243709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532550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/>
                </p:nvCxnSpPr>
                <p:spPr>
                  <a:xfrm>
                    <a:off x="25473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 userDrawn="1"/>
                </p:nvCxnSpPr>
                <p:spPr>
                  <a:xfrm>
                    <a:off x="31288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 userDrawn="1"/>
                </p:nvCxnSpPr>
                <p:spPr>
                  <a:xfrm>
                    <a:off x="324337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382641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39374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452230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462823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52137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810441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590715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7" name="Straight Connector 56"/>
                  <p:cNvCxnSpPr/>
                  <p:nvPr userDrawn="1"/>
                </p:nvCxnSpPr>
                <p:spPr>
                  <a:xfrm>
                    <a:off x="601976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8" name="Straight Connector 57"/>
                  <p:cNvCxnSpPr/>
                  <p:nvPr userDrawn="1"/>
                </p:nvCxnSpPr>
                <p:spPr>
                  <a:xfrm>
                    <a:off x="660501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9" name="Straight Connector 58"/>
                  <p:cNvCxnSpPr/>
                  <p:nvPr userDrawn="1"/>
                </p:nvCxnSpPr>
                <p:spPr>
                  <a:xfrm>
                    <a:off x="6713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0" name="Straight Connector 59"/>
                  <p:cNvCxnSpPr/>
                  <p:nvPr userDrawn="1"/>
                </p:nvCxnSpPr>
                <p:spPr>
                  <a:xfrm>
                    <a:off x="729868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1" name="Straight Connector 60"/>
                  <p:cNvCxnSpPr/>
                  <p:nvPr userDrawn="1"/>
                </p:nvCxnSpPr>
                <p:spPr>
                  <a:xfrm>
                    <a:off x="740902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" name="Straight Connector 63"/>
                  <p:cNvCxnSpPr/>
                  <p:nvPr userDrawn="1"/>
                </p:nvCxnSpPr>
                <p:spPr>
                  <a:xfrm>
                    <a:off x="799017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19" name="Group 41"/>
              <p:cNvGrpSpPr/>
              <p:nvPr userDrawn="1"/>
            </p:nvGrpSpPr>
            <p:grpSpPr>
              <a:xfrm>
                <a:off x="7002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20" name="Straight Connector 19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7" name="Straight Connector 16"/>
            <p:cNvCxnSpPr/>
            <p:nvPr userDrawn="1"/>
          </p:nvCxnSpPr>
          <p:spPr>
            <a:xfrm flipH="1">
              <a:off x="9599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/>
          <p:cNvSpPr/>
          <p:nvPr userDrawn="1"/>
        </p:nvSpPr>
        <p:spPr>
          <a:xfrm>
            <a:off x="0" y="4585154"/>
            <a:ext cx="91440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pic>
        <p:nvPicPr>
          <p:cNvPr id="16" name="Picture 53" descr="Boeing_RGBblue_standard"/>
          <p:cNvPicPr preferRelativeResize="0"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033" y="398151"/>
            <a:ext cx="1856232" cy="448056"/>
          </a:xfrm>
          <a:prstGeom prst="rect">
            <a:avLst/>
          </a:prstGeom>
          <a:noFill/>
        </p:spPr>
      </p:pic>
      <p:sp>
        <p:nvSpPr>
          <p:cNvPr id="67" name="Rectangle 6"/>
          <p:cNvSpPr>
            <a:spLocks noChangeArrowheads="1"/>
          </p:cNvSpPr>
          <p:nvPr userDrawn="1"/>
        </p:nvSpPr>
        <p:spPr bwMode="auto">
          <a:xfrm>
            <a:off x="457200" y="6658303"/>
            <a:ext cx="2065337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65" eaLnBrk="0" hangingPunct="0"/>
            <a:r>
              <a:rPr lang="en-US" sz="600" dirty="0">
                <a:solidFill>
                  <a:schemeClr val="bg1">
                    <a:lumMod val="50000"/>
                  </a:schemeClr>
                </a:solidFill>
                <a:effectLst/>
              </a:rPr>
              <a:t>Copyright © 2020 Boeing. All rights reserved.</a:t>
            </a:r>
          </a:p>
        </p:txBody>
      </p:sp>
      <p:sp>
        <p:nvSpPr>
          <p:cNvPr id="69" name="Title 1"/>
          <p:cNvSpPr>
            <a:spLocks noGrp="1"/>
          </p:cNvSpPr>
          <p:nvPr>
            <p:ph type="ctrTitle" sz="quarter"/>
          </p:nvPr>
        </p:nvSpPr>
        <p:spPr>
          <a:xfrm>
            <a:off x="457200" y="2103120"/>
            <a:ext cx="8453868" cy="710964"/>
          </a:xfrm>
        </p:spPr>
        <p:txBody>
          <a:bodyPr anchor="t" anchorCtr="0"/>
          <a:lstStyle>
            <a:lvl1pPr>
              <a:defRPr sz="5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0" name="Subtitle 2"/>
          <p:cNvSpPr>
            <a:spLocks noGrp="1"/>
          </p:cNvSpPr>
          <p:nvPr>
            <p:ph type="subTitle" sz="quarter" idx="1"/>
          </p:nvPr>
        </p:nvSpPr>
        <p:spPr>
          <a:xfrm>
            <a:off x="457200" y="4754880"/>
            <a:ext cx="8251825" cy="429768"/>
          </a:xfrm>
        </p:spPr>
        <p:txBody>
          <a:bodyPr/>
          <a:lstStyle>
            <a:lvl1pPr marL="0" indent="0">
              <a:buFontTx/>
              <a:buNone/>
              <a:defRPr sz="2801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1" name="TextBox 70"/>
          <p:cNvSpPr txBox="1"/>
          <p:nvPr userDrawn="1"/>
        </p:nvSpPr>
        <p:spPr>
          <a:xfrm>
            <a:off x="6653994" y="457207"/>
            <a:ext cx="2176471" cy="3077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accent1"/>
                </a:solidFill>
                <a:latin typeface="Arial" charset="0"/>
              </a:rPr>
              <a:t>Engineering, Test &amp; Technology</a:t>
            </a:r>
          </a:p>
        </p:txBody>
      </p:sp>
      <p:sp>
        <p:nvSpPr>
          <p:cNvPr id="73" name="TextBox 72"/>
          <p:cNvSpPr txBox="1"/>
          <p:nvPr userDrawn="1"/>
        </p:nvSpPr>
        <p:spPr>
          <a:xfrm>
            <a:off x="2535271" y="6429043"/>
            <a:ext cx="40756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kern="1200" dirty="0">
                <a:solidFill>
                  <a:schemeClr val="bg1"/>
                </a:solidFill>
                <a:latin typeface="Arial" charset="0"/>
                <a:ea typeface="+mn-ea"/>
                <a:cs typeface="+mn-cs"/>
              </a:rPr>
              <a:t>BOEING PROPRIETARY- Competition Sensitive Information</a:t>
            </a:r>
          </a:p>
          <a:p>
            <a:pPr algn="ctr"/>
            <a:r>
              <a:rPr lang="en-US" sz="1000" b="0" kern="1200" dirty="0">
                <a:solidFill>
                  <a:schemeClr val="bg1"/>
                </a:solidFill>
                <a:latin typeface="Arial" charset="0"/>
                <a:ea typeface="+mn-ea"/>
                <a:cs typeface="+mn-cs"/>
              </a:rPr>
              <a:t>Release or Disclose only to Authorized Boeing Employees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657" y="663069"/>
            <a:ext cx="2075688" cy="37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457200" y="1371600"/>
            <a:ext cx="8485556" cy="2803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marR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 sz="2400"/>
            </a:lvl1pPr>
            <a:lvl2pPr marL="182888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lvl2pPr>
            <a:lvl3pPr marL="365773" marR="0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lvl3pPr>
            <a:lvl4pPr marL="548657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marL="0" marR="0" lvl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182888" marR="0" lvl="1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365773" marR="0" lvl="2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548657" marR="0" lvl="3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lvl="0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V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374063" cy="378565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374063" cy="323165"/>
          </a:xfrm>
        </p:spPr>
        <p:txBody>
          <a:bodyPr tIns="0">
            <a:noAutofit/>
          </a:bodyPr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6138301"/>
            <a:ext cx="8374062" cy="369332"/>
          </a:xfrm>
          <a:solidFill>
            <a:schemeClr val="tx2"/>
          </a:solidFill>
        </p:spPr>
        <p:txBody>
          <a:bodyPr lIns="91440" tIns="45720" rIns="91440" bIns="45720" anchor="b" anchorCtr="0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7"/>
          </p:nvPr>
        </p:nvSpPr>
        <p:spPr>
          <a:xfrm>
            <a:off x="457200" y="1371603"/>
            <a:ext cx="8374063" cy="1274195"/>
          </a:xfrm>
        </p:spPr>
        <p:txBody>
          <a:bodyPr>
            <a:noAutofit/>
          </a:bodyPr>
          <a:lstStyle>
            <a:lvl1pPr marL="0" marR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 sz="2400"/>
            </a:lvl1pPr>
            <a:lvl2pPr marL="182888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lvl2pPr>
            <a:lvl3pPr marL="365773" marR="0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lvl3pPr>
            <a:lvl4pPr marL="548657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marL="0" marR="0" lvl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182888" marR="0" lvl="1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365773" marR="0" lvl="2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548657" marR="0" lvl="3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194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V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374063" cy="378565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374063" cy="323165"/>
          </a:xfrm>
        </p:spPr>
        <p:txBody>
          <a:bodyPr tIns="0">
            <a:noAutofit/>
          </a:bodyPr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7"/>
          </p:nvPr>
        </p:nvSpPr>
        <p:spPr>
          <a:xfrm>
            <a:off x="457200" y="1371603"/>
            <a:ext cx="8374063" cy="1274195"/>
          </a:xfrm>
        </p:spPr>
        <p:txBody>
          <a:bodyPr>
            <a:noAutofit/>
          </a:bodyPr>
          <a:lstStyle>
            <a:lvl1pPr marL="0" marR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 sz="2400"/>
            </a:lvl1pPr>
            <a:lvl2pPr marL="182888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lvl2pPr>
            <a:lvl3pPr marL="365773" marR="0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lvl3pPr>
            <a:lvl4pPr marL="548657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marL="0" marR="0" lvl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182888" marR="0" lvl="1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365773" marR="0" lvl="2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548657" marR="0" lvl="3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lvl="0"/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967875" y="6163392"/>
            <a:ext cx="5284922" cy="288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"/>
            </a:pPr>
            <a:r>
              <a:rPr lang="en-US" sz="20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Click to edit tagline </a:t>
            </a:r>
          </a:p>
        </p:txBody>
      </p:sp>
    </p:spTree>
    <p:extLst>
      <p:ext uri="{BB962C8B-B14F-4D97-AF65-F5344CB8AC3E}">
        <p14:creationId xmlns:p14="http://schemas.microsoft.com/office/powerpoint/2010/main" val="85651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/>
          </p:nvPr>
        </p:nvSpPr>
        <p:spPr>
          <a:xfrm>
            <a:off x="457200" y="1371603"/>
            <a:ext cx="8485556" cy="1274195"/>
          </a:xfrm>
        </p:spPr>
        <p:txBody>
          <a:bodyPr/>
          <a:lstStyle>
            <a:lvl1pPr marL="0" marR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 sz="2400"/>
            </a:lvl1pPr>
            <a:lvl2pPr marL="182888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lvl2pPr>
            <a:lvl3pPr marL="365773" marR="0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lvl3pPr>
            <a:lvl4pPr marL="548657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marL="0" marR="0" lvl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182888" marR="0" lvl="1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365773" marR="0" lvl="2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548657" marR="0" lvl="3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91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_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8737"/>
            <a:ext cx="8374063" cy="378565"/>
          </a:xfrm>
          <a:solidFill>
            <a:schemeClr val="accent1"/>
          </a:solidFill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/>
          </p:nvPr>
        </p:nvSpPr>
        <p:spPr>
          <a:xfrm>
            <a:off x="457200" y="1371603"/>
            <a:ext cx="8374063" cy="1274195"/>
          </a:xfrm>
        </p:spPr>
        <p:txBody>
          <a:bodyPr/>
          <a:lstStyle>
            <a:lvl1pPr marL="0" marR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 sz="2400"/>
            </a:lvl1pPr>
            <a:lvl2pPr marL="182888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lvl2pPr>
            <a:lvl3pPr marL="365773" marR="0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lvl3pPr>
            <a:lvl4pPr marL="548657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marL="0" marR="0" lvl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182888" marR="0" lvl="1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365773" marR="0" lvl="2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548657" marR="0" lvl="3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lvl="0"/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7200" y="822963"/>
            <a:ext cx="8375904" cy="323165"/>
          </a:xfrm>
          <a:solidFill>
            <a:schemeClr val="accent1"/>
          </a:solidFill>
        </p:spPr>
        <p:txBody>
          <a:bodyPr tIns="0">
            <a:noAutofit/>
          </a:bodyPr>
          <a:lstStyle>
            <a:lvl1pPr>
              <a:buNone/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193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58737"/>
            <a:ext cx="8372706" cy="332399"/>
          </a:xfrm>
        </p:spPr>
        <p:txBody>
          <a:bodyPr t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2"/>
          </p:nvPr>
        </p:nvSpPr>
        <p:spPr>
          <a:xfrm>
            <a:off x="457200" y="1371603"/>
            <a:ext cx="8374063" cy="1274195"/>
          </a:xfrm>
        </p:spPr>
        <p:txBody>
          <a:bodyPr/>
          <a:lstStyle>
            <a:lvl1pPr marL="0" marR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 sz="2400"/>
            </a:lvl1pPr>
            <a:lvl2pPr marL="182888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lvl2pPr>
            <a:lvl3pPr marL="365773" marR="0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lvl3pPr>
            <a:lvl4pPr marL="548657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marL="0" marR="0" lvl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182888" marR="0" lvl="1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365773" marR="0" lvl="2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548657" marR="0" lvl="3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5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58737"/>
            <a:ext cx="8372706" cy="332399"/>
          </a:xfrm>
        </p:spPr>
        <p:txBody>
          <a:bodyPr t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2"/>
          </p:nvPr>
        </p:nvSpPr>
        <p:spPr>
          <a:xfrm>
            <a:off x="457200" y="1371603"/>
            <a:ext cx="8374063" cy="1274195"/>
          </a:xfrm>
        </p:spPr>
        <p:txBody>
          <a:bodyPr/>
          <a:lstStyle>
            <a:lvl1pPr marL="0" marR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 sz="2400"/>
            </a:lvl1pPr>
            <a:lvl2pPr marL="182888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lvl2pPr>
            <a:lvl3pPr marL="365773" marR="0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lvl3pPr>
            <a:lvl4pPr marL="548657" marR="0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marL="0" marR="0" lvl="0" indent="0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182888" marR="0" lvl="1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365773" marR="0" lvl="2" indent="-184157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548657" marR="0" lvl="3" indent="-182888" algn="l" defTabSz="82076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39A6"/>
              </a:buClr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64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8737"/>
            <a:ext cx="8484181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3862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78565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>
            <a:noAutofit/>
          </a:bodyPr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457200" y="1371603"/>
            <a:ext cx="4114800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8"/>
          </p:nvPr>
        </p:nvSpPr>
        <p:spPr>
          <a:xfrm>
            <a:off x="4670474" y="1371603"/>
            <a:ext cx="415104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0336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457200" y="1371603"/>
            <a:ext cx="411587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18"/>
          </p:nvPr>
        </p:nvSpPr>
        <p:spPr>
          <a:xfrm>
            <a:off x="4670474" y="1371603"/>
            <a:ext cx="415104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9449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7"/>
          </p:nvPr>
        </p:nvSpPr>
        <p:spPr>
          <a:xfrm>
            <a:off x="457200" y="1371603"/>
            <a:ext cx="411587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8"/>
          </p:nvPr>
        </p:nvSpPr>
        <p:spPr>
          <a:xfrm>
            <a:off x="4670474" y="1371603"/>
            <a:ext cx="415104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457200" y="1371603"/>
            <a:ext cx="411587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quarter" idx="18"/>
          </p:nvPr>
        </p:nvSpPr>
        <p:spPr>
          <a:xfrm>
            <a:off x="4670474" y="1371603"/>
            <a:ext cx="415104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731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+ stop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229600" cy="378565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229600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420704" y="417364"/>
            <a:ext cx="1287780" cy="1828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00" dirty="0"/>
              <a:t>Prev    |   Curr         YE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457200" y="1371603"/>
            <a:ext cx="8467363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3347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>
            <a:noAutofit/>
          </a:bodyPr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1371600"/>
            <a:ext cx="9144000" cy="48006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4481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Picture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44181" y="6159484"/>
            <a:ext cx="8466357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1371600"/>
            <a:ext cx="9144000" cy="448056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09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78565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4115872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57200" y="3772213"/>
            <a:ext cx="4115872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/>
          </p:nvPr>
        </p:nvSpPr>
        <p:spPr>
          <a:xfrm>
            <a:off x="4670474" y="1371603"/>
            <a:ext cx="415104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0912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, two pictures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dirty="0"/>
              <a:t>ilename.ppt</a:t>
            </a:r>
            <a:r>
              <a:rPr lang="en-US" sz="800" dirty="0"/>
              <a:t> </a:t>
            </a:r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4115872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57200" y="3772213"/>
            <a:ext cx="4115872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9"/>
          </p:nvPr>
        </p:nvSpPr>
        <p:spPr>
          <a:xfrm>
            <a:off x="4670474" y="1371603"/>
            <a:ext cx="415104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2417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Rt content with one p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7200" y="1371603"/>
            <a:ext cx="4115872" cy="4862597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8"/>
          </p:nvPr>
        </p:nvSpPr>
        <p:spPr>
          <a:xfrm>
            <a:off x="4670474" y="1371603"/>
            <a:ext cx="415104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4922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Rt Content with one pic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4115872" cy="476239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19"/>
          </p:nvPr>
        </p:nvSpPr>
        <p:spPr>
          <a:xfrm>
            <a:off x="4670474" y="1371603"/>
            <a:ext cx="415104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88157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ft content with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694665" y="1371600"/>
            <a:ext cx="4115872" cy="486460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9"/>
          </p:nvPr>
        </p:nvSpPr>
        <p:spPr>
          <a:xfrm>
            <a:off x="457200" y="1371603"/>
            <a:ext cx="411587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052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 with one pic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159484"/>
            <a:ext cx="8466358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694665" y="1371600"/>
            <a:ext cx="4115872" cy="4764024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9"/>
          </p:nvPr>
        </p:nvSpPr>
        <p:spPr>
          <a:xfrm>
            <a:off x="457200" y="1371603"/>
            <a:ext cx="411587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276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ft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694665" y="1371600"/>
            <a:ext cx="4115872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9"/>
          </p:nvPr>
        </p:nvSpPr>
        <p:spPr>
          <a:xfrm>
            <a:off x="457200" y="1371603"/>
            <a:ext cx="411587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694665" y="3759687"/>
            <a:ext cx="4115872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4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, 2 pictures +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694665" y="1371600"/>
            <a:ext cx="4115872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694665" y="3759687"/>
            <a:ext cx="4115872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9"/>
          </p:nvPr>
        </p:nvSpPr>
        <p:spPr>
          <a:xfrm>
            <a:off x="457200" y="1371603"/>
            <a:ext cx="4115872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6946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, 2 screen captures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9"/>
          </p:nvPr>
        </p:nvSpPr>
        <p:spPr>
          <a:xfrm>
            <a:off x="5544214" y="1371600"/>
            <a:ext cx="3266327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0"/>
          </p:nvPr>
        </p:nvSpPr>
        <p:spPr>
          <a:xfrm>
            <a:off x="5544214" y="3759687"/>
            <a:ext cx="3266327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21"/>
          </p:nvPr>
        </p:nvSpPr>
        <p:spPr>
          <a:xfrm>
            <a:off x="457200" y="1371603"/>
            <a:ext cx="5039143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1006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31920"/>
            <a:ext cx="8485556" cy="1311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371600"/>
            <a:ext cx="9144000" cy="219456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103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header image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371600"/>
            <a:ext cx="9144000" cy="219456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3931920"/>
            <a:ext cx="8485556" cy="1311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645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56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Content Placeholder 2"/>
          <p:cNvSpPr>
            <a:spLocks noGrp="1"/>
          </p:cNvSpPr>
          <p:nvPr>
            <p:ph idx="1"/>
          </p:nvPr>
        </p:nvSpPr>
        <p:spPr>
          <a:xfrm>
            <a:off x="457200" y="2547400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0" name="Content Placeholder 2"/>
          <p:cNvSpPr>
            <a:spLocks noGrp="1"/>
          </p:cNvSpPr>
          <p:nvPr>
            <p:ph idx="14"/>
          </p:nvPr>
        </p:nvSpPr>
        <p:spPr>
          <a:xfrm>
            <a:off x="457200" y="4248946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57200" y="3070876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2" name="Content Placeholder 2"/>
          <p:cNvSpPr>
            <a:spLocks noGrp="1"/>
          </p:cNvSpPr>
          <p:nvPr>
            <p:ph idx="16"/>
          </p:nvPr>
        </p:nvSpPr>
        <p:spPr>
          <a:xfrm>
            <a:off x="457200" y="5931442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3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457200" y="4770153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4" name="Content Placeholder 2"/>
          <p:cNvSpPr>
            <a:spLocks noGrp="1"/>
          </p:cNvSpPr>
          <p:nvPr>
            <p:ph idx="18"/>
          </p:nvPr>
        </p:nvSpPr>
        <p:spPr>
          <a:xfrm>
            <a:off x="2655010" y="2547400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2645866" y="1371600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6" name="Content Placeholder 2"/>
          <p:cNvSpPr>
            <a:spLocks noGrp="1"/>
          </p:cNvSpPr>
          <p:nvPr>
            <p:ph idx="20"/>
          </p:nvPr>
        </p:nvSpPr>
        <p:spPr>
          <a:xfrm>
            <a:off x="2655010" y="4248946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7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2645866" y="3070876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8" name="Content Placeholder 2"/>
          <p:cNvSpPr>
            <a:spLocks noGrp="1"/>
          </p:cNvSpPr>
          <p:nvPr>
            <p:ph idx="22"/>
          </p:nvPr>
        </p:nvSpPr>
        <p:spPr>
          <a:xfrm>
            <a:off x="2655010" y="5931442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9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2645866" y="4770153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0" name="Content Placeholder 2"/>
          <p:cNvSpPr>
            <a:spLocks noGrp="1"/>
          </p:cNvSpPr>
          <p:nvPr>
            <p:ph idx="24"/>
          </p:nvPr>
        </p:nvSpPr>
        <p:spPr>
          <a:xfrm>
            <a:off x="4843676" y="2547400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1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4834532" y="1371600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2" name="Content Placeholder 2"/>
          <p:cNvSpPr>
            <a:spLocks noGrp="1"/>
          </p:cNvSpPr>
          <p:nvPr>
            <p:ph idx="26"/>
          </p:nvPr>
        </p:nvSpPr>
        <p:spPr>
          <a:xfrm>
            <a:off x="4843676" y="4248946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3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4834532" y="3070876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4" name="Content Placeholder 2"/>
          <p:cNvSpPr>
            <a:spLocks noGrp="1"/>
          </p:cNvSpPr>
          <p:nvPr>
            <p:ph idx="28"/>
          </p:nvPr>
        </p:nvSpPr>
        <p:spPr>
          <a:xfrm>
            <a:off x="4843676" y="5931442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4834532" y="4770153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6" name="Content Placeholder 2"/>
          <p:cNvSpPr>
            <a:spLocks noGrp="1"/>
          </p:cNvSpPr>
          <p:nvPr>
            <p:ph idx="30"/>
          </p:nvPr>
        </p:nvSpPr>
        <p:spPr>
          <a:xfrm>
            <a:off x="7023197" y="2547400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7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7023198" y="1371600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8" name="Content Placeholder 2"/>
          <p:cNvSpPr>
            <a:spLocks noGrp="1"/>
          </p:cNvSpPr>
          <p:nvPr>
            <p:ph idx="32"/>
          </p:nvPr>
        </p:nvSpPr>
        <p:spPr>
          <a:xfrm>
            <a:off x="7023197" y="4248946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9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7023198" y="3070876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0" name="Content Placeholder 2"/>
          <p:cNvSpPr>
            <a:spLocks noGrp="1"/>
          </p:cNvSpPr>
          <p:nvPr>
            <p:ph idx="34"/>
          </p:nvPr>
        </p:nvSpPr>
        <p:spPr>
          <a:xfrm>
            <a:off x="7023197" y="5931442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1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7023198" y="4770153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63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31" name="Text Placeholder 8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457200" y="2547400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6" name="Content Placeholder 2"/>
          <p:cNvSpPr>
            <a:spLocks noGrp="1"/>
          </p:cNvSpPr>
          <p:nvPr>
            <p:ph idx="14"/>
          </p:nvPr>
        </p:nvSpPr>
        <p:spPr>
          <a:xfrm>
            <a:off x="457200" y="4248946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57200" y="3070876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8" name="Content Placeholder 2"/>
          <p:cNvSpPr>
            <a:spLocks noGrp="1"/>
          </p:cNvSpPr>
          <p:nvPr>
            <p:ph idx="16"/>
          </p:nvPr>
        </p:nvSpPr>
        <p:spPr>
          <a:xfrm>
            <a:off x="457200" y="5931442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457200" y="4770153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0" name="Content Placeholder 2"/>
          <p:cNvSpPr>
            <a:spLocks noGrp="1"/>
          </p:cNvSpPr>
          <p:nvPr>
            <p:ph idx="18"/>
          </p:nvPr>
        </p:nvSpPr>
        <p:spPr>
          <a:xfrm>
            <a:off x="2655010" y="2547400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2645866" y="1371600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2" name="Content Placeholder 2"/>
          <p:cNvSpPr>
            <a:spLocks noGrp="1"/>
          </p:cNvSpPr>
          <p:nvPr>
            <p:ph idx="20"/>
          </p:nvPr>
        </p:nvSpPr>
        <p:spPr>
          <a:xfrm>
            <a:off x="2655010" y="4248946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2645866" y="3070876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4" name="Content Placeholder 2"/>
          <p:cNvSpPr>
            <a:spLocks noGrp="1"/>
          </p:cNvSpPr>
          <p:nvPr>
            <p:ph idx="22"/>
          </p:nvPr>
        </p:nvSpPr>
        <p:spPr>
          <a:xfrm>
            <a:off x="2655010" y="5931442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2645866" y="4770153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6" name="Content Placeholder 2"/>
          <p:cNvSpPr>
            <a:spLocks noGrp="1"/>
          </p:cNvSpPr>
          <p:nvPr>
            <p:ph idx="24"/>
          </p:nvPr>
        </p:nvSpPr>
        <p:spPr>
          <a:xfrm>
            <a:off x="4843676" y="2547400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7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4834532" y="1371600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26"/>
          </p:nvPr>
        </p:nvSpPr>
        <p:spPr>
          <a:xfrm>
            <a:off x="4843676" y="4248946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4834532" y="3070876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0" name="Content Placeholder 2"/>
          <p:cNvSpPr>
            <a:spLocks noGrp="1"/>
          </p:cNvSpPr>
          <p:nvPr>
            <p:ph idx="28"/>
          </p:nvPr>
        </p:nvSpPr>
        <p:spPr>
          <a:xfrm>
            <a:off x="4843676" y="5931442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4834532" y="4770153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2" name="Content Placeholder 2"/>
          <p:cNvSpPr>
            <a:spLocks noGrp="1"/>
          </p:cNvSpPr>
          <p:nvPr>
            <p:ph idx="30"/>
          </p:nvPr>
        </p:nvSpPr>
        <p:spPr>
          <a:xfrm>
            <a:off x="7023197" y="2547400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7023198" y="1371600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4" name="Content Placeholder 2"/>
          <p:cNvSpPr>
            <a:spLocks noGrp="1"/>
          </p:cNvSpPr>
          <p:nvPr>
            <p:ph idx="32"/>
          </p:nvPr>
        </p:nvSpPr>
        <p:spPr>
          <a:xfrm>
            <a:off x="7023197" y="4248946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7023198" y="3070876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6" name="Content Placeholder 2"/>
          <p:cNvSpPr>
            <a:spLocks noGrp="1"/>
          </p:cNvSpPr>
          <p:nvPr>
            <p:ph idx="34"/>
          </p:nvPr>
        </p:nvSpPr>
        <p:spPr>
          <a:xfrm>
            <a:off x="7023197" y="5931442"/>
            <a:ext cx="1792224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7023198" y="4770153"/>
            <a:ext cx="1801368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27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9"/>
          <p:cNvSpPr>
            <a:spLocks noGrp="1" noChangeAspect="1"/>
          </p:cNvSpPr>
          <p:nvPr>
            <p:ph type="pic" sz="quarter" idx="13"/>
          </p:nvPr>
        </p:nvSpPr>
        <p:spPr>
          <a:xfrm>
            <a:off x="6641453" y="1371600"/>
            <a:ext cx="2172739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0" name="Picture Placeholder 9"/>
          <p:cNvSpPr>
            <a:spLocks noGrp="1" noChangeAspect="1"/>
          </p:cNvSpPr>
          <p:nvPr>
            <p:ph type="pic" sz="quarter" idx="14"/>
          </p:nvPr>
        </p:nvSpPr>
        <p:spPr>
          <a:xfrm>
            <a:off x="6641453" y="2967561"/>
            <a:ext cx="2172739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1" name="Picture Placeholder 9"/>
          <p:cNvSpPr>
            <a:spLocks noGrp="1" noChangeAspect="1"/>
          </p:cNvSpPr>
          <p:nvPr>
            <p:ph type="pic" sz="quarter" idx="15"/>
          </p:nvPr>
        </p:nvSpPr>
        <p:spPr>
          <a:xfrm>
            <a:off x="6641453" y="4563522"/>
            <a:ext cx="2172739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9"/>
          <p:cNvSpPr>
            <a:spLocks noGrp="1" noChangeAspect="1"/>
          </p:cNvSpPr>
          <p:nvPr>
            <p:ph type="pic" sz="quarter" idx="19"/>
          </p:nvPr>
        </p:nvSpPr>
        <p:spPr>
          <a:xfrm>
            <a:off x="6641453" y="1371600"/>
            <a:ext cx="2172739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8" name="Picture Placeholder 9"/>
          <p:cNvSpPr>
            <a:spLocks noGrp="1" noChangeAspect="1"/>
          </p:cNvSpPr>
          <p:nvPr>
            <p:ph type="pic" sz="quarter" idx="20"/>
          </p:nvPr>
        </p:nvSpPr>
        <p:spPr>
          <a:xfrm>
            <a:off x="6641453" y="2967561"/>
            <a:ext cx="2172739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9" name="Picture Placeholder 9"/>
          <p:cNvSpPr>
            <a:spLocks noGrp="1" noChangeAspect="1"/>
          </p:cNvSpPr>
          <p:nvPr>
            <p:ph type="pic" sz="quarter" idx="21"/>
          </p:nvPr>
        </p:nvSpPr>
        <p:spPr>
          <a:xfrm>
            <a:off x="6641453" y="4563522"/>
            <a:ext cx="2172739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Content Placeholder 5"/>
          <p:cNvSpPr>
            <a:spLocks noGrp="1"/>
          </p:cNvSpPr>
          <p:nvPr>
            <p:ph sz="quarter" idx="22"/>
          </p:nvPr>
        </p:nvSpPr>
        <p:spPr>
          <a:xfrm>
            <a:off x="457200" y="1371603"/>
            <a:ext cx="5907116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9930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9"/>
          <p:cNvSpPr>
            <a:spLocks noGrp="1" noChangeAspect="1"/>
          </p:cNvSpPr>
          <p:nvPr>
            <p:ph type="pic" sz="quarter" idx="13"/>
          </p:nvPr>
        </p:nvSpPr>
        <p:spPr>
          <a:xfrm>
            <a:off x="6641453" y="1371600"/>
            <a:ext cx="2172739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7" name="Picture Placeholder 9"/>
          <p:cNvSpPr>
            <a:spLocks noGrp="1" noChangeAspect="1"/>
          </p:cNvSpPr>
          <p:nvPr>
            <p:ph type="pic" sz="quarter" idx="14"/>
          </p:nvPr>
        </p:nvSpPr>
        <p:spPr>
          <a:xfrm>
            <a:off x="6641453" y="2967561"/>
            <a:ext cx="2172739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8" name="Picture Placeholder 9"/>
          <p:cNvSpPr>
            <a:spLocks noGrp="1" noChangeAspect="1"/>
          </p:cNvSpPr>
          <p:nvPr>
            <p:ph type="pic" sz="quarter" idx="15"/>
          </p:nvPr>
        </p:nvSpPr>
        <p:spPr>
          <a:xfrm>
            <a:off x="6641453" y="4563522"/>
            <a:ext cx="2172739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9" name="Content Placeholder 5"/>
          <p:cNvSpPr>
            <a:spLocks noGrp="1"/>
          </p:cNvSpPr>
          <p:nvPr>
            <p:ph sz="quarter" idx="20"/>
          </p:nvPr>
        </p:nvSpPr>
        <p:spPr>
          <a:xfrm>
            <a:off x="457200" y="1371603"/>
            <a:ext cx="5907116" cy="12741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2020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457200" y="275840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18"/>
          </p:nvPr>
        </p:nvSpPr>
        <p:spPr>
          <a:xfrm>
            <a:off x="3598467" y="275840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607611" y="1371600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0"/>
          </p:nvPr>
        </p:nvSpPr>
        <p:spPr>
          <a:xfrm>
            <a:off x="6758021" y="275840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758021" y="1371600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22"/>
          </p:nvPr>
        </p:nvSpPr>
        <p:spPr>
          <a:xfrm>
            <a:off x="457200" y="438226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457200" y="2981524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3598467" y="438226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3607611" y="2981524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idx="32"/>
          </p:nvPr>
        </p:nvSpPr>
        <p:spPr>
          <a:xfrm>
            <a:off x="3598467" y="5990480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Content Placeholder 2"/>
          <p:cNvSpPr>
            <a:spLocks noGrp="1"/>
          </p:cNvSpPr>
          <p:nvPr>
            <p:ph idx="34"/>
          </p:nvPr>
        </p:nvSpPr>
        <p:spPr>
          <a:xfrm>
            <a:off x="6758021" y="438226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6758021" y="2981524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2" name="Content Placeholder 2"/>
          <p:cNvSpPr>
            <a:spLocks noGrp="1"/>
          </p:cNvSpPr>
          <p:nvPr>
            <p:ph idx="36"/>
          </p:nvPr>
        </p:nvSpPr>
        <p:spPr>
          <a:xfrm>
            <a:off x="6758021" y="5990480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Content Placeholder 2"/>
          <p:cNvSpPr>
            <a:spLocks noGrp="1"/>
          </p:cNvSpPr>
          <p:nvPr>
            <p:ph idx="28"/>
          </p:nvPr>
        </p:nvSpPr>
        <p:spPr>
          <a:xfrm>
            <a:off x="457200" y="5990480"/>
            <a:ext cx="2075688" cy="124650"/>
          </a:xfrm>
        </p:spPr>
        <p:txBody>
          <a:bodyPr>
            <a:noAutofit/>
          </a:bodyPr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457200" y="4591447"/>
            <a:ext cx="2066544" cy="13716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0" name="Picture Placeholder 7"/>
          <p:cNvSpPr>
            <a:spLocks noGrp="1"/>
          </p:cNvSpPr>
          <p:nvPr>
            <p:ph type="pic" sz="quarter" idx="42"/>
          </p:nvPr>
        </p:nvSpPr>
        <p:spPr>
          <a:xfrm>
            <a:off x="3607611" y="4591447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1" name="Picture Placeholder 7"/>
          <p:cNvSpPr>
            <a:spLocks noGrp="1"/>
          </p:cNvSpPr>
          <p:nvPr>
            <p:ph type="pic" sz="quarter" idx="43"/>
          </p:nvPr>
        </p:nvSpPr>
        <p:spPr>
          <a:xfrm>
            <a:off x="6758021" y="4591447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3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892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57200" y="275840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8" name="Content Placeholder 2"/>
          <p:cNvSpPr>
            <a:spLocks noGrp="1"/>
          </p:cNvSpPr>
          <p:nvPr>
            <p:ph idx="18"/>
          </p:nvPr>
        </p:nvSpPr>
        <p:spPr>
          <a:xfrm>
            <a:off x="3598467" y="275840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607611" y="1371600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0" name="Content Placeholder 2"/>
          <p:cNvSpPr>
            <a:spLocks noGrp="1"/>
          </p:cNvSpPr>
          <p:nvPr>
            <p:ph idx="20"/>
          </p:nvPr>
        </p:nvSpPr>
        <p:spPr>
          <a:xfrm>
            <a:off x="6758021" y="275840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758021" y="1371600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8" name="Content Placeholder 2"/>
          <p:cNvSpPr>
            <a:spLocks noGrp="1"/>
          </p:cNvSpPr>
          <p:nvPr>
            <p:ph idx="22"/>
          </p:nvPr>
        </p:nvSpPr>
        <p:spPr>
          <a:xfrm>
            <a:off x="457200" y="438226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457200" y="2981524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0" name="Content Placeholder 2"/>
          <p:cNvSpPr>
            <a:spLocks noGrp="1"/>
          </p:cNvSpPr>
          <p:nvPr>
            <p:ph idx="30"/>
          </p:nvPr>
        </p:nvSpPr>
        <p:spPr>
          <a:xfrm>
            <a:off x="3598467" y="438226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3607611" y="2981524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4" name="Content Placeholder 2"/>
          <p:cNvSpPr>
            <a:spLocks noGrp="1"/>
          </p:cNvSpPr>
          <p:nvPr>
            <p:ph idx="32"/>
          </p:nvPr>
        </p:nvSpPr>
        <p:spPr>
          <a:xfrm>
            <a:off x="3598467" y="5990480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Content Placeholder 2"/>
          <p:cNvSpPr>
            <a:spLocks noGrp="1"/>
          </p:cNvSpPr>
          <p:nvPr>
            <p:ph idx="34"/>
          </p:nvPr>
        </p:nvSpPr>
        <p:spPr>
          <a:xfrm>
            <a:off x="6758021" y="438226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6758021" y="2981524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5" name="Content Placeholder 2"/>
          <p:cNvSpPr>
            <a:spLocks noGrp="1"/>
          </p:cNvSpPr>
          <p:nvPr>
            <p:ph idx="36"/>
          </p:nvPr>
        </p:nvSpPr>
        <p:spPr>
          <a:xfrm>
            <a:off x="6758021" y="5990480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Content Placeholder 2"/>
          <p:cNvSpPr>
            <a:spLocks noGrp="1"/>
          </p:cNvSpPr>
          <p:nvPr>
            <p:ph idx="28"/>
          </p:nvPr>
        </p:nvSpPr>
        <p:spPr>
          <a:xfrm>
            <a:off x="457200" y="5990480"/>
            <a:ext cx="2075688" cy="124650"/>
          </a:xfrm>
        </p:spPr>
        <p:txBody>
          <a:bodyPr>
            <a:noAutofit/>
          </a:bodyPr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457200" y="4591447"/>
            <a:ext cx="2066544" cy="13716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8" name="Picture Placeholder 7"/>
          <p:cNvSpPr>
            <a:spLocks noGrp="1"/>
          </p:cNvSpPr>
          <p:nvPr>
            <p:ph type="pic" sz="quarter" idx="42"/>
          </p:nvPr>
        </p:nvSpPr>
        <p:spPr>
          <a:xfrm>
            <a:off x="3607611" y="4591447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9" name="Picture Placeholder 7"/>
          <p:cNvSpPr>
            <a:spLocks noGrp="1"/>
          </p:cNvSpPr>
          <p:nvPr>
            <p:ph type="pic" sz="quarter" idx="43"/>
          </p:nvPr>
        </p:nvSpPr>
        <p:spPr>
          <a:xfrm>
            <a:off x="6758021" y="4591447"/>
            <a:ext cx="2066544" cy="1371600"/>
          </a:xfrm>
          <a:solidFill>
            <a:srgbClr val="97C5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727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457200" y="279292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8"/>
          </p:nvPr>
        </p:nvSpPr>
        <p:spPr>
          <a:xfrm>
            <a:off x="3605612" y="279292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614756" y="1371600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6" name="Content Placeholder 2"/>
          <p:cNvSpPr>
            <a:spLocks noGrp="1"/>
          </p:cNvSpPr>
          <p:nvPr>
            <p:ph idx="20"/>
          </p:nvPr>
        </p:nvSpPr>
        <p:spPr>
          <a:xfrm>
            <a:off x="6763168" y="279292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772312" y="1371600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8" name="Content Placeholder 2"/>
          <p:cNvSpPr>
            <a:spLocks noGrp="1"/>
          </p:cNvSpPr>
          <p:nvPr>
            <p:ph idx="22"/>
          </p:nvPr>
        </p:nvSpPr>
        <p:spPr>
          <a:xfrm>
            <a:off x="457200" y="4812985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457200" y="3359088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0" name="Content Placeholder 2"/>
          <p:cNvSpPr>
            <a:spLocks noGrp="1"/>
          </p:cNvSpPr>
          <p:nvPr>
            <p:ph idx="30"/>
          </p:nvPr>
        </p:nvSpPr>
        <p:spPr>
          <a:xfrm>
            <a:off x="3605612" y="4812985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3614756" y="3359088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8" name="Content Placeholder 2"/>
          <p:cNvSpPr>
            <a:spLocks noGrp="1"/>
          </p:cNvSpPr>
          <p:nvPr>
            <p:ph idx="34"/>
          </p:nvPr>
        </p:nvSpPr>
        <p:spPr>
          <a:xfrm>
            <a:off x="6763168" y="4812985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6772312" y="3359088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9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457200" y="279292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idx="18"/>
          </p:nvPr>
        </p:nvSpPr>
        <p:spPr>
          <a:xfrm>
            <a:off x="3605612" y="279292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614756" y="1371600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20"/>
          </p:nvPr>
        </p:nvSpPr>
        <p:spPr>
          <a:xfrm>
            <a:off x="6763168" y="2792923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772312" y="1371600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22"/>
          </p:nvPr>
        </p:nvSpPr>
        <p:spPr>
          <a:xfrm>
            <a:off x="457200" y="4812985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457200" y="3359088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1" name="Content Placeholder 2"/>
          <p:cNvSpPr>
            <a:spLocks noGrp="1"/>
          </p:cNvSpPr>
          <p:nvPr>
            <p:ph idx="30"/>
          </p:nvPr>
        </p:nvSpPr>
        <p:spPr>
          <a:xfrm>
            <a:off x="3605612" y="4812985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3614756" y="3359088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3" name="Content Placeholder 2"/>
          <p:cNvSpPr>
            <a:spLocks noGrp="1"/>
          </p:cNvSpPr>
          <p:nvPr>
            <p:ph idx="34"/>
          </p:nvPr>
        </p:nvSpPr>
        <p:spPr>
          <a:xfrm>
            <a:off x="6763168" y="4812985"/>
            <a:ext cx="2075688" cy="124650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6772312" y="3359088"/>
            <a:ext cx="2066544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69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ottom Content with 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80560"/>
            <a:ext cx="8229600" cy="1311128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4115872" cy="29260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4681727" y="1371600"/>
            <a:ext cx="4115872" cy="29260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80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ottom Content with two image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485556" cy="332399"/>
          </a:xfrm>
        </p:spPr>
        <p:txBody>
          <a:bodyPr tIns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822963"/>
            <a:ext cx="8485556" cy="323165"/>
          </a:xfrm>
        </p:spPr>
        <p:txBody>
          <a:bodyPr tIns="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457200" y="6159484"/>
            <a:ext cx="837590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4480560"/>
            <a:ext cx="8229600" cy="1311128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4115872" cy="29260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4681727" y="1371600"/>
            <a:ext cx="4115872" cy="29260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84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00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2849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342989" y="6658303"/>
            <a:ext cx="2065337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65" eaLnBrk="0" hangingPunct="0"/>
            <a:r>
              <a:rPr lang="en-US" sz="600" dirty="0">
                <a:solidFill>
                  <a:schemeClr val="bg1">
                    <a:lumMod val="50000"/>
                  </a:schemeClr>
                </a:solidFill>
              </a:rPr>
              <a:t>Copyright © 2019 Boeing.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342989" y="6658303"/>
            <a:ext cx="2065337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65" eaLnBrk="0" hangingPunct="0"/>
            <a:r>
              <a:rPr lang="en-US" sz="600" dirty="0">
                <a:solidFill>
                  <a:schemeClr val="bg1">
                    <a:lumMod val="50000"/>
                  </a:schemeClr>
                </a:solidFill>
              </a:rPr>
              <a:t>Copyright © 2019 Boeing. All rights reserved.</a:t>
            </a:r>
          </a:p>
        </p:txBody>
      </p:sp>
      <p:pic>
        <p:nvPicPr>
          <p:cNvPr id="4" name="Picture 5" descr="Boeing_RGBblue_largePPT"/>
          <p:cNvPicPr preferRelativeResize="0"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2975788" y="26352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1534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with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pic>
        <p:nvPicPr>
          <p:cNvPr id="5" name="Picture 5" descr="Boeing_RGBblue_largePPT"/>
          <p:cNvPicPr preferRelativeResize="0"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2950388" y="2990850"/>
            <a:ext cx="3193785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233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4413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4461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oeing 12 column grid" hidden="1"/>
          <p:cNvGrpSpPr/>
          <p:nvPr userDrawn="1"/>
        </p:nvGrpSpPr>
        <p:grpSpPr>
          <a:xfrm>
            <a:off x="8683" y="0"/>
            <a:ext cx="9146382" cy="6858000"/>
            <a:chOff x="0" y="0"/>
            <a:chExt cx="12192000" cy="6858000"/>
          </a:xfrm>
        </p:grpSpPr>
        <p:grpSp>
          <p:nvGrpSpPr>
            <p:cNvPr id="13" name="Group 12"/>
            <p:cNvGrpSpPr/>
            <p:nvPr userDrawn="1"/>
          </p:nvGrpSpPr>
          <p:grpSpPr>
            <a:xfrm>
              <a:off x="0" y="0"/>
              <a:ext cx="12188825" cy="6858000"/>
              <a:chOff x="0" y="0"/>
              <a:chExt cx="12188825" cy="6858000"/>
            </a:xfrm>
          </p:grpSpPr>
          <p:grpSp>
            <p:nvGrpSpPr>
              <p:cNvPr id="15" name="Boeing 12 column grid"/>
              <p:cNvGrpSpPr/>
              <p:nvPr userDrawn="1"/>
            </p:nvGrpSpPr>
            <p:grpSpPr>
              <a:xfrm>
                <a:off x="0" y="461727"/>
                <a:ext cx="12188825" cy="5957180"/>
                <a:chOff x="129803" y="456356"/>
                <a:chExt cx="8890818" cy="5958732"/>
              </a:xfrm>
            </p:grpSpPr>
            <p:cxnSp>
              <p:nvCxnSpPr>
                <p:cNvPr id="20" name="Straight Connector 19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2" name="Straight Connector 21"/>
                <p:cNvCxnSpPr/>
                <p:nvPr userDrawn="1"/>
              </p:nvCxnSpPr>
              <p:spPr>
                <a:xfrm>
                  <a:off x="464396" y="2136995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>
                  <a:off x="464396" y="2432456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>
                  <a:off x="459993" y="3288274"/>
                  <a:ext cx="8223097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66598" y="3583735"/>
                  <a:ext cx="821649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64396" y="4424269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462195" y="4719730"/>
                  <a:ext cx="8220896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0" name="Rectangle 29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129803" y="2284726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463550" y="3432679"/>
                  <a:ext cx="8223250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129803" y="4572000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5" name="Straight Connector 34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36" name="Group 35"/>
                <p:cNvGrpSpPr/>
                <p:nvPr userDrawn="1"/>
              </p:nvGrpSpPr>
              <p:grpSpPr>
                <a:xfrm>
                  <a:off x="1043681" y="457200"/>
                  <a:ext cx="7060730" cy="5957888"/>
                  <a:chOff x="1043681" y="0"/>
                  <a:chExt cx="7060730" cy="6858000"/>
                </a:xfrm>
              </p:grpSpPr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8" name="Straight Connector 20"/>
                  <p:cNvCxnSpPr/>
                  <p:nvPr/>
                </p:nvCxnSpPr>
                <p:spPr>
                  <a:xfrm>
                    <a:off x="104368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9" name="Straight Connector 15"/>
                  <p:cNvCxnSpPr/>
                  <p:nvPr/>
                </p:nvCxnSpPr>
                <p:spPr>
                  <a:xfrm>
                    <a:off x="11584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174150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41"/>
                  <p:cNvCxnSpPr/>
                  <p:nvPr/>
                </p:nvCxnSpPr>
                <p:spPr>
                  <a:xfrm>
                    <a:off x="243709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/>
                  <p:cNvCxnSpPr/>
                  <p:nvPr/>
                </p:nvCxnSpPr>
                <p:spPr>
                  <a:xfrm>
                    <a:off x="532550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43"/>
                  <p:cNvCxnSpPr/>
                  <p:nvPr/>
                </p:nvCxnSpPr>
                <p:spPr>
                  <a:xfrm>
                    <a:off x="25473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 userDrawn="1"/>
                </p:nvCxnSpPr>
                <p:spPr>
                  <a:xfrm>
                    <a:off x="31288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 userDrawn="1"/>
                </p:nvCxnSpPr>
                <p:spPr>
                  <a:xfrm>
                    <a:off x="324337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 userDrawn="1"/>
                </p:nvCxnSpPr>
                <p:spPr>
                  <a:xfrm>
                    <a:off x="382641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 userDrawn="1"/>
                </p:nvCxnSpPr>
                <p:spPr>
                  <a:xfrm>
                    <a:off x="39374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 userDrawn="1"/>
                </p:nvCxnSpPr>
                <p:spPr>
                  <a:xfrm>
                    <a:off x="452230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462823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52137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810441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590715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601976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660501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6713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7" name="Straight Connector 56"/>
                  <p:cNvCxnSpPr/>
                  <p:nvPr userDrawn="1"/>
                </p:nvCxnSpPr>
                <p:spPr>
                  <a:xfrm>
                    <a:off x="729868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8" name="Straight Connector 57"/>
                  <p:cNvCxnSpPr/>
                  <p:nvPr userDrawn="1"/>
                </p:nvCxnSpPr>
                <p:spPr>
                  <a:xfrm>
                    <a:off x="740902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9" name="Straight Connector 58"/>
                  <p:cNvCxnSpPr/>
                  <p:nvPr userDrawn="1"/>
                </p:nvCxnSpPr>
                <p:spPr>
                  <a:xfrm>
                    <a:off x="799017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16" name="Group 41"/>
              <p:cNvGrpSpPr/>
              <p:nvPr userDrawn="1"/>
            </p:nvGrpSpPr>
            <p:grpSpPr>
              <a:xfrm>
                <a:off x="7002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17" name="Straight Connector 16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" name="Straight Connector 13"/>
            <p:cNvCxnSpPr/>
            <p:nvPr userDrawn="1"/>
          </p:nvCxnSpPr>
          <p:spPr>
            <a:xfrm flipH="1">
              <a:off x="9599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8737"/>
            <a:ext cx="8484181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485556" cy="2803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27777" y="6532563"/>
            <a:ext cx="1782762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600">
                <a:solidFill>
                  <a:schemeClr val="bg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sz="1000" dirty="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72" name="Rectangle 2"/>
          <p:cNvSpPr>
            <a:spLocks noChangeArrowheads="1"/>
          </p:cNvSpPr>
          <p:nvPr userDrawn="1"/>
        </p:nvSpPr>
        <p:spPr bwMode="auto">
          <a:xfrm>
            <a:off x="0" y="-9144"/>
            <a:ext cx="9144000" cy="28346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457200" y="3493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Engineering, Test &amp; Technology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534916" y="6481398"/>
            <a:ext cx="40756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BOEING PROPRIETARY- Competition Sensitive Information</a:t>
            </a:r>
          </a:p>
          <a:p>
            <a:pPr algn="ctr"/>
            <a:r>
              <a:rPr lang="en-US" sz="1000" b="0" kern="1200" dirty="0">
                <a:solidFill>
                  <a:srgbClr val="898989"/>
                </a:solidFill>
                <a:latin typeface="Arial" charset="0"/>
                <a:ea typeface="+mn-ea"/>
                <a:cs typeface="+mn-cs"/>
              </a:rPr>
              <a:t>Release or Disclose only to Authorized Boeing Employees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316010" y="6542779"/>
            <a:ext cx="224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schemeClr val="bg1">
                    <a:lumMod val="50000"/>
                  </a:schemeClr>
                </a:solidFill>
                <a:effectLst/>
              </a:rPr>
              <a:t>Copyright © 2020 </a:t>
            </a:r>
            <a:r>
              <a:rPr lang="en-US" sz="600" kern="1200" dirty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+mn-ea"/>
                <a:cs typeface="+mn-cs"/>
              </a:rPr>
              <a:t>Boeing</a:t>
            </a:r>
            <a:r>
              <a:rPr lang="en-US" sz="600" dirty="0">
                <a:solidFill>
                  <a:schemeClr val="bg1">
                    <a:lumMod val="50000"/>
                  </a:schemeClr>
                </a:solidFill>
                <a:effectLst/>
              </a:rPr>
              <a:t>. All rights reserved.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550" y="-47942"/>
            <a:ext cx="1852085" cy="371083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261257" y="888273"/>
            <a:ext cx="865632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688" r:id="rId2"/>
    <p:sldLayoutId id="2147483690" r:id="rId3"/>
    <p:sldLayoutId id="2147483691" r:id="rId4"/>
    <p:sldLayoutId id="2147483733" r:id="rId5"/>
    <p:sldLayoutId id="2147483692" r:id="rId6"/>
    <p:sldLayoutId id="2147483731" r:id="rId7"/>
    <p:sldLayoutId id="2147483698" r:id="rId8"/>
    <p:sldLayoutId id="2147483734" r:id="rId9"/>
    <p:sldLayoutId id="2147483694" r:id="rId10"/>
    <p:sldLayoutId id="2147483699" r:id="rId11"/>
    <p:sldLayoutId id="2147483700" r:id="rId12"/>
    <p:sldLayoutId id="2147483701" r:id="rId13"/>
    <p:sldLayoutId id="2147483693" r:id="rId14"/>
    <p:sldLayoutId id="2147483702" r:id="rId15"/>
    <p:sldLayoutId id="2147483726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729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36" r:id="rId40"/>
    <p:sldLayoutId id="2147483695" r:id="rId41"/>
    <p:sldLayoutId id="2147483737" r:id="rId42"/>
    <p:sldLayoutId id="2147483703" r:id="rId43"/>
    <p:sldLayoutId id="2147483853" r:id="rId44"/>
    <p:sldLayoutId id="2147483876" r:id="rId4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defTabSz="102079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399" b="0" i="0" u="none">
          <a:solidFill>
            <a:srgbClr val="0039A6"/>
          </a:solidFill>
          <a:latin typeface="+mj-lt"/>
          <a:ea typeface="+mj-ea"/>
          <a:cs typeface="+mj-cs"/>
        </a:defRPr>
      </a:lvl1pPr>
      <a:lvl2pPr algn="l" defTabSz="102079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1" b="1">
          <a:solidFill>
            <a:schemeClr val="bg1"/>
          </a:solidFill>
          <a:latin typeface="Arial" charset="0"/>
        </a:defRPr>
      </a:lvl2pPr>
      <a:lvl3pPr algn="l" defTabSz="102079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1" b="1">
          <a:solidFill>
            <a:schemeClr val="bg1"/>
          </a:solidFill>
          <a:latin typeface="Arial" charset="0"/>
        </a:defRPr>
      </a:lvl3pPr>
      <a:lvl4pPr algn="l" defTabSz="102079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1" b="1">
          <a:solidFill>
            <a:schemeClr val="bg1"/>
          </a:solidFill>
          <a:latin typeface="Arial" charset="0"/>
        </a:defRPr>
      </a:lvl4pPr>
      <a:lvl5pPr algn="l" defTabSz="102079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1" b="1">
          <a:solidFill>
            <a:schemeClr val="bg1"/>
          </a:solidFill>
          <a:latin typeface="Arial" charset="0"/>
        </a:defRPr>
      </a:lvl5pPr>
      <a:lvl6pPr marL="457215" algn="l" defTabSz="102079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1" b="1">
          <a:solidFill>
            <a:schemeClr val="bg1"/>
          </a:solidFill>
          <a:latin typeface="Arial" charset="0"/>
        </a:defRPr>
      </a:lvl6pPr>
      <a:lvl7pPr marL="914430" algn="l" defTabSz="102079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1" b="1">
          <a:solidFill>
            <a:schemeClr val="bg1"/>
          </a:solidFill>
          <a:latin typeface="Arial" charset="0"/>
        </a:defRPr>
      </a:lvl7pPr>
      <a:lvl8pPr marL="1371645" algn="l" defTabSz="102079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1" b="1">
          <a:solidFill>
            <a:schemeClr val="bg1"/>
          </a:solidFill>
          <a:latin typeface="Arial" charset="0"/>
        </a:defRPr>
      </a:lvl8pPr>
      <a:lvl9pPr marL="1828861" algn="l" defTabSz="102079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1" b="1">
          <a:solidFill>
            <a:schemeClr val="bg1"/>
          </a:solidFill>
          <a:latin typeface="Arial" charset="0"/>
        </a:defRPr>
      </a:lvl9pPr>
    </p:titleStyle>
    <p:bodyStyle>
      <a:lvl1pPr marL="0" indent="0" algn="l" defTabSz="820765" rtl="0" eaLnBrk="1" fontAlgn="base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Symbol" panose="05050102010706020507" pitchFamily="18" charset="2"/>
        <a:buNone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182888" indent="-182888" algn="l" defTabSz="820765" rtl="0" eaLnBrk="1" fontAlgn="base" hangingPunct="1">
        <a:lnSpc>
          <a:spcPct val="90000"/>
        </a:lnSpc>
        <a:spcBef>
          <a:spcPts val="0"/>
        </a:spcBef>
        <a:spcAft>
          <a:spcPts val="600"/>
        </a:spcAft>
        <a:buClr>
          <a:srgbClr val="0039A6"/>
        </a:buClr>
        <a:buFontTx/>
        <a:buBlip>
          <a:blip r:embed="rId48"/>
        </a:buBlip>
        <a:defRPr sz="2000">
          <a:solidFill>
            <a:schemeClr val="tx1"/>
          </a:solidFill>
          <a:latin typeface="+mn-lt"/>
        </a:defRPr>
      </a:lvl2pPr>
      <a:lvl3pPr marL="365773" indent="-184157" algn="l" defTabSz="820765" rtl="0" eaLnBrk="1" fontAlgn="base" hangingPunct="1">
        <a:lnSpc>
          <a:spcPct val="90000"/>
        </a:lnSpc>
        <a:spcBef>
          <a:spcPts val="0"/>
        </a:spcBef>
        <a:spcAft>
          <a:spcPts val="600"/>
        </a:spcAft>
        <a:buClr>
          <a:srgbClr val="0039A6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3pPr>
      <a:lvl4pPr marL="548657" indent="-182888" algn="l" defTabSz="820765" rtl="0" eaLnBrk="1" fontAlgn="base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957295" indent="-163518" algn="l" defTabSz="820765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>
              <a:lumMod val="75000"/>
              <a:lumOff val="25000"/>
            </a:schemeClr>
          </a:solidFill>
          <a:latin typeface="+mn-lt"/>
        </a:defRPr>
      </a:lvl5pPr>
      <a:lvl6pPr marL="1414509" indent="-163518" algn="l" defTabSz="820765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727" indent="-163518" algn="l" defTabSz="820765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940" indent="-163518" algn="l" defTabSz="820765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155" indent="-163518" algn="l" defTabSz="820765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5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0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5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1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6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91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6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21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pos="55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Brian Morman – Wash U EMBA Program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461226" y="2121061"/>
            <a:ext cx="2307141" cy="332399"/>
          </a:xfrm>
          <a:prstGeom prst="rect">
            <a:avLst/>
          </a:prstGeom>
        </p:spPr>
        <p:txBody>
          <a:bodyPr/>
          <a:lstStyle>
            <a:lvl1pPr marL="169863" indent="-16986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6238" indent="-204788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2pPr>
            <a:lvl3pPr marL="627063" indent="-185738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/>
                </a:solidFill>
                <a:latin typeface="+mn-lt"/>
              </a:defRPr>
            </a:lvl3pPr>
            <a:lvl4pPr marL="7921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9572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4144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None/>
            </a:pPr>
            <a:r>
              <a:rPr lang="en-US" sz="1800" dirty="0"/>
              <a:t>Financial Snapshot</a:t>
            </a:r>
          </a:p>
          <a:p>
            <a:pPr marL="0" indent="0">
              <a:buNone/>
            </a:pPr>
            <a:endParaRPr lang="en-US" sz="1200" b="0" dirty="0"/>
          </a:p>
        </p:txBody>
      </p:sp>
      <p:sp>
        <p:nvSpPr>
          <p:cNvPr id="43" name="Content Placeholder 5"/>
          <p:cNvSpPr txBox="1">
            <a:spLocks/>
          </p:cNvSpPr>
          <p:nvPr/>
        </p:nvSpPr>
        <p:spPr>
          <a:xfrm>
            <a:off x="52022" y="4736939"/>
            <a:ext cx="4499474" cy="2060265"/>
          </a:xfrm>
          <a:prstGeom prst="rect">
            <a:avLst/>
          </a:prstGeom>
        </p:spPr>
        <p:txBody>
          <a:bodyPr/>
          <a:lstStyle>
            <a:lvl1pPr marL="169863" indent="-16986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6238" indent="-204788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2pPr>
            <a:lvl3pPr marL="627063" indent="-185738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/>
                </a:solidFill>
                <a:latin typeface="+mn-lt"/>
              </a:defRPr>
            </a:lvl3pPr>
            <a:lvl4pPr marL="7921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9572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4144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171450" lvl="1" indent="-171450"/>
            <a:endParaRPr lang="en-US" sz="1100" dirty="0">
              <a:latin typeface="Arial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DD7A9D-95B1-5646-CEB9-EDAB5464B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0766"/>
              </p:ext>
            </p:extLst>
          </p:nvPr>
        </p:nvGraphicFramePr>
        <p:xfrm>
          <a:off x="252327" y="2596520"/>
          <a:ext cx="2937101" cy="2093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2739">
                  <a:extLst>
                    <a:ext uri="{9D8B030D-6E8A-4147-A177-3AD203B41FA5}">
                      <a16:colId xmlns:a16="http://schemas.microsoft.com/office/drawing/2014/main" val="2982561126"/>
                    </a:ext>
                  </a:extLst>
                </a:gridCol>
                <a:gridCol w="1064362">
                  <a:extLst>
                    <a:ext uri="{9D8B030D-6E8A-4147-A177-3AD203B41FA5}">
                      <a16:colId xmlns:a16="http://schemas.microsoft.com/office/drawing/2014/main" val="3431113054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Tuition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$131,220.00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9207982"/>
                  </a:ext>
                </a:extLst>
              </a:tr>
              <a:tr h="24838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Program Fees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$15,080.00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06953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marR="0" lvl="0" indent="0" algn="l" defTabSz="9144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EMBA Cost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$146,300.00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782538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Scholarship Awarded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$50,000.00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5859030"/>
                  </a:ext>
                </a:extLst>
              </a:tr>
              <a:tr h="24838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LTP  Funds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$75,000.00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0084939"/>
                  </a:ext>
                </a:extLst>
              </a:tr>
              <a:tr h="24838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Remaining Cost Gap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$21,300.00*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52629354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CDE96B59-4062-C0C6-630C-78E0700D7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698" y="341169"/>
            <a:ext cx="973507" cy="97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554B79-BDA9-2D5D-25A3-E3866214A923}"/>
              </a:ext>
            </a:extLst>
          </p:cNvPr>
          <p:cNvSpPr txBox="1"/>
          <p:nvPr/>
        </p:nvSpPr>
        <p:spPr>
          <a:xfrm>
            <a:off x="6340016" y="6336678"/>
            <a:ext cx="2029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*Excluding flight fees</a:t>
            </a:r>
          </a:p>
          <a:p>
            <a:r>
              <a:rPr lang="en-US" sz="1200" dirty="0"/>
              <a:t> associated with residency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F56046-D095-3270-2FF1-79314ED794E6}"/>
              </a:ext>
            </a:extLst>
          </p:cNvPr>
          <p:cNvSpPr txBox="1"/>
          <p:nvPr/>
        </p:nvSpPr>
        <p:spPr>
          <a:xfrm>
            <a:off x="3539496" y="1982450"/>
            <a:ext cx="535217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1400" b="1" dirty="0">
                <a:latin typeface="+mn-lt"/>
              </a:rPr>
              <a:t>I bring: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Propensity for building human connections.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Intellectual diversity from another large Enterprise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A growth mindset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A proven reputation for high potential</a:t>
            </a:r>
          </a:p>
          <a:p>
            <a:r>
              <a:rPr lang="en-US" sz="1400" b="1" dirty="0">
                <a:latin typeface="+mn-lt"/>
              </a:rPr>
              <a:t>EMBA will enable: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Formal training to employ these leadership qualities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A common language to my diverse Industrial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Financial acumen to identify value streams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</a:rPr>
              <a:t>Perspectives from other leaders to bring best practices to </a:t>
            </a:r>
            <a:r>
              <a:rPr lang="en-US" sz="1400" b="1" dirty="0" err="1">
                <a:latin typeface="+mn-lt"/>
              </a:rPr>
              <a:t>AvionX</a:t>
            </a:r>
            <a:endParaRPr lang="en-US" sz="1400" b="1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+mn-lt"/>
            </a:endParaRPr>
          </a:p>
          <a:p>
            <a:r>
              <a:rPr lang="en-US" sz="1400" b="1" dirty="0">
                <a:latin typeface="+mn-lt"/>
              </a:rPr>
              <a:t>EMBA will allow me to maximize the value I can offer </a:t>
            </a:r>
            <a:r>
              <a:rPr lang="en-US" sz="1400" b="1" dirty="0" err="1">
                <a:latin typeface="+mn-lt"/>
              </a:rPr>
              <a:t>AvionX</a:t>
            </a:r>
            <a:r>
              <a:rPr lang="en-US" sz="1400" b="1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2897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C9BF92-794E-AFB0-E435-47CD5F4912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/>
              <a:t>| </a:t>
            </a:r>
            <a:fld id="{689318A1-174D-4DEE-8106-03A37B9BCF15}" type="slidenum">
              <a:rPr lang="en-US" sz="1000" smtClean="0"/>
              <a:pPr/>
              <a:t>2</a:t>
            </a:fld>
            <a:endParaRPr lang="en-US" sz="1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8919AD-ED33-B0FA-0DCD-7E123E564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137599"/>
              </p:ext>
            </p:extLst>
          </p:nvPr>
        </p:nvGraphicFramePr>
        <p:xfrm>
          <a:off x="542129" y="1843060"/>
          <a:ext cx="3817401" cy="33228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3703">
                  <a:extLst>
                    <a:ext uri="{9D8B030D-6E8A-4147-A177-3AD203B41FA5}">
                      <a16:colId xmlns:a16="http://schemas.microsoft.com/office/drawing/2014/main" val="2380990874"/>
                    </a:ext>
                  </a:extLst>
                </a:gridCol>
                <a:gridCol w="703403">
                  <a:extLst>
                    <a:ext uri="{9D8B030D-6E8A-4147-A177-3AD203B41FA5}">
                      <a16:colId xmlns:a16="http://schemas.microsoft.com/office/drawing/2014/main" val="4007615518"/>
                    </a:ext>
                  </a:extLst>
                </a:gridCol>
                <a:gridCol w="461723">
                  <a:extLst>
                    <a:ext uri="{9D8B030D-6E8A-4147-A177-3AD203B41FA5}">
                      <a16:colId xmlns:a16="http://schemas.microsoft.com/office/drawing/2014/main" val="1303435027"/>
                    </a:ext>
                  </a:extLst>
                </a:gridCol>
                <a:gridCol w="461723">
                  <a:extLst>
                    <a:ext uri="{9D8B030D-6E8A-4147-A177-3AD203B41FA5}">
                      <a16:colId xmlns:a16="http://schemas.microsoft.com/office/drawing/2014/main" val="1683534062"/>
                    </a:ext>
                  </a:extLst>
                </a:gridCol>
                <a:gridCol w="461723">
                  <a:extLst>
                    <a:ext uri="{9D8B030D-6E8A-4147-A177-3AD203B41FA5}">
                      <a16:colId xmlns:a16="http://schemas.microsoft.com/office/drawing/2014/main" val="924443692"/>
                    </a:ext>
                  </a:extLst>
                </a:gridCol>
                <a:gridCol w="703403">
                  <a:extLst>
                    <a:ext uri="{9D8B030D-6E8A-4147-A177-3AD203B41FA5}">
                      <a16:colId xmlns:a16="http://schemas.microsoft.com/office/drawing/2014/main" val="1011330867"/>
                    </a:ext>
                  </a:extLst>
                </a:gridCol>
                <a:gridCol w="461723">
                  <a:extLst>
                    <a:ext uri="{9D8B030D-6E8A-4147-A177-3AD203B41FA5}">
                      <a16:colId xmlns:a16="http://schemas.microsoft.com/office/drawing/2014/main" val="3770284299"/>
                    </a:ext>
                  </a:extLst>
                </a:gridCol>
              </a:tblGrid>
              <a:tr h="1442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Fall 24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Tuiton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26244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Fall 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Tuiton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26244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1983798797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Fees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3016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Fees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3016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1496490860"/>
                  </a:ext>
                </a:extLst>
              </a:tr>
              <a:tr h="261162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Scholarship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(4260)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Scholarship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(12200)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986124119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LTP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(25000)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LTP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1535711029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Balance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Balance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17060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83387300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1904670210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Spring 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Tuiton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26244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Spring 26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Tuiton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26244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627780300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Fees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3016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Fees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3016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101563294"/>
                  </a:ext>
                </a:extLst>
              </a:tr>
              <a:tr h="261162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Scholarship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(4260)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Scholarship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3620441130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LTP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(25000)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LTP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(25000)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3309575473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Balance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Balance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4260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22426701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1538886096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Summer 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Tuiton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26244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2218650187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Fees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3016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3039046525"/>
                  </a:ext>
                </a:extLst>
              </a:tr>
              <a:tr h="261162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Scholarship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(29260)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1064170555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LTP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3977696813"/>
                  </a:ext>
                </a:extLst>
              </a:tr>
              <a:tr h="14428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Balance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14" marR="7214" marT="7214" marB="0" anchor="b"/>
                </a:tc>
                <a:extLst>
                  <a:ext uri="{0D108BD9-81ED-4DB2-BD59-A6C34878D82A}">
                    <a16:rowId xmlns:a16="http://schemas.microsoft.com/office/drawing/2014/main" val="2415557445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AFB3F-6627-33B7-3CDB-DEF70BF1B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8788"/>
            <a:ext cx="8483600" cy="331787"/>
          </a:xfrm>
          <a:prstGeom prst="rect">
            <a:avLst/>
          </a:prstGeom>
        </p:spPr>
        <p:txBody>
          <a:bodyPr/>
          <a:lstStyle>
            <a:lvl1pPr marL="169863" indent="-16986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6238" indent="-204788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2pPr>
            <a:lvl3pPr marL="627063" indent="-185738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/>
                </a:solidFill>
                <a:latin typeface="+mn-lt"/>
              </a:defRPr>
            </a:lvl3pPr>
            <a:lvl4pPr marL="7921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9572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4144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dirty="0"/>
              <a:t>Semester Cost Breakdown</a:t>
            </a:r>
          </a:p>
          <a:p>
            <a:endParaRPr lang="en-US" sz="1100" b="0" dirty="0">
              <a:latin typeface="Arial" charset="0"/>
            </a:endParaRPr>
          </a:p>
          <a:p>
            <a:pPr marL="0" indent="0">
              <a:buNone/>
            </a:pPr>
            <a:endParaRPr lang="en-US" sz="1100" b="0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F294033-4495-220E-CB54-F1C5EE426367}"/>
              </a:ext>
            </a:extLst>
          </p:cNvPr>
          <p:cNvSpPr txBox="1">
            <a:spLocks/>
          </p:cNvSpPr>
          <p:nvPr/>
        </p:nvSpPr>
        <p:spPr>
          <a:xfrm>
            <a:off x="4574558" y="2474368"/>
            <a:ext cx="4235981" cy="2060265"/>
          </a:xfrm>
          <a:prstGeom prst="rect">
            <a:avLst/>
          </a:prstGeom>
        </p:spPr>
        <p:txBody>
          <a:bodyPr/>
          <a:lstStyle>
            <a:lvl1pPr marL="169863" indent="-16986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6238" indent="-204788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2pPr>
            <a:lvl3pPr marL="627063" indent="-185738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/>
                </a:solidFill>
                <a:latin typeface="+mn-lt"/>
              </a:defRPr>
            </a:lvl3pPr>
            <a:lvl4pPr marL="7921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9572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4144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800" dirty="0"/>
              <a:t>Course Topics: </a:t>
            </a:r>
          </a:p>
          <a:p>
            <a:pPr>
              <a:buFont typeface="Wingdings" pitchFamily="2" charset="2"/>
              <a:buNone/>
            </a:pPr>
            <a:r>
              <a:rPr lang="en-US" sz="1800" dirty="0"/>
              <a:t>Leadership, Team Development, Conflict Management, Finance, Accounting, Decisions, Government and Society (DC Residency), Marketing, Innovation and International Residency</a:t>
            </a:r>
          </a:p>
          <a:p>
            <a:pPr marL="171450" lvl="1" indent="-171450"/>
            <a:endParaRPr lang="en-US" sz="12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2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A97E2-CB09-8A16-05D6-AEC02E85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Elevator Pitches: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DFAA1-3388-43DD-A814-0DBF189D9B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z="1000"/>
              <a:t>| </a:t>
            </a:r>
            <a:fld id="{689318A1-174D-4DEE-8106-03A37B9BCF15}" type="slidenum">
              <a:rPr lang="en-US" sz="1000" smtClean="0"/>
              <a:pPr/>
              <a:t>3</a:t>
            </a:fld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C5B350-4151-D01A-8F73-4F8BA1DCD056}"/>
              </a:ext>
            </a:extLst>
          </p:cNvPr>
          <p:cNvSpPr txBox="1"/>
          <p:nvPr/>
        </p:nvSpPr>
        <p:spPr>
          <a:xfrm>
            <a:off x="775981" y="1122693"/>
            <a:ext cx="759203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Research AI applications relevant to </a:t>
            </a:r>
            <a:r>
              <a:rPr lang="en-US" dirty="0" err="1"/>
              <a:t>AvionX</a:t>
            </a:r>
            <a:r>
              <a:rPr lang="en-US" dirty="0"/>
              <a:t> and kickstart LLM projects with specific outcomes.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Look at procurement processes and find ways to create lean value and create a more agile supply chain.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Review the product service experience and create lean value plus new revenue streams using data analytics.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Look at change management and new product introduction processes to streamline those high I&amp;E areas and reduce spend.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Stand up a “Let engineers be engineers” </a:t>
            </a:r>
            <a:r>
              <a:rPr lang="en-US" dirty="0" err="1"/>
              <a:t>inititive</a:t>
            </a:r>
            <a:r>
              <a:rPr lang="en-US" dirty="0"/>
              <a:t> to address pain points and reduce engineering hours. Start from the </a:t>
            </a:r>
            <a:r>
              <a:rPr lang="en-US" dirty="0" err="1"/>
              <a:t>AvionX</a:t>
            </a:r>
            <a:r>
              <a:rPr lang="en-US" dirty="0"/>
              <a:t> quality stand down list.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Take on a management role with young engineers.  I have proven multi national skills when working remotely.</a:t>
            </a:r>
          </a:p>
        </p:txBody>
      </p:sp>
    </p:spTree>
    <p:extLst>
      <p:ext uri="{BB962C8B-B14F-4D97-AF65-F5344CB8AC3E}">
        <p14:creationId xmlns:p14="http://schemas.microsoft.com/office/powerpoint/2010/main" val="200310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0.0&quot;&gt;&lt;object type=&quot;1&quot; unique_id=&quot;10001&quot;&gt;&lt;object type=&quot;2&quot; unique_id=&quot;10544&quot;&gt;&lt;object type=&quot;3&quot; unique_id=&quot;10545&quot;&gt;&lt;property id=&quot;20148&quot; value=&quot;5&quot;/&gt;&lt;property id=&quot;20300&quot; value=&quot;Slide 1&quot;/&gt;&lt;property id=&quot;20307&quot; value=&quot;261&quot;/&gt;&lt;/object&gt;&lt;object type=&quot;3&quot; unique_id=&quot;10546&quot;&gt;&lt;property id=&quot;20148&quot; value=&quot;5&quot;/&gt;&lt;property id=&quot;20300&quot; value=&quot;Slide 2&quot;/&gt;&lt;property id=&quot;20307&quot; value=&quot;259&quot;/&gt;&lt;/object&gt;&lt;object type=&quot;3&quot; unique_id=&quot;10547&quot;&gt;&lt;property id=&quot;20148&quot; value=&quot;5&quot;/&gt;&lt;property id=&quot;20300&quot; value=&quot;Slide 3 - &amp;quot;Color preferences&amp;quot;&quot;/&gt;&lt;property id=&quot;20307&quot; value=&quot;262&quot;/&gt;&lt;/object&gt;&lt;/object&gt;&lt;object type=&quot;8&quot; unique_id=&quot;10552&quot;&gt;&lt;/object&gt;&lt;/object&gt;&lt;/database&gt;"/>
  <p:tag name="MMPROD_NEXTUNIQUEID" val="10030"/>
  <p:tag name="SECTOMILLISECCONVERTED" val="1"/>
</p:tagLst>
</file>

<file path=ppt/theme/theme1.xml><?xml version="1.0" encoding="utf-8"?>
<a:theme xmlns:a="http://schemas.openxmlformats.org/drawingml/2006/main" name="Boeing Avionics Slide Master">
  <a:themeElements>
    <a:clrScheme name="Boeing Color Palette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9A6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rocess Magenta">
      <a:srgbClr val="CC3366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08">
      <a:srgbClr val="F6DA14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7457">
      <a:srgbClr val="BADCE6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ANTONE 7421">
      <a:srgbClr val="61162D"/>
    </a:custClr>
    <a:custClr name="PANTONE 221">
      <a:srgbClr val="96004B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9041">
      <a:srgbClr val="E2EBE4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A7B89BE6A6EB439A86A8F595776A6D" ma:contentTypeVersion="17" ma:contentTypeDescription="Create a new document." ma:contentTypeScope="" ma:versionID="65bfbcb96c99af45430b6e56234cb0f2">
  <xsd:schema xmlns:xsd="http://www.w3.org/2001/XMLSchema" xmlns:xs="http://www.w3.org/2001/XMLSchema" xmlns:p="http://schemas.microsoft.com/office/2006/metadata/properties" xmlns:ns1="8c6266a3-2a54-4cfc-9603-95f76b5f96b8" xmlns:ns3="http://schemas.microsoft.com/sharepoint/v4" targetNamespace="http://schemas.microsoft.com/office/2006/metadata/properties" ma:root="true" ma:fieldsID="bcbb7d13f30adf0f543b42e313c2d983" ns1:_="" ns3:_="">
    <xsd:import namespace="8c6266a3-2a54-4cfc-9603-95f76b5f96b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CR_x0020_Title" minOccurs="0"/>
                <xsd:element ref="ns1:TccDocLibTracker" minOccurs="0"/>
                <xsd:element ref="ns1:Release_x0020_Status" minOccurs="0"/>
                <xsd:element ref="ns3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6266a3-2a54-4cfc-9603-95f76b5f96b8" elementFormDefault="qualified">
    <xsd:import namespace="http://schemas.microsoft.com/office/2006/documentManagement/types"/>
    <xsd:import namespace="http://schemas.microsoft.com/office/infopath/2007/PartnerControls"/>
    <xsd:element name="CR_x0020_Title" ma:index="0" nillable="true" ma:displayName="-Title" ma:description="Title" ma:internalName="CR_x0020_Title">
      <xsd:simpleType>
        <xsd:restriction base="dms:Note">
          <xsd:maxLength value="255"/>
        </xsd:restriction>
      </xsd:simpleType>
    </xsd:element>
    <xsd:element name="TccDocLibTracker" ma:index="6" nillable="true" ma:displayName="TccDocLibTracker" ma:hidden="true" ma:internalName="TccDocLibTracker" ma:readOnly="true">
      <xsd:simpleType>
        <xsd:restriction base="dms:Text"/>
      </xsd:simpleType>
    </xsd:element>
    <xsd:element name="Release_x0020_Status" ma:index="10" nillable="true" ma:displayName="Release Status" ma:internalName="Release_x0020_Statu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4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2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R_x0020_Title xmlns="8c6266a3-2a54-4cfc-9603-95f76b5f96b8">ACU 6/19
</CR_x0020_Title>
    <IconOverlay xmlns="http://schemas.microsoft.com/sharepoint/v4" xsi:nil="true"/>
    <Release_x0020_Status xmlns="8c6266a3-2a54-4cfc-9603-95f76b5f96b8" xsi:nil="true"/>
  </documentManagement>
</p:properties>
</file>

<file path=customXml/itemProps1.xml><?xml version="1.0" encoding="utf-8"?>
<ds:datastoreItem xmlns:ds="http://schemas.openxmlformats.org/officeDocument/2006/customXml" ds:itemID="{1E0F78AD-971A-4C06-9321-5D0560881E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6266a3-2a54-4cfc-9603-95f76b5f96b8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BF980A-16D7-4EB8-9B54-A35F3C7545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1863EA-900B-4679-80DF-79D86683AAE0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sharepoint/v4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8c6266a3-2a54-4cfc-9603-95f76b5f96b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20088</TotalTime>
  <Words>347</Words>
  <Application>Microsoft Office PowerPoint</Application>
  <PresentationFormat>On-screen Show (4:3)</PresentationFormat>
  <Paragraphs>100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Symbol</vt:lpstr>
      <vt:lpstr>Wingdings</vt:lpstr>
      <vt:lpstr>Boeing Avionics Slide Master</vt:lpstr>
      <vt:lpstr>Brian Morman – Wash U EMBA Program</vt:lpstr>
      <vt:lpstr>Semester Cost Breakdown  </vt:lpstr>
      <vt:lpstr>Elevator Pitches: 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Goodenough, Gail M</dc:creator>
  <cp:lastModifiedBy>Morman (US), Brian J</cp:lastModifiedBy>
  <cp:revision>1104</cp:revision>
  <cp:lastPrinted>2020-03-05T02:57:12Z</cp:lastPrinted>
  <dcterms:created xsi:type="dcterms:W3CDTF">2014-07-09T16:57:44Z</dcterms:created>
  <dcterms:modified xsi:type="dcterms:W3CDTF">2024-08-07T12:39:15Z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0x01010084A7B89BE6A6EB439A86A8F595776A6D</vt:lpwstr>
  </property>
</Properties>
</file>