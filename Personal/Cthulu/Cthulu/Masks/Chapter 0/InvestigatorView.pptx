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C0DC-FD52-1930-0D06-EEC510ADE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75523-45C9-ADD2-5BA1-09E72209B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AB2B9-B23B-901E-EBC4-7A31723B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F5184-751C-AD0F-9E6A-CB3EB3BB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F06B9-5CA0-E577-7FB5-F511D978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3567-D3FE-1A71-85C7-5847D75A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6921-1BED-DE09-C64C-5E8104743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EA919-8E9E-E70D-F804-6C410EA9B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892C0-6593-4A46-2710-79B7EF45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F9B83-0189-30BA-F7BE-F454FE33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6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92F1-EB54-BA0E-77A8-DB5213CD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B5AE1-6F8A-96BE-5EE4-304E965E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67C3-D431-DC66-2F62-75004347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495E9-5469-F597-C246-0D52646D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7346A-5F1F-0FDD-03AC-07185A46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3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7C14-B9FA-5685-F757-469A0E95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3D3E-21D4-CEFD-6A60-86CF1A0D4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14DE-15CA-8CA5-56C4-5A25BB130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D2E1B-1BBA-6762-CAC7-406AA0F3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2C96F-11D6-2ADD-FD9E-697960E0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9C955-5F9F-A266-31CA-F2F3B08A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5413-2B88-F768-B2E2-E2420153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48C11-74B7-2A39-A0E2-67937FDF5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FE1F0-1FFF-6F9C-65CA-37C0CE716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9F3B0-4474-61FA-7CF2-79695CA3D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017CA-4E03-EA88-065C-2DE951F30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1EA30-EF0B-CCC1-9516-0BB177A8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8547D-5EAC-EBD6-FD0D-ED7D4792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314F4-1D84-5950-0B0A-4BA09599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476D-EABC-9A5D-E96C-324A684F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E15FF-9AA3-E625-8020-DB3E5353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20CF9-00B7-3383-32F5-D442F370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00432-7DBA-69A5-836A-EF8FE741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3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2AAD1-07E8-0F61-0C9C-54A09999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4E626-BA82-352C-AECB-9AE6135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4629D-F029-187A-6098-972BBC55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0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E668-48FA-BA0A-3506-83C8021B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DC6D9-FF30-F657-C969-5D3359071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2C23-B5DB-8ECA-C5E4-5141FA605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4E926-7674-44BA-E8F5-1D341EB8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2FD9-F03A-753C-92A2-C9AC0437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BCDEE-5747-EBEC-4493-58935F94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6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33A8-4BBD-7125-08B8-ACCA1C6B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02325-A189-1D89-E191-DB6D28CA1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8E96-0121-9477-27C5-5E49A04B4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09F31-265C-3E8D-4AF5-5016479C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342DB-A7E3-C0F3-07B8-8F9CC172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C525F-7AAC-21B7-2648-AC946EB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1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6547-EA48-A29A-381A-E0CC1D5D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01799-1E08-66AC-671B-0DCADE0B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E2EA-BEEF-B63A-40F9-002C316D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A853-B26E-3DD7-DDEE-AF33395E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C53A-6123-931E-9712-915C462C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3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08D52-6FA2-2CA3-2638-80F6AB7F7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68B56-3AE5-1FFB-9EF9-3E270900C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A29F-3D42-958F-C8E6-C830D78C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DE397-7FE2-C84E-841A-05D60CDE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4B28A-6720-3195-1FB4-3F7676A4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850D54-1010-59F9-6B59-3A2FA31A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3D39C-8E29-583B-D642-96712FCAD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8CF91-4AE6-D2D4-7CB6-35DC3790D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03C6C-89A7-4B75-9721-1122081FD7BD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BED73-5156-1B2C-79EB-E82F03A9C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68FE-808F-EF7B-0677-9DA5AF258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5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C8B0CA-CF32-95E2-C0C4-A6235D4CC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484" y="388143"/>
            <a:ext cx="5735637" cy="57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2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986F-5867-C55A-1162-85EE2DF3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33478A-C1AF-75EB-0120-17F31E124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521" y="2008658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5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C5B7-6AFE-F01F-FE45-8AC2CF4F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0B07145-4455-CB10-8ADC-439505628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167" y="1908752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87201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7A89-AB1E-631A-6CC4-B0A211CE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95C4DA-E3AC-40D6-2461-542A9092B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31" y="1603953"/>
            <a:ext cx="4351338" cy="4351338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CF7FF97-7F98-F3AF-CBB7-009847BE1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29" y="1949913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7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480F-6DB5-5801-7109-38A43347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0D916-50F8-9E9E-6921-2E722B72E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DB145BB-C2E2-6342-65E5-9FD1762E3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96" y="1878891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5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Morman (US), Brian J</dc:creator>
  <cp:lastModifiedBy>Morman (US), Brian J</cp:lastModifiedBy>
  <cp:revision>1</cp:revision>
  <dcterms:created xsi:type="dcterms:W3CDTF">2024-08-02T01:06:05Z</dcterms:created>
  <dcterms:modified xsi:type="dcterms:W3CDTF">2024-08-02T12:09:22Z</dcterms:modified>
</cp:coreProperties>
</file>