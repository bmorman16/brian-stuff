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2" r:id="rId5"/>
    <p:sldId id="258" r:id="rId6"/>
    <p:sldId id="259" r:id="rId7"/>
    <p:sldId id="269" r:id="rId8"/>
    <p:sldId id="272" r:id="rId9"/>
    <p:sldId id="261" r:id="rId10"/>
    <p:sldId id="273" r:id="rId11"/>
    <p:sldId id="260" r:id="rId12"/>
    <p:sldId id="268" r:id="rId13"/>
    <p:sldId id="265" r:id="rId14"/>
    <p:sldId id="266" r:id="rId15"/>
    <p:sldId id="267" r:id="rId16"/>
    <p:sldId id="274"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96" y="12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88DCD-969F-817E-EAB8-7B5A8A1021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D7FD1E-9BB2-176C-C407-BB35629D25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6F660C-3318-9742-2E82-57090C1827D5}"/>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5" name="Footer Placeholder 4">
            <a:extLst>
              <a:ext uri="{FF2B5EF4-FFF2-40B4-BE49-F238E27FC236}">
                <a16:creationId xmlns:a16="http://schemas.microsoft.com/office/drawing/2014/main" id="{DA0EE109-16AD-4CA1-E2C9-973B598EA5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3B70B9-FED8-264E-B8DC-5ED128DDD200}"/>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3951596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4DBDF-0A4D-6639-416D-C4464AFA3C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397765-5BB2-C009-8080-3AABD670E6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8813A-6623-F7DE-09FD-3DA71FBB1C29}"/>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5" name="Footer Placeholder 4">
            <a:extLst>
              <a:ext uri="{FF2B5EF4-FFF2-40B4-BE49-F238E27FC236}">
                <a16:creationId xmlns:a16="http://schemas.microsoft.com/office/drawing/2014/main" id="{02B54218-CE73-A4A1-555D-E39AF75987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6242F7-D3A6-F6DD-8215-B26886B483BC}"/>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1407871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C007C-76F1-7863-4436-569FBE9DED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F8DEE2-096F-5C22-3A2D-448825F3E6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C4FE82-7E78-DD2A-5A74-166D22552921}"/>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5" name="Footer Placeholder 4">
            <a:extLst>
              <a:ext uri="{FF2B5EF4-FFF2-40B4-BE49-F238E27FC236}">
                <a16:creationId xmlns:a16="http://schemas.microsoft.com/office/drawing/2014/main" id="{978B5D15-013E-86B8-A92B-8D8E41D3BD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2A5B2A-359C-FF81-E397-8D3361C6DBC4}"/>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2579831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BF8B-D53C-26C4-64D0-E5EC29D0B4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2080ED-1E4E-381E-CC5D-9F9DE4E973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630E09-2BDC-9137-B9FD-AA128A387E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B7AF5D-4809-100E-805A-D66D2C9890E1}"/>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6" name="Footer Placeholder 5">
            <a:extLst>
              <a:ext uri="{FF2B5EF4-FFF2-40B4-BE49-F238E27FC236}">
                <a16:creationId xmlns:a16="http://schemas.microsoft.com/office/drawing/2014/main" id="{370F253F-E71B-6291-A5BD-28198A93E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6A2665-7B3B-2115-4C12-A293A9043D25}"/>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2653088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12BEE-285D-ADB5-519A-A7B989691B4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00338B-FA25-5431-73CD-54C54B9DC3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CF5522-6DB0-8875-DEBD-D12BCF7427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532553-6576-601A-0640-5C93B811AA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3C5B71-15CA-102F-3522-9A106E4C9F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61080C-06C8-DCCD-EE3D-C5BCF7D384BF}"/>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8" name="Footer Placeholder 7">
            <a:extLst>
              <a:ext uri="{FF2B5EF4-FFF2-40B4-BE49-F238E27FC236}">
                <a16:creationId xmlns:a16="http://schemas.microsoft.com/office/drawing/2014/main" id="{6C2AEF56-3C15-15A0-600A-10DF628938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281314-6851-FC5E-BFBA-260FE63C6B77}"/>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4052714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C26F5-65DF-01E3-A321-406A46E4CA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AE36FA-B61E-3E77-68D1-8A5F9A0DF484}"/>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4" name="Footer Placeholder 3">
            <a:extLst>
              <a:ext uri="{FF2B5EF4-FFF2-40B4-BE49-F238E27FC236}">
                <a16:creationId xmlns:a16="http://schemas.microsoft.com/office/drawing/2014/main" id="{276875EE-40E7-A8C2-41D7-64E1A2DD1B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8EC1F6-9C78-8744-4038-51221493474D}"/>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3841190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31F648-2584-BA4B-A20E-C6841C1BD4DD}"/>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3" name="Footer Placeholder 2">
            <a:extLst>
              <a:ext uri="{FF2B5EF4-FFF2-40B4-BE49-F238E27FC236}">
                <a16:creationId xmlns:a16="http://schemas.microsoft.com/office/drawing/2014/main" id="{297086EB-049F-E05C-9514-BCDF8498FD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C09AEE-33E8-EFEC-3038-5D08F29A06B7}"/>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2732915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CAB67-4680-799B-73CA-60BF11C7DD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1E7AED-7E2F-F4FD-0761-1619E17DBA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A2FD8F-3133-8087-C4C4-3DFC332A60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A66448-1262-BD26-FD0F-92A7E491967D}"/>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6" name="Footer Placeholder 5">
            <a:extLst>
              <a:ext uri="{FF2B5EF4-FFF2-40B4-BE49-F238E27FC236}">
                <a16:creationId xmlns:a16="http://schemas.microsoft.com/office/drawing/2014/main" id="{8C003338-5B19-4DB9-357C-9452CB631A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6C3434-9552-8833-4A3B-027EF583B324}"/>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430775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CB81F-2831-D307-1393-B2DAB6E7B8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A7CBECF-6E22-569F-1C4C-98F5D3F929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A9EB46-BBC8-DCC4-DAF8-A0183D22E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99C656-7664-32AF-7834-46AF91B1EF98}"/>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6" name="Footer Placeholder 5">
            <a:extLst>
              <a:ext uri="{FF2B5EF4-FFF2-40B4-BE49-F238E27FC236}">
                <a16:creationId xmlns:a16="http://schemas.microsoft.com/office/drawing/2014/main" id="{5D2FA72F-2880-1FF3-0054-DA2AB60F3A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066072-D4EA-0209-4ADF-5658F2B68A75}"/>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4269559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7F61F-2B78-E024-D61B-6401369454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1D8384-860A-521D-4B0C-83E2F4E902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658964-0706-D4C8-8A35-DEACD2AEA0C1}"/>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5" name="Footer Placeholder 4">
            <a:extLst>
              <a:ext uri="{FF2B5EF4-FFF2-40B4-BE49-F238E27FC236}">
                <a16:creationId xmlns:a16="http://schemas.microsoft.com/office/drawing/2014/main" id="{B4AFF83D-30A3-453D-A2E0-102B931334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5FF469-A850-B0E7-CC28-EBCCEC1013CB}"/>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3577382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EECD17-C47F-78D6-A39A-4DE9D00A22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5F432E-7354-8780-A925-3F9D989CA3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8104B-4EF8-F882-0023-8416C45A2931}"/>
              </a:ext>
            </a:extLst>
          </p:cNvPr>
          <p:cNvSpPr>
            <a:spLocks noGrp="1"/>
          </p:cNvSpPr>
          <p:nvPr>
            <p:ph type="dt" sz="half" idx="10"/>
          </p:nvPr>
        </p:nvSpPr>
        <p:spPr/>
        <p:txBody>
          <a:bodyPr/>
          <a:lstStyle/>
          <a:p>
            <a:fld id="{A0AF402A-DFE7-4C5E-BC58-A60DC438ABFF}" type="datetimeFigureOut">
              <a:rPr lang="en-US" smtClean="0"/>
              <a:t>8/1/2024</a:t>
            </a:fld>
            <a:endParaRPr lang="en-US"/>
          </a:p>
        </p:txBody>
      </p:sp>
      <p:sp>
        <p:nvSpPr>
          <p:cNvPr id="5" name="Footer Placeholder 4">
            <a:extLst>
              <a:ext uri="{FF2B5EF4-FFF2-40B4-BE49-F238E27FC236}">
                <a16:creationId xmlns:a16="http://schemas.microsoft.com/office/drawing/2014/main" id="{782BB6EC-435B-9093-170F-9735276610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0753DB-D5DD-FC1D-4A8A-D2C4101CD3FC}"/>
              </a:ext>
            </a:extLst>
          </p:cNvPr>
          <p:cNvSpPr>
            <a:spLocks noGrp="1"/>
          </p:cNvSpPr>
          <p:nvPr>
            <p:ph type="sldNum" sz="quarter" idx="12"/>
          </p:nvPr>
        </p:nvSpPr>
        <p:spPr/>
        <p:txBody>
          <a:bodyPr/>
          <a:lstStyle/>
          <a:p>
            <a:fld id="{E7E56E04-2E14-4685-84B7-6E1743A1526B}" type="slidenum">
              <a:rPr lang="en-US" smtClean="0"/>
              <a:t>‹#›</a:t>
            </a:fld>
            <a:endParaRPr lang="en-US"/>
          </a:p>
        </p:txBody>
      </p:sp>
    </p:spTree>
    <p:extLst>
      <p:ext uri="{BB962C8B-B14F-4D97-AF65-F5344CB8AC3E}">
        <p14:creationId xmlns:p14="http://schemas.microsoft.com/office/powerpoint/2010/main" val="2640776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0EE7E5-F015-C302-C7B6-2B68BB4AD4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D7AF7E-30CE-04B1-E755-0A161973F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D69F7-78C8-5E00-0D97-E91F513D77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AF402A-DFE7-4C5E-BC58-A60DC438ABFF}" type="datetimeFigureOut">
              <a:rPr lang="en-US" smtClean="0"/>
              <a:t>8/1/2024</a:t>
            </a:fld>
            <a:endParaRPr lang="en-US"/>
          </a:p>
        </p:txBody>
      </p:sp>
      <p:sp>
        <p:nvSpPr>
          <p:cNvPr id="5" name="Footer Placeholder 4">
            <a:extLst>
              <a:ext uri="{FF2B5EF4-FFF2-40B4-BE49-F238E27FC236}">
                <a16:creationId xmlns:a16="http://schemas.microsoft.com/office/drawing/2014/main" id="{71BE68A8-FE1E-A0C3-1A37-0EABDA206C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F8CAF3E-A8C4-76A6-5E21-378A571EFD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E56E04-2E14-4685-84B7-6E1743A1526B}" type="slidenum">
              <a:rPr lang="en-US" smtClean="0"/>
              <a:t>‹#›</a:t>
            </a:fld>
            <a:endParaRPr lang="en-US"/>
          </a:p>
        </p:txBody>
      </p:sp>
    </p:spTree>
    <p:extLst>
      <p:ext uri="{BB962C8B-B14F-4D97-AF65-F5344CB8AC3E}">
        <p14:creationId xmlns:p14="http://schemas.microsoft.com/office/powerpoint/2010/main" val="1101099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f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f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8CF8766-6301-1941-6C6D-F8075DE19FCF}"/>
              </a:ext>
            </a:extLst>
          </p:cNvPr>
          <p:cNvSpPr>
            <a:spLocks noGrp="1"/>
          </p:cNvSpPr>
          <p:nvPr>
            <p:ph type="subTitle" idx="1"/>
          </p:nvPr>
        </p:nvSpPr>
        <p:spPr>
          <a:xfrm>
            <a:off x="6542843" y="1109709"/>
            <a:ext cx="5368030" cy="3269202"/>
          </a:xfrm>
        </p:spPr>
        <p:txBody>
          <a:bodyPr>
            <a:normAutofit fontScale="77500" lnSpcReduction="20000"/>
          </a:bodyPr>
          <a:lstStyle/>
          <a:p>
            <a:r>
              <a:rPr lang="en-US" dirty="0"/>
              <a:t>Bar </a:t>
            </a:r>
            <a:r>
              <a:rPr lang="en-US" dirty="0" err="1"/>
              <a:t>Coradonno</a:t>
            </a:r>
            <a:endParaRPr lang="en-US" dirty="0"/>
          </a:p>
          <a:p>
            <a:r>
              <a:rPr lang="en-US" dirty="0"/>
              <a:t>Enter speak easy meet </a:t>
            </a:r>
            <a:r>
              <a:rPr lang="en-US" dirty="0" err="1"/>
              <a:t>Agustas</a:t>
            </a:r>
            <a:r>
              <a:rPr lang="en-US" dirty="0"/>
              <a:t> Larkin, Luis </a:t>
            </a:r>
            <a:r>
              <a:rPr lang="en-US" dirty="0" err="1"/>
              <a:t>DeMendoza</a:t>
            </a:r>
            <a:r>
              <a:rPr lang="en-US" dirty="0"/>
              <a:t>, and Jessie </a:t>
            </a:r>
            <a:r>
              <a:rPr lang="en-US" dirty="0" err="1"/>
              <a:t>Hughs</a:t>
            </a:r>
            <a:r>
              <a:rPr lang="en-US" dirty="0"/>
              <a:t> (Jackson Elias)</a:t>
            </a:r>
          </a:p>
          <a:p>
            <a:r>
              <a:rPr lang="en-US" dirty="0"/>
              <a:t>Discuss why we are here</a:t>
            </a:r>
          </a:p>
          <a:p>
            <a:endParaRPr lang="en-US" dirty="0"/>
          </a:p>
          <a:p>
            <a:r>
              <a:rPr lang="en-US" dirty="0"/>
              <a:t>Larkin smells and coughs</a:t>
            </a:r>
          </a:p>
          <a:p>
            <a:r>
              <a:rPr lang="en-US" dirty="0"/>
              <a:t>Larkin and </a:t>
            </a:r>
            <a:r>
              <a:rPr lang="en-US" dirty="0" err="1"/>
              <a:t>DeMendoza</a:t>
            </a:r>
            <a:r>
              <a:rPr lang="en-US" dirty="0"/>
              <a:t> leave</a:t>
            </a:r>
          </a:p>
          <a:p>
            <a:r>
              <a:rPr lang="en-US" dirty="0"/>
              <a:t>Elias give his real name – books he’s written/ why he’s here</a:t>
            </a:r>
          </a:p>
          <a:p>
            <a:r>
              <a:rPr lang="en-US" dirty="0"/>
              <a:t>Researching Death cults the pyramid of legends and the monsters that keep people a way the </a:t>
            </a:r>
            <a:r>
              <a:rPr lang="en-US" dirty="0" err="1"/>
              <a:t>karisiri</a:t>
            </a:r>
            <a:endParaRPr lang="en-US" dirty="0"/>
          </a:p>
        </p:txBody>
      </p:sp>
      <p:pic>
        <p:nvPicPr>
          <p:cNvPr id="5" name="Picture 4">
            <a:extLst>
              <a:ext uri="{FF2B5EF4-FFF2-40B4-BE49-F238E27FC236}">
                <a16:creationId xmlns:a16="http://schemas.microsoft.com/office/drawing/2014/main" id="{726C657B-0895-B80F-F870-A837570E6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3372"/>
            <a:ext cx="5735637" cy="5735637"/>
          </a:xfrm>
          <a:prstGeom prst="rect">
            <a:avLst/>
          </a:prstGeom>
        </p:spPr>
      </p:pic>
    </p:spTree>
    <p:extLst>
      <p:ext uri="{BB962C8B-B14F-4D97-AF65-F5344CB8AC3E}">
        <p14:creationId xmlns:p14="http://schemas.microsoft.com/office/powerpoint/2010/main" val="4117862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626AB-1724-A6D8-351A-4B380999AF1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6FD9866-FEE2-94FD-F1D8-C945CCF93F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114" y="1027906"/>
            <a:ext cx="4351338" cy="4351338"/>
          </a:xfrm>
        </p:spPr>
      </p:pic>
      <p:pic>
        <p:nvPicPr>
          <p:cNvPr id="7" name="Picture 6">
            <a:extLst>
              <a:ext uri="{FF2B5EF4-FFF2-40B4-BE49-F238E27FC236}">
                <a16:creationId xmlns:a16="http://schemas.microsoft.com/office/drawing/2014/main" id="{7E8F1744-F7B9-D9E4-7D6B-ECBC59505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3122" y="2257425"/>
            <a:ext cx="3572669" cy="3572669"/>
          </a:xfrm>
          <a:prstGeom prst="rect">
            <a:avLst/>
          </a:prstGeom>
        </p:spPr>
      </p:pic>
      <p:sp>
        <p:nvSpPr>
          <p:cNvPr id="8" name="TextBox 7">
            <a:extLst>
              <a:ext uri="{FF2B5EF4-FFF2-40B4-BE49-F238E27FC236}">
                <a16:creationId xmlns:a16="http://schemas.microsoft.com/office/drawing/2014/main" id="{DC0D3268-1763-1695-AA1F-BEDCCB4782FD}"/>
              </a:ext>
            </a:extLst>
          </p:cNvPr>
          <p:cNvSpPr txBox="1"/>
          <p:nvPr/>
        </p:nvSpPr>
        <p:spPr>
          <a:xfrm>
            <a:off x="7701549" y="1967668"/>
            <a:ext cx="3996901" cy="1477328"/>
          </a:xfrm>
          <a:prstGeom prst="rect">
            <a:avLst/>
          </a:prstGeom>
          <a:noFill/>
        </p:spPr>
        <p:txBody>
          <a:bodyPr wrap="square" rtlCol="0">
            <a:spAutoFit/>
          </a:bodyPr>
          <a:lstStyle/>
          <a:p>
            <a:r>
              <a:rPr lang="en-US" dirty="0"/>
              <a:t>Elias mentions his friend Professor </a:t>
            </a:r>
            <a:r>
              <a:rPr lang="en-US" dirty="0" err="1"/>
              <a:t>Nemesio</a:t>
            </a:r>
            <a:r>
              <a:rPr lang="en-US" dirty="0"/>
              <a:t> </a:t>
            </a:r>
            <a:r>
              <a:rPr lang="en-US" dirty="0" err="1"/>
              <a:t>Sanches</a:t>
            </a:r>
            <a:endParaRPr lang="en-US" dirty="0"/>
          </a:p>
          <a:p>
            <a:r>
              <a:rPr lang="en-US" dirty="0"/>
              <a:t>Luis </a:t>
            </a:r>
            <a:r>
              <a:rPr lang="en-US" dirty="0" err="1"/>
              <a:t>DeMendoza</a:t>
            </a:r>
            <a:r>
              <a:rPr lang="en-US" dirty="0"/>
              <a:t> looks angry and starts but rarely speaks following him will lead to his hotel room mask is under the bed</a:t>
            </a:r>
          </a:p>
        </p:txBody>
      </p:sp>
    </p:spTree>
    <p:extLst>
      <p:ext uri="{BB962C8B-B14F-4D97-AF65-F5344CB8AC3E}">
        <p14:creationId xmlns:p14="http://schemas.microsoft.com/office/powerpoint/2010/main" val="753853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9B498-AB5F-2816-693F-AD10D27E1395}"/>
              </a:ext>
            </a:extLst>
          </p:cNvPr>
          <p:cNvSpPr>
            <a:spLocks noGrp="1"/>
          </p:cNvSpPr>
          <p:nvPr>
            <p:ph type="title"/>
          </p:nvPr>
        </p:nvSpPr>
        <p:spPr/>
        <p:txBody>
          <a:bodyPr/>
          <a:lstStyle/>
          <a:p>
            <a:r>
              <a:rPr lang="en-US" dirty="0"/>
              <a:t>If they go research -Trinidad </a:t>
            </a:r>
            <a:r>
              <a:rPr lang="en-US" dirty="0" err="1"/>
              <a:t>Rizo</a:t>
            </a:r>
            <a:endParaRPr lang="en-US" dirty="0"/>
          </a:p>
        </p:txBody>
      </p:sp>
      <p:pic>
        <p:nvPicPr>
          <p:cNvPr id="5" name="Content Placeholder 4">
            <a:extLst>
              <a:ext uri="{FF2B5EF4-FFF2-40B4-BE49-F238E27FC236}">
                <a16:creationId xmlns:a16="http://schemas.microsoft.com/office/drawing/2014/main" id="{A0C7E0AF-A770-0C17-6C97-04DC31425C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8972" y="2141537"/>
            <a:ext cx="4351338" cy="4351338"/>
          </a:xfrm>
        </p:spPr>
      </p:pic>
      <p:sp>
        <p:nvSpPr>
          <p:cNvPr id="7" name="TextBox 6">
            <a:extLst>
              <a:ext uri="{FF2B5EF4-FFF2-40B4-BE49-F238E27FC236}">
                <a16:creationId xmlns:a16="http://schemas.microsoft.com/office/drawing/2014/main" id="{3465F520-F3A4-F5A6-8257-3AC7C3271ADD}"/>
              </a:ext>
            </a:extLst>
          </p:cNvPr>
          <p:cNvSpPr txBox="1"/>
          <p:nvPr/>
        </p:nvSpPr>
        <p:spPr>
          <a:xfrm>
            <a:off x="6962274" y="2141537"/>
            <a:ext cx="4351338" cy="1477328"/>
          </a:xfrm>
          <a:prstGeom prst="rect">
            <a:avLst/>
          </a:prstGeom>
          <a:noFill/>
        </p:spPr>
        <p:txBody>
          <a:bodyPr wrap="square" rtlCol="0">
            <a:spAutoFit/>
          </a:bodyPr>
          <a:lstStyle/>
          <a:p>
            <a:r>
              <a:rPr lang="en-US" dirty="0"/>
              <a:t>Should eventually be found dead in the basement</a:t>
            </a:r>
          </a:p>
          <a:p>
            <a:r>
              <a:rPr lang="en-US" dirty="0"/>
              <a:t>Gold ornate thing with her.  No fat left in body with a round hole in her chest.</a:t>
            </a:r>
          </a:p>
          <a:p>
            <a:r>
              <a:rPr lang="en-US" dirty="0"/>
              <a:t>Orate thing has burnt flesh on it</a:t>
            </a:r>
          </a:p>
        </p:txBody>
      </p:sp>
    </p:spTree>
    <p:extLst>
      <p:ext uri="{BB962C8B-B14F-4D97-AF65-F5344CB8AC3E}">
        <p14:creationId xmlns:p14="http://schemas.microsoft.com/office/powerpoint/2010/main" val="2088306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D7BD9-844D-A100-535D-AC902D612341}"/>
              </a:ext>
            </a:extLst>
          </p:cNvPr>
          <p:cNvSpPr>
            <a:spLocks noGrp="1"/>
          </p:cNvSpPr>
          <p:nvPr>
            <p:ph type="title"/>
          </p:nvPr>
        </p:nvSpPr>
        <p:spPr/>
        <p:txBody>
          <a:bodyPr/>
          <a:lstStyle/>
          <a:p>
            <a:r>
              <a:rPr lang="en-US" dirty="0"/>
              <a:t>Professor </a:t>
            </a:r>
            <a:r>
              <a:rPr lang="en-US" dirty="0" err="1"/>
              <a:t>Nemesio</a:t>
            </a:r>
            <a:r>
              <a:rPr lang="en-US" dirty="0"/>
              <a:t> Sánchez</a:t>
            </a:r>
          </a:p>
        </p:txBody>
      </p:sp>
      <p:pic>
        <p:nvPicPr>
          <p:cNvPr id="5" name="Content Placeholder 4">
            <a:extLst>
              <a:ext uri="{FF2B5EF4-FFF2-40B4-BE49-F238E27FC236}">
                <a16:creationId xmlns:a16="http://schemas.microsoft.com/office/drawing/2014/main" id="{3D8857F4-AA50-3962-0FEA-53052EB87D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9629" y="1949913"/>
            <a:ext cx="4351338" cy="4351338"/>
          </a:xfrm>
        </p:spPr>
      </p:pic>
      <p:sp>
        <p:nvSpPr>
          <p:cNvPr id="8" name="TextBox 7">
            <a:extLst>
              <a:ext uri="{FF2B5EF4-FFF2-40B4-BE49-F238E27FC236}">
                <a16:creationId xmlns:a16="http://schemas.microsoft.com/office/drawing/2014/main" id="{5A5753E0-65C0-CFC9-28D5-CCB4084A78BD}"/>
              </a:ext>
            </a:extLst>
          </p:cNvPr>
          <p:cNvSpPr txBox="1"/>
          <p:nvPr/>
        </p:nvSpPr>
        <p:spPr>
          <a:xfrm>
            <a:off x="6448926" y="2197768"/>
            <a:ext cx="4351338" cy="2585323"/>
          </a:xfrm>
          <a:prstGeom prst="rect">
            <a:avLst/>
          </a:prstGeom>
          <a:noFill/>
        </p:spPr>
        <p:txBody>
          <a:bodyPr wrap="square" rtlCol="0">
            <a:spAutoFit/>
          </a:bodyPr>
          <a:lstStyle/>
          <a:p>
            <a:r>
              <a:rPr lang="en-US" dirty="0"/>
              <a:t>Prof Sanchez tells us the pyramid is real</a:t>
            </a:r>
          </a:p>
          <a:p>
            <a:r>
              <a:rPr lang="en-US" dirty="0"/>
              <a:t>If we gain his trust. Tells us about </a:t>
            </a:r>
            <a:r>
              <a:rPr lang="en-US" dirty="0" err="1"/>
              <a:t>Karisiri</a:t>
            </a:r>
            <a:r>
              <a:rPr lang="en-US" dirty="0"/>
              <a:t> who came from conquistadors </a:t>
            </a:r>
          </a:p>
          <a:p>
            <a:r>
              <a:rPr lang="en-US" dirty="0" err="1"/>
              <a:t>Nemesio</a:t>
            </a:r>
            <a:r>
              <a:rPr lang="en-US" dirty="0"/>
              <a:t> tells us the beasts came from </a:t>
            </a:r>
            <a:r>
              <a:rPr lang="en-US" dirty="0" err="1"/>
              <a:t>spain</a:t>
            </a:r>
            <a:r>
              <a:rPr lang="en-US" dirty="0"/>
              <a:t> and are all white men with blue eyes just legend though meet my student.</a:t>
            </a:r>
          </a:p>
          <a:p>
            <a:endParaRPr lang="en-US" dirty="0"/>
          </a:p>
          <a:p>
            <a:r>
              <a:rPr lang="en-US" dirty="0"/>
              <a:t>Come back tomorrow for some reason.   </a:t>
            </a:r>
          </a:p>
          <a:p>
            <a:endParaRPr lang="en-US" dirty="0"/>
          </a:p>
        </p:txBody>
      </p:sp>
    </p:spTree>
    <p:extLst>
      <p:ext uri="{BB962C8B-B14F-4D97-AF65-F5344CB8AC3E}">
        <p14:creationId xmlns:p14="http://schemas.microsoft.com/office/powerpoint/2010/main" val="1066344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F3F6-A39B-2964-816A-50854E39051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F6BA468-035E-C3FA-EE2B-7DC2AE18F0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8254" y="1772359"/>
            <a:ext cx="4351338" cy="4351338"/>
          </a:xfrm>
        </p:spPr>
      </p:pic>
      <p:sp>
        <p:nvSpPr>
          <p:cNvPr id="6" name="TextBox 5">
            <a:extLst>
              <a:ext uri="{FF2B5EF4-FFF2-40B4-BE49-F238E27FC236}">
                <a16:creationId xmlns:a16="http://schemas.microsoft.com/office/drawing/2014/main" id="{669613AA-3ED3-A970-7047-8D0BBBFF83CC}"/>
              </a:ext>
            </a:extLst>
          </p:cNvPr>
          <p:cNvSpPr txBox="1"/>
          <p:nvPr/>
        </p:nvSpPr>
        <p:spPr>
          <a:xfrm>
            <a:off x="7608163" y="2139518"/>
            <a:ext cx="4051177" cy="646331"/>
          </a:xfrm>
          <a:prstGeom prst="rect">
            <a:avLst/>
          </a:prstGeom>
          <a:noFill/>
        </p:spPr>
        <p:txBody>
          <a:bodyPr wrap="square" rtlCol="0">
            <a:spAutoFit/>
          </a:bodyPr>
          <a:lstStyle/>
          <a:p>
            <a:r>
              <a:rPr lang="en-US" dirty="0"/>
              <a:t>Petronila </a:t>
            </a:r>
            <a:r>
              <a:rPr lang="en-US" dirty="0" err="1"/>
              <a:t>Cupitina</a:t>
            </a:r>
            <a:r>
              <a:rPr lang="en-US" dirty="0"/>
              <a:t> Hotel owner wont let in without a roll</a:t>
            </a:r>
          </a:p>
        </p:txBody>
      </p:sp>
    </p:spTree>
    <p:extLst>
      <p:ext uri="{BB962C8B-B14F-4D97-AF65-F5344CB8AC3E}">
        <p14:creationId xmlns:p14="http://schemas.microsoft.com/office/powerpoint/2010/main" val="796207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057BD-53F5-F1CE-4A86-470D72E844D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C40621A-5529-0999-21F8-DB66677E08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2642" y="1690688"/>
            <a:ext cx="4351338" cy="4351338"/>
          </a:xfrm>
        </p:spPr>
      </p:pic>
      <p:sp>
        <p:nvSpPr>
          <p:cNvPr id="6" name="TextBox 5">
            <a:extLst>
              <a:ext uri="{FF2B5EF4-FFF2-40B4-BE49-F238E27FC236}">
                <a16:creationId xmlns:a16="http://schemas.microsoft.com/office/drawing/2014/main" id="{82AA45EA-7ABC-2859-75F7-4D4DF30249BD}"/>
              </a:ext>
            </a:extLst>
          </p:cNvPr>
          <p:cNvSpPr txBox="1"/>
          <p:nvPr/>
        </p:nvSpPr>
        <p:spPr>
          <a:xfrm>
            <a:off x="6400801" y="1690689"/>
            <a:ext cx="4953000" cy="1200329"/>
          </a:xfrm>
          <a:prstGeom prst="rect">
            <a:avLst/>
          </a:prstGeom>
          <a:noFill/>
        </p:spPr>
        <p:txBody>
          <a:bodyPr wrap="square" rtlCol="0">
            <a:spAutoFit/>
          </a:bodyPr>
          <a:lstStyle/>
          <a:p>
            <a:r>
              <a:rPr lang="en-US" dirty="0"/>
              <a:t>Larkin is asleep looking close shows he is passed out</a:t>
            </a:r>
          </a:p>
          <a:p>
            <a:r>
              <a:rPr lang="en-US" dirty="0"/>
              <a:t>Spot hidden shows his drug use</a:t>
            </a:r>
          </a:p>
          <a:p>
            <a:r>
              <a:rPr lang="en-US" dirty="0"/>
              <a:t>Great success shows his tattoo</a:t>
            </a:r>
          </a:p>
        </p:txBody>
      </p:sp>
    </p:spTree>
    <p:extLst>
      <p:ext uri="{BB962C8B-B14F-4D97-AF65-F5344CB8AC3E}">
        <p14:creationId xmlns:p14="http://schemas.microsoft.com/office/powerpoint/2010/main" val="1836647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486BC-3210-2E20-CEAA-C0BB7EED119E}"/>
              </a:ext>
            </a:extLst>
          </p:cNvPr>
          <p:cNvSpPr>
            <a:spLocks noGrp="1"/>
          </p:cNvSpPr>
          <p:nvPr>
            <p:ph type="title"/>
          </p:nvPr>
        </p:nvSpPr>
        <p:spPr/>
        <p:txBody>
          <a:bodyPr/>
          <a:lstStyle/>
          <a:p>
            <a:r>
              <a:rPr lang="en-US" dirty="0" err="1"/>
              <a:t>DeMendoza’s</a:t>
            </a:r>
            <a:r>
              <a:rPr lang="en-US" dirty="0"/>
              <a:t> room is locked</a:t>
            </a:r>
          </a:p>
        </p:txBody>
      </p:sp>
      <p:sp>
        <p:nvSpPr>
          <p:cNvPr id="3" name="Content Placeholder 2">
            <a:extLst>
              <a:ext uri="{FF2B5EF4-FFF2-40B4-BE49-F238E27FC236}">
                <a16:creationId xmlns:a16="http://schemas.microsoft.com/office/drawing/2014/main" id="{4185441B-8949-E399-B545-0F6642E13938}"/>
              </a:ext>
            </a:extLst>
          </p:cNvPr>
          <p:cNvSpPr>
            <a:spLocks noGrp="1"/>
          </p:cNvSpPr>
          <p:nvPr>
            <p:ph idx="1"/>
          </p:nvPr>
        </p:nvSpPr>
        <p:spPr/>
        <p:txBody>
          <a:bodyPr/>
          <a:lstStyle/>
          <a:p>
            <a:r>
              <a:rPr lang="en-US" dirty="0"/>
              <a:t>Mask found near his bed</a:t>
            </a:r>
          </a:p>
        </p:txBody>
      </p:sp>
    </p:spTree>
    <p:extLst>
      <p:ext uri="{BB962C8B-B14F-4D97-AF65-F5344CB8AC3E}">
        <p14:creationId xmlns:p14="http://schemas.microsoft.com/office/powerpoint/2010/main" val="1290829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D7BD9-844D-A100-535D-AC902D612341}"/>
              </a:ext>
            </a:extLst>
          </p:cNvPr>
          <p:cNvSpPr>
            <a:spLocks noGrp="1"/>
          </p:cNvSpPr>
          <p:nvPr>
            <p:ph type="title"/>
          </p:nvPr>
        </p:nvSpPr>
        <p:spPr/>
        <p:txBody>
          <a:bodyPr/>
          <a:lstStyle/>
          <a:p>
            <a:r>
              <a:rPr lang="en-US" dirty="0"/>
              <a:t>Professor </a:t>
            </a:r>
            <a:r>
              <a:rPr lang="en-US" dirty="0" err="1"/>
              <a:t>Nemesio</a:t>
            </a:r>
            <a:r>
              <a:rPr lang="en-US" dirty="0"/>
              <a:t> Sánchez</a:t>
            </a:r>
          </a:p>
        </p:txBody>
      </p:sp>
      <p:pic>
        <p:nvPicPr>
          <p:cNvPr id="5" name="Content Placeholder 4">
            <a:extLst>
              <a:ext uri="{FF2B5EF4-FFF2-40B4-BE49-F238E27FC236}">
                <a16:creationId xmlns:a16="http://schemas.microsoft.com/office/drawing/2014/main" id="{3D8857F4-AA50-3962-0FEA-53052EB87D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9629" y="1949913"/>
            <a:ext cx="4351338" cy="4351338"/>
          </a:xfrm>
        </p:spPr>
      </p:pic>
      <p:sp>
        <p:nvSpPr>
          <p:cNvPr id="8" name="TextBox 7">
            <a:extLst>
              <a:ext uri="{FF2B5EF4-FFF2-40B4-BE49-F238E27FC236}">
                <a16:creationId xmlns:a16="http://schemas.microsoft.com/office/drawing/2014/main" id="{5A5753E0-65C0-CFC9-28D5-CCB4084A78BD}"/>
              </a:ext>
            </a:extLst>
          </p:cNvPr>
          <p:cNvSpPr txBox="1"/>
          <p:nvPr/>
        </p:nvSpPr>
        <p:spPr>
          <a:xfrm>
            <a:off x="6448926" y="2197768"/>
            <a:ext cx="4351338" cy="3416320"/>
          </a:xfrm>
          <a:prstGeom prst="rect">
            <a:avLst/>
          </a:prstGeom>
          <a:noFill/>
        </p:spPr>
        <p:txBody>
          <a:bodyPr wrap="square" rtlCol="0">
            <a:spAutoFit/>
          </a:bodyPr>
          <a:lstStyle/>
          <a:p>
            <a:r>
              <a:rPr lang="en-US" dirty="0"/>
              <a:t>Elias tells us to return to Sanchez.  Begin talking hear a terrible sound from the basement storage.</a:t>
            </a:r>
          </a:p>
          <a:p>
            <a:endParaRPr lang="en-US" dirty="0"/>
          </a:p>
          <a:p>
            <a:r>
              <a:rPr lang="en-US" dirty="0"/>
              <a:t>We find the gold etching a broken open crate, Trinidad is dead gaunt and has a gaping hole in her chest.  The etched gold has burnt flesh on it.  We head back up stairs to find a trash fire.  Stopping there gives </a:t>
            </a:r>
            <a:r>
              <a:rPr lang="en-US" dirty="0" err="1"/>
              <a:t>karisiri</a:t>
            </a:r>
            <a:r>
              <a:rPr lang="en-US" dirty="0"/>
              <a:t> time to escape.  </a:t>
            </a:r>
            <a:r>
              <a:rPr lang="en-US" dirty="0" err="1"/>
              <a:t>Nemesio</a:t>
            </a:r>
            <a:r>
              <a:rPr lang="en-US" dirty="0"/>
              <a:t> has acid on mouth and a </a:t>
            </a:r>
            <a:r>
              <a:rPr lang="en-US" dirty="0" err="1"/>
              <a:t>buldge</a:t>
            </a:r>
            <a:r>
              <a:rPr lang="en-US" dirty="0"/>
              <a:t> in his stomach.</a:t>
            </a:r>
          </a:p>
          <a:p>
            <a:endParaRPr lang="en-US" dirty="0"/>
          </a:p>
        </p:txBody>
      </p:sp>
    </p:spTree>
    <p:extLst>
      <p:ext uri="{BB962C8B-B14F-4D97-AF65-F5344CB8AC3E}">
        <p14:creationId xmlns:p14="http://schemas.microsoft.com/office/powerpoint/2010/main" val="1885825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6C3EC-8145-639C-2664-1155D3FF36F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16BC209-E2B3-06D7-0E13-4C9453F720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0296" y="1878891"/>
            <a:ext cx="4351338" cy="4351338"/>
          </a:xfrm>
        </p:spPr>
      </p:pic>
      <p:pic>
        <p:nvPicPr>
          <p:cNvPr id="4" name="Picture 3">
            <a:extLst>
              <a:ext uri="{FF2B5EF4-FFF2-40B4-BE49-F238E27FC236}">
                <a16:creationId xmlns:a16="http://schemas.microsoft.com/office/drawing/2014/main" id="{7746ABFF-9A83-12D4-1770-6980B9B316D1}"/>
              </a:ext>
            </a:extLst>
          </p:cNvPr>
          <p:cNvPicPr>
            <a:picLocks noChangeAspect="1"/>
          </p:cNvPicPr>
          <p:nvPr/>
        </p:nvPicPr>
        <p:blipFill>
          <a:blip r:embed="rId3"/>
          <a:stretch>
            <a:fillRect/>
          </a:stretch>
        </p:blipFill>
        <p:spPr>
          <a:xfrm>
            <a:off x="6891522" y="733887"/>
            <a:ext cx="3629025" cy="5638800"/>
          </a:xfrm>
          <a:prstGeom prst="rect">
            <a:avLst/>
          </a:prstGeom>
        </p:spPr>
      </p:pic>
    </p:spTree>
    <p:extLst>
      <p:ext uri="{BB962C8B-B14F-4D97-AF65-F5344CB8AC3E}">
        <p14:creationId xmlns:p14="http://schemas.microsoft.com/office/powerpoint/2010/main" val="1827284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96F07-9C8C-761C-26ED-EC72D4ACDCC4}"/>
              </a:ext>
            </a:extLst>
          </p:cNvPr>
          <p:cNvSpPr>
            <a:spLocks noGrp="1"/>
          </p:cNvSpPr>
          <p:nvPr>
            <p:ph type="title"/>
          </p:nvPr>
        </p:nvSpPr>
        <p:spPr/>
        <p:txBody>
          <a:bodyPr/>
          <a:lstStyle/>
          <a:p>
            <a:r>
              <a:rPr lang="en-US" dirty="0"/>
              <a:t>Heading to the island</a:t>
            </a:r>
          </a:p>
        </p:txBody>
      </p:sp>
      <p:sp>
        <p:nvSpPr>
          <p:cNvPr id="3" name="Content Placeholder 2">
            <a:extLst>
              <a:ext uri="{FF2B5EF4-FFF2-40B4-BE49-F238E27FC236}">
                <a16:creationId xmlns:a16="http://schemas.microsoft.com/office/drawing/2014/main" id="{876BFE01-F51D-DD32-2010-3E1DD102C7DA}"/>
              </a:ext>
            </a:extLst>
          </p:cNvPr>
          <p:cNvSpPr>
            <a:spLocks noGrp="1"/>
          </p:cNvSpPr>
          <p:nvPr>
            <p:ph idx="1"/>
          </p:nvPr>
        </p:nvSpPr>
        <p:spPr/>
        <p:txBody>
          <a:bodyPr/>
          <a:lstStyle/>
          <a:p>
            <a:r>
              <a:rPr lang="en-US" dirty="0"/>
              <a:t>Roll fortune for any goods we wish to purchase.</a:t>
            </a:r>
          </a:p>
          <a:p>
            <a:r>
              <a:rPr lang="en-US" dirty="0" err="1"/>
              <a:t>DeMendoza</a:t>
            </a:r>
            <a:r>
              <a:rPr lang="en-US" dirty="0"/>
              <a:t> has told us he is not coming.  Needs to tend to some family things.</a:t>
            </a:r>
          </a:p>
          <a:p>
            <a:endParaRPr lang="en-US" dirty="0"/>
          </a:p>
        </p:txBody>
      </p:sp>
    </p:spTree>
    <p:extLst>
      <p:ext uri="{BB962C8B-B14F-4D97-AF65-F5344CB8AC3E}">
        <p14:creationId xmlns:p14="http://schemas.microsoft.com/office/powerpoint/2010/main" val="1214976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F1D2D-6A3B-30FF-89A5-E416E57D9020}"/>
              </a:ext>
            </a:extLst>
          </p:cNvPr>
          <p:cNvSpPr>
            <a:spLocks noGrp="1"/>
          </p:cNvSpPr>
          <p:nvPr>
            <p:ph type="title"/>
          </p:nvPr>
        </p:nvSpPr>
        <p:spPr>
          <a:xfrm>
            <a:off x="838200" y="365125"/>
            <a:ext cx="3014709" cy="1325563"/>
          </a:xfrm>
        </p:spPr>
        <p:txBody>
          <a:bodyPr/>
          <a:lstStyle/>
          <a:p>
            <a:r>
              <a:rPr lang="en-US" dirty="0"/>
              <a:t>Isla Blanca</a:t>
            </a:r>
          </a:p>
        </p:txBody>
      </p:sp>
      <p:pic>
        <p:nvPicPr>
          <p:cNvPr id="5" name="Content Placeholder 4">
            <a:extLst>
              <a:ext uri="{FF2B5EF4-FFF2-40B4-BE49-F238E27FC236}">
                <a16:creationId xmlns:a16="http://schemas.microsoft.com/office/drawing/2014/main" id="{4149081E-742C-03A5-72FD-C9677082DF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0406" y="1690688"/>
            <a:ext cx="4351338" cy="4351338"/>
          </a:xfrm>
        </p:spPr>
      </p:pic>
      <p:pic>
        <p:nvPicPr>
          <p:cNvPr id="4" name="Picture 3">
            <a:extLst>
              <a:ext uri="{FF2B5EF4-FFF2-40B4-BE49-F238E27FC236}">
                <a16:creationId xmlns:a16="http://schemas.microsoft.com/office/drawing/2014/main" id="{456EBE7B-D56C-0F82-E421-036296F59582}"/>
              </a:ext>
            </a:extLst>
          </p:cNvPr>
          <p:cNvPicPr>
            <a:picLocks noChangeAspect="1"/>
          </p:cNvPicPr>
          <p:nvPr/>
        </p:nvPicPr>
        <p:blipFill>
          <a:blip r:embed="rId3"/>
          <a:stretch>
            <a:fillRect/>
          </a:stretch>
        </p:blipFill>
        <p:spPr>
          <a:xfrm>
            <a:off x="5495925" y="566182"/>
            <a:ext cx="6100762" cy="5475844"/>
          </a:xfrm>
          <a:prstGeom prst="rect">
            <a:avLst/>
          </a:prstGeom>
        </p:spPr>
      </p:pic>
    </p:spTree>
    <p:extLst>
      <p:ext uri="{BB962C8B-B14F-4D97-AF65-F5344CB8AC3E}">
        <p14:creationId xmlns:p14="http://schemas.microsoft.com/office/powerpoint/2010/main" val="2822465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C1D25-4F53-51A4-694B-D00A373AFD6A}"/>
              </a:ext>
            </a:extLst>
          </p:cNvPr>
          <p:cNvSpPr>
            <a:spLocks noGrp="1"/>
          </p:cNvSpPr>
          <p:nvPr>
            <p:ph type="title"/>
          </p:nvPr>
        </p:nvSpPr>
        <p:spPr/>
        <p:txBody>
          <a:bodyPr/>
          <a:lstStyle/>
          <a:p>
            <a:r>
              <a:rPr lang="en-US" dirty="0" err="1"/>
              <a:t>Nayra</a:t>
            </a:r>
            <a:r>
              <a:rPr lang="en-US" dirty="0"/>
              <a:t> the clairvoyant</a:t>
            </a:r>
          </a:p>
        </p:txBody>
      </p:sp>
      <p:sp>
        <p:nvSpPr>
          <p:cNvPr id="3" name="Content Placeholder 2">
            <a:extLst>
              <a:ext uri="{FF2B5EF4-FFF2-40B4-BE49-F238E27FC236}">
                <a16:creationId xmlns:a16="http://schemas.microsoft.com/office/drawing/2014/main" id="{50A94618-0A16-2CA2-644F-88E12BA75D5B}"/>
              </a:ext>
            </a:extLst>
          </p:cNvPr>
          <p:cNvSpPr>
            <a:spLocks noGrp="1"/>
          </p:cNvSpPr>
          <p:nvPr>
            <p:ph idx="1"/>
          </p:nvPr>
        </p:nvSpPr>
        <p:spPr/>
        <p:txBody>
          <a:bodyPr/>
          <a:lstStyle/>
          <a:p>
            <a:r>
              <a:rPr lang="en-US" dirty="0"/>
              <a:t>Tells us the story of a conquistador that crossed the land sewing destruction his name was Luis </a:t>
            </a:r>
            <a:r>
              <a:rPr lang="en-US" dirty="0" err="1"/>
              <a:t>DeMendoza</a:t>
            </a:r>
            <a:endParaRPr lang="en-US" dirty="0"/>
          </a:p>
        </p:txBody>
      </p:sp>
      <p:pic>
        <p:nvPicPr>
          <p:cNvPr id="5" name="Picture 4">
            <a:extLst>
              <a:ext uri="{FF2B5EF4-FFF2-40B4-BE49-F238E27FC236}">
                <a16:creationId xmlns:a16="http://schemas.microsoft.com/office/drawing/2014/main" id="{BADF388E-A2DC-67C1-1C01-3F83AD6391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8575" y="2452688"/>
            <a:ext cx="3859212" cy="3859212"/>
          </a:xfrm>
          <a:prstGeom prst="rect">
            <a:avLst/>
          </a:prstGeom>
        </p:spPr>
      </p:pic>
    </p:spTree>
    <p:extLst>
      <p:ext uri="{BB962C8B-B14F-4D97-AF65-F5344CB8AC3E}">
        <p14:creationId xmlns:p14="http://schemas.microsoft.com/office/powerpoint/2010/main" val="731188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34A6D-1561-C300-8351-F31EDD472F99}"/>
              </a:ext>
            </a:extLst>
          </p:cNvPr>
          <p:cNvSpPr>
            <a:spLocks noGrp="1"/>
          </p:cNvSpPr>
          <p:nvPr>
            <p:ph type="title"/>
          </p:nvPr>
        </p:nvSpPr>
        <p:spPr/>
        <p:txBody>
          <a:bodyPr/>
          <a:lstStyle/>
          <a:p>
            <a:r>
              <a:rPr lang="en-US" dirty="0"/>
              <a:t>Camp site first night on the island</a:t>
            </a:r>
          </a:p>
        </p:txBody>
      </p:sp>
      <p:pic>
        <p:nvPicPr>
          <p:cNvPr id="5" name="Content Placeholder 4">
            <a:extLst>
              <a:ext uri="{FF2B5EF4-FFF2-40B4-BE49-F238E27FC236}">
                <a16:creationId xmlns:a16="http://schemas.microsoft.com/office/drawing/2014/main" id="{8DA47993-9E0F-964F-1664-15D6C012F8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5657" y="1963404"/>
            <a:ext cx="4351338" cy="4351338"/>
          </a:xfrm>
        </p:spPr>
      </p:pic>
      <p:sp>
        <p:nvSpPr>
          <p:cNvPr id="3" name="TextBox 2">
            <a:extLst>
              <a:ext uri="{FF2B5EF4-FFF2-40B4-BE49-F238E27FC236}">
                <a16:creationId xmlns:a16="http://schemas.microsoft.com/office/drawing/2014/main" id="{DD474AA4-C4C5-B5CA-1175-0D7081910957}"/>
              </a:ext>
            </a:extLst>
          </p:cNvPr>
          <p:cNvSpPr txBox="1"/>
          <p:nvPr/>
        </p:nvSpPr>
        <p:spPr>
          <a:xfrm>
            <a:off x="6010183" y="2157274"/>
            <a:ext cx="5202314" cy="923330"/>
          </a:xfrm>
          <a:prstGeom prst="rect">
            <a:avLst/>
          </a:prstGeom>
          <a:noFill/>
        </p:spPr>
        <p:txBody>
          <a:bodyPr wrap="square" rtlCol="0">
            <a:spAutoFit/>
          </a:bodyPr>
          <a:lstStyle/>
          <a:p>
            <a:r>
              <a:rPr lang="en-US" dirty="0"/>
              <a:t>Roll const for altitude sickness</a:t>
            </a:r>
          </a:p>
          <a:p>
            <a:r>
              <a:rPr lang="en-US" dirty="0"/>
              <a:t>If we don’t keep watch the donkeys die</a:t>
            </a:r>
          </a:p>
          <a:p>
            <a:r>
              <a:rPr lang="en-US" dirty="0" err="1"/>
              <a:t>Karisiri</a:t>
            </a:r>
            <a:r>
              <a:rPr lang="en-US" dirty="0"/>
              <a:t> will run if spotted</a:t>
            </a:r>
          </a:p>
        </p:txBody>
      </p:sp>
    </p:spTree>
    <p:extLst>
      <p:ext uri="{BB962C8B-B14F-4D97-AF65-F5344CB8AC3E}">
        <p14:creationId xmlns:p14="http://schemas.microsoft.com/office/powerpoint/2010/main" val="3072171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7A64D-8678-0CB5-75E4-B794857EB7D2}"/>
              </a:ext>
            </a:extLst>
          </p:cNvPr>
          <p:cNvSpPr>
            <a:spLocks noGrp="1"/>
          </p:cNvSpPr>
          <p:nvPr>
            <p:ph type="title"/>
          </p:nvPr>
        </p:nvSpPr>
        <p:spPr/>
        <p:txBody>
          <a:bodyPr/>
          <a:lstStyle/>
          <a:p>
            <a:r>
              <a:rPr lang="en-US" dirty="0"/>
              <a:t>Overlook – spotting the </a:t>
            </a:r>
            <a:r>
              <a:rPr lang="en-US" dirty="0" err="1"/>
              <a:t>Karisiri</a:t>
            </a:r>
            <a:endParaRPr lang="en-US" dirty="0"/>
          </a:p>
        </p:txBody>
      </p:sp>
      <p:sp>
        <p:nvSpPr>
          <p:cNvPr id="3" name="Content Placeholder 2">
            <a:extLst>
              <a:ext uri="{FF2B5EF4-FFF2-40B4-BE49-F238E27FC236}">
                <a16:creationId xmlns:a16="http://schemas.microsoft.com/office/drawing/2014/main" id="{023C04F5-51D0-18EC-600F-AE018E0F417A}"/>
              </a:ext>
            </a:extLst>
          </p:cNvPr>
          <p:cNvSpPr>
            <a:spLocks noGrp="1"/>
          </p:cNvSpPr>
          <p:nvPr>
            <p:ph idx="1"/>
          </p:nvPr>
        </p:nvSpPr>
        <p:spPr/>
        <p:txBody>
          <a:bodyPr/>
          <a:lstStyle/>
          <a:p>
            <a:r>
              <a:rPr lang="en-US" dirty="0"/>
              <a:t>Fat with distended bellies we spot them from the overlook heading towards the pyramid</a:t>
            </a:r>
          </a:p>
        </p:txBody>
      </p:sp>
    </p:spTree>
    <p:extLst>
      <p:ext uri="{BB962C8B-B14F-4D97-AF65-F5344CB8AC3E}">
        <p14:creationId xmlns:p14="http://schemas.microsoft.com/office/powerpoint/2010/main" val="1694380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F0A7D-7DF4-CC63-7C86-2CA22A3256CA}"/>
              </a:ext>
            </a:extLst>
          </p:cNvPr>
          <p:cNvSpPr>
            <a:spLocks noGrp="1"/>
          </p:cNvSpPr>
          <p:nvPr>
            <p:ph type="title"/>
          </p:nvPr>
        </p:nvSpPr>
        <p:spPr/>
        <p:txBody>
          <a:bodyPr/>
          <a:lstStyle/>
          <a:p>
            <a:r>
              <a:rPr lang="en-US" dirty="0"/>
              <a:t>Meeting Julio Cespedes and Domingo his son</a:t>
            </a:r>
          </a:p>
        </p:txBody>
      </p:sp>
      <p:sp>
        <p:nvSpPr>
          <p:cNvPr id="3" name="Content Placeholder 2">
            <a:extLst>
              <a:ext uri="{FF2B5EF4-FFF2-40B4-BE49-F238E27FC236}">
                <a16:creationId xmlns:a16="http://schemas.microsoft.com/office/drawing/2014/main" id="{D16B8F12-86AA-2195-974E-23CAC5E3D5E7}"/>
              </a:ext>
            </a:extLst>
          </p:cNvPr>
          <p:cNvSpPr>
            <a:spLocks noGrp="1"/>
          </p:cNvSpPr>
          <p:nvPr>
            <p:ph idx="1"/>
          </p:nvPr>
        </p:nvSpPr>
        <p:spPr/>
        <p:txBody>
          <a:bodyPr/>
          <a:lstStyle/>
          <a:p>
            <a:r>
              <a:rPr lang="en-US" dirty="0"/>
              <a:t>Son is wounded and suspicious gaping hole in his chest – he knows where the pyramid is if Larkin is gone or dead.</a:t>
            </a:r>
          </a:p>
          <a:p>
            <a:r>
              <a:rPr lang="en-US" dirty="0"/>
              <a:t>Saving the son will result in him handing over weapons or some medicine or anything needed.  Will need a great success on medicine</a:t>
            </a:r>
          </a:p>
        </p:txBody>
      </p:sp>
    </p:spTree>
    <p:extLst>
      <p:ext uri="{BB962C8B-B14F-4D97-AF65-F5344CB8AC3E}">
        <p14:creationId xmlns:p14="http://schemas.microsoft.com/office/powerpoint/2010/main" val="787115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21D4F-26EA-CAB5-6C64-BB7387D5D635}"/>
              </a:ext>
            </a:extLst>
          </p:cNvPr>
          <p:cNvSpPr>
            <a:spLocks noGrp="1"/>
          </p:cNvSpPr>
          <p:nvPr>
            <p:ph type="title"/>
          </p:nvPr>
        </p:nvSpPr>
        <p:spPr/>
        <p:txBody>
          <a:bodyPr/>
          <a:lstStyle/>
          <a:p>
            <a:r>
              <a:rPr lang="en-US" dirty="0"/>
              <a:t>The climb</a:t>
            </a:r>
          </a:p>
        </p:txBody>
      </p:sp>
      <p:sp>
        <p:nvSpPr>
          <p:cNvPr id="3" name="Content Placeholder 2">
            <a:extLst>
              <a:ext uri="{FF2B5EF4-FFF2-40B4-BE49-F238E27FC236}">
                <a16:creationId xmlns:a16="http://schemas.microsoft.com/office/drawing/2014/main" id="{965F292F-FB8B-5911-4C1C-69192E2212A0}"/>
              </a:ext>
            </a:extLst>
          </p:cNvPr>
          <p:cNvSpPr>
            <a:spLocks noGrp="1"/>
          </p:cNvSpPr>
          <p:nvPr>
            <p:ph idx="1"/>
          </p:nvPr>
        </p:nvSpPr>
        <p:spPr/>
        <p:txBody>
          <a:bodyPr/>
          <a:lstStyle/>
          <a:p>
            <a:r>
              <a:rPr lang="en-US" dirty="0"/>
              <a:t>Climb up here Larkin will either attempt to convince them to go in the front door or will turn on them depending how sus they are.</a:t>
            </a:r>
          </a:p>
          <a:p>
            <a:r>
              <a:rPr lang="en-US" dirty="0"/>
              <a:t>If he turns the </a:t>
            </a:r>
            <a:r>
              <a:rPr lang="en-US" dirty="0" err="1"/>
              <a:t>karisiri</a:t>
            </a:r>
            <a:r>
              <a:rPr lang="en-US" dirty="0"/>
              <a:t> are waiting when we enter if not we see them vomit and he leads us in.  The doors will close and </a:t>
            </a:r>
            <a:r>
              <a:rPr lang="en-US" dirty="0" err="1"/>
              <a:t>DeMendoza</a:t>
            </a:r>
            <a:r>
              <a:rPr lang="en-US" dirty="0"/>
              <a:t> is there with two </a:t>
            </a:r>
            <a:r>
              <a:rPr lang="en-US" dirty="0" err="1"/>
              <a:t>karisiri</a:t>
            </a:r>
            <a:r>
              <a:rPr lang="en-US" dirty="0"/>
              <a:t> and two maggots.</a:t>
            </a:r>
          </a:p>
          <a:p>
            <a:endParaRPr lang="en-US" dirty="0"/>
          </a:p>
        </p:txBody>
      </p:sp>
    </p:spTree>
    <p:extLst>
      <p:ext uri="{BB962C8B-B14F-4D97-AF65-F5344CB8AC3E}">
        <p14:creationId xmlns:p14="http://schemas.microsoft.com/office/powerpoint/2010/main" val="3590359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67542-FDB4-EB86-A5E0-2851AB499E16}"/>
              </a:ext>
            </a:extLst>
          </p:cNvPr>
          <p:cNvSpPr>
            <a:spLocks noGrp="1"/>
          </p:cNvSpPr>
          <p:nvPr>
            <p:ph type="title"/>
          </p:nvPr>
        </p:nvSpPr>
        <p:spPr/>
        <p:txBody>
          <a:bodyPr/>
          <a:lstStyle/>
          <a:p>
            <a:r>
              <a:rPr lang="en-US" dirty="0"/>
              <a:t>Tracking the </a:t>
            </a:r>
            <a:r>
              <a:rPr lang="en-US" dirty="0" err="1"/>
              <a:t>Karisiri</a:t>
            </a:r>
            <a:r>
              <a:rPr lang="en-US" dirty="0"/>
              <a:t> leads to Pyramid</a:t>
            </a:r>
          </a:p>
        </p:txBody>
      </p:sp>
      <p:pic>
        <p:nvPicPr>
          <p:cNvPr id="5" name="Content Placeholder 4">
            <a:extLst>
              <a:ext uri="{FF2B5EF4-FFF2-40B4-BE49-F238E27FC236}">
                <a16:creationId xmlns:a16="http://schemas.microsoft.com/office/drawing/2014/main" id="{7C98D3CC-648C-CE21-C5D1-13CB946659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4351338" cy="4351338"/>
          </a:xfrm>
        </p:spPr>
      </p:pic>
    </p:spTree>
    <p:extLst>
      <p:ext uri="{BB962C8B-B14F-4D97-AF65-F5344CB8AC3E}">
        <p14:creationId xmlns:p14="http://schemas.microsoft.com/office/powerpoint/2010/main" val="3947979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41879-093F-B146-A1B3-303F2FC433F3}"/>
              </a:ext>
            </a:extLst>
          </p:cNvPr>
          <p:cNvSpPr>
            <a:spLocks noGrp="1"/>
          </p:cNvSpPr>
          <p:nvPr>
            <p:ph type="title"/>
          </p:nvPr>
        </p:nvSpPr>
        <p:spPr/>
        <p:txBody>
          <a:bodyPr/>
          <a:lstStyle/>
          <a:p>
            <a:r>
              <a:rPr lang="en-US" dirty="0"/>
              <a:t>Pyramid entry has front door and bone shoot</a:t>
            </a:r>
          </a:p>
        </p:txBody>
      </p:sp>
      <p:sp>
        <p:nvSpPr>
          <p:cNvPr id="3" name="Content Placeholder 2">
            <a:extLst>
              <a:ext uri="{FF2B5EF4-FFF2-40B4-BE49-F238E27FC236}">
                <a16:creationId xmlns:a16="http://schemas.microsoft.com/office/drawing/2014/main" id="{8E07A2B5-AB03-7D9E-C2B5-AA43F0439BBA}"/>
              </a:ext>
            </a:extLst>
          </p:cNvPr>
          <p:cNvSpPr>
            <a:spLocks noGrp="1"/>
          </p:cNvSpPr>
          <p:nvPr>
            <p:ph idx="1"/>
          </p:nvPr>
        </p:nvSpPr>
        <p:spPr/>
        <p:txBody>
          <a:bodyPr/>
          <a:lstStyle/>
          <a:p>
            <a:r>
              <a:rPr lang="en-US" dirty="0" err="1"/>
              <a:t>Karisiri</a:t>
            </a:r>
            <a:r>
              <a:rPr lang="en-US" dirty="0"/>
              <a:t> enter front door and vomit into a crack – many more </a:t>
            </a:r>
            <a:r>
              <a:rPr lang="en-US" dirty="0" err="1"/>
              <a:t>karisiri</a:t>
            </a:r>
            <a:r>
              <a:rPr lang="en-US" dirty="0"/>
              <a:t> this way including Mendoza.  Here they turn on you</a:t>
            </a:r>
          </a:p>
          <a:p>
            <a:r>
              <a:rPr lang="en-US" dirty="0"/>
              <a:t>Bone shoot leads to room with rags that turn into </a:t>
            </a:r>
            <a:r>
              <a:rPr lang="en-US" dirty="0" err="1"/>
              <a:t>mummmies</a:t>
            </a:r>
            <a:endParaRPr lang="en-US" dirty="0"/>
          </a:p>
          <a:p>
            <a:r>
              <a:rPr lang="en-US" dirty="0"/>
              <a:t>Past there brings us down to the lake which has some missing gold work across the lake.  Replacing this will halt the dripping and burning the lake will kill the father of maggots.</a:t>
            </a:r>
          </a:p>
          <a:p>
            <a:r>
              <a:rPr lang="en-US" dirty="0"/>
              <a:t>If Larkin is alive he will try to stop you or feed you to </a:t>
            </a:r>
            <a:r>
              <a:rPr lang="en-US" dirty="0" err="1"/>
              <a:t>karisiri</a:t>
            </a:r>
            <a:r>
              <a:rPr lang="en-US" dirty="0"/>
              <a:t>.</a:t>
            </a:r>
          </a:p>
          <a:p>
            <a:r>
              <a:rPr lang="en-US" dirty="0" err="1"/>
              <a:t>DeMendoza</a:t>
            </a:r>
            <a:r>
              <a:rPr lang="en-US" dirty="0"/>
              <a:t> dies and turns to dust – </a:t>
            </a:r>
            <a:r>
              <a:rPr lang="en-US" dirty="0" err="1"/>
              <a:t>salvame</a:t>
            </a:r>
            <a:r>
              <a:rPr lang="en-US" dirty="0"/>
              <a:t> padre de </a:t>
            </a:r>
            <a:r>
              <a:rPr lang="en-US" dirty="0" err="1"/>
              <a:t>los</a:t>
            </a:r>
            <a:r>
              <a:rPr lang="en-US" dirty="0"/>
              <a:t> </a:t>
            </a:r>
            <a:r>
              <a:rPr lang="en-US" dirty="0" err="1"/>
              <a:t>gusanos</a:t>
            </a:r>
            <a:endParaRPr lang="en-US" dirty="0"/>
          </a:p>
        </p:txBody>
      </p:sp>
      <p:sp>
        <p:nvSpPr>
          <p:cNvPr id="4" name="Rectangle 1">
            <a:extLst>
              <a:ext uri="{FF2B5EF4-FFF2-40B4-BE49-F238E27FC236}">
                <a16:creationId xmlns:a16="http://schemas.microsoft.com/office/drawing/2014/main" id="{D4A89445-8865-F97B-9045-029DFBFE0FE7}"/>
              </a:ext>
            </a:extLst>
          </p:cNvPr>
          <p:cNvSpPr>
            <a:spLocks noChangeArrowheads="1"/>
          </p:cNvSpPr>
          <p:nvPr/>
        </p:nvSpPr>
        <p:spPr bwMode="auto">
          <a:xfrm>
            <a:off x="0" y="0"/>
            <a:ext cx="12192000" cy="457200"/>
          </a:xfrm>
          <a:prstGeom prst="rect">
            <a:avLst/>
          </a:prstGeom>
          <a:solidFill>
            <a:srgbClr val="30313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n-US" sz="2100" b="0" i="0" u="none" strike="noStrike" cap="none" normalizeH="0" baseline="0">
                <a:ln>
                  <a:noFill/>
                </a:ln>
                <a:solidFill>
                  <a:srgbClr val="E8EAED"/>
                </a:solidFill>
                <a:effectLst/>
                <a:latin typeface="inherit"/>
              </a:rPr>
              <a:t>sálvame padre de los gusanos</a:t>
            </a:r>
            <a:r>
              <a:rPr kumimoji="0" lang="es-ES" altLang="en-US" sz="800" b="0" i="0" u="none" strike="noStrike" cap="none" normalizeH="0" baseline="0">
                <a:ln>
                  <a:noFill/>
                </a:ln>
                <a:solidFill>
                  <a:schemeClr val="tx1"/>
                </a:solidFill>
                <a:effectLst/>
              </a:rPr>
              <a:t> </a:t>
            </a:r>
            <a:endParaRPr kumimoji="0" lang="es-E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EC75DA2E-2703-0689-EA02-6BF79666946A}"/>
              </a:ext>
            </a:extLst>
          </p:cNvPr>
          <p:cNvSpPr>
            <a:spLocks noChangeArrowheads="1"/>
          </p:cNvSpPr>
          <p:nvPr/>
        </p:nvSpPr>
        <p:spPr bwMode="auto">
          <a:xfrm>
            <a:off x="152400" y="152400"/>
            <a:ext cx="12192000" cy="457200"/>
          </a:xfrm>
          <a:prstGeom prst="rect">
            <a:avLst/>
          </a:prstGeom>
          <a:solidFill>
            <a:srgbClr val="30313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n-US" sz="2100" b="0" i="0" u="none" strike="noStrike" cap="none" normalizeH="0" baseline="0">
                <a:ln>
                  <a:noFill/>
                </a:ln>
                <a:solidFill>
                  <a:srgbClr val="E8EAED"/>
                </a:solidFill>
                <a:effectLst/>
                <a:latin typeface="inherit"/>
              </a:rPr>
              <a:t>sálvame padre de los gusanos</a:t>
            </a:r>
            <a:r>
              <a:rPr kumimoji="0" lang="es-ES" altLang="en-US" sz="800" b="0" i="0" u="none" strike="noStrike" cap="none" normalizeH="0" baseline="0">
                <a:ln>
                  <a:noFill/>
                </a:ln>
                <a:solidFill>
                  <a:schemeClr val="tx1"/>
                </a:solidFill>
                <a:effectLst/>
              </a:rPr>
              <a:t> </a:t>
            </a:r>
            <a:endParaRPr kumimoji="0" lang="es-E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90163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791</TotalTime>
  <Words>652</Words>
  <Application>Microsoft Office PowerPoint</Application>
  <PresentationFormat>Widescreen</PresentationFormat>
  <Paragraphs>57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inherit</vt:lpstr>
      <vt:lpstr>Office Theme</vt:lpstr>
      <vt:lpstr>PowerPoint Presentation</vt:lpstr>
      <vt:lpstr>PowerPoint Presentation</vt:lpstr>
      <vt:lpstr>If they go research -Trinidad Rizo</vt:lpstr>
      <vt:lpstr>Professor Nemesio Sánchez</vt:lpstr>
      <vt:lpstr>PowerPoint Presentation</vt:lpstr>
      <vt:lpstr>PowerPoint Presentation</vt:lpstr>
      <vt:lpstr>DeMendoza’s room is locked</vt:lpstr>
      <vt:lpstr>Professor Nemesio Sánchez</vt:lpstr>
      <vt:lpstr>PowerPoint Presentation</vt:lpstr>
      <vt:lpstr>Heading to the island</vt:lpstr>
      <vt:lpstr>Isla Blanca</vt:lpstr>
      <vt:lpstr>Nayra the clairvoyant</vt:lpstr>
      <vt:lpstr>Camp site first night on the island</vt:lpstr>
      <vt:lpstr>Overlook – spotting the Karisiri</vt:lpstr>
      <vt:lpstr>Meeting Julio Cespedes and Domingo his son</vt:lpstr>
      <vt:lpstr>The climb</vt:lpstr>
      <vt:lpstr>Tracking the Karisiri leads to Pyramid</vt:lpstr>
      <vt:lpstr>Pyramid entry has front door and bone shoot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Morman (US), Brian J</dc:creator>
  <cp:lastModifiedBy>Morman (US), Brian J</cp:lastModifiedBy>
  <cp:revision>15</cp:revision>
  <dcterms:created xsi:type="dcterms:W3CDTF">2024-07-25T16:14:52Z</dcterms:created>
  <dcterms:modified xsi:type="dcterms:W3CDTF">2024-08-02T12:09:07Z</dcterms:modified>
</cp:coreProperties>
</file>