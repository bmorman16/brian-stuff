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2" y="-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9D2EF-7E38-B9AF-AFE7-51E0184C7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075818-CFA3-A4F7-C070-5A23D3FF32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CED01-5300-D9EC-DB84-B375C5CF6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7684F-97B2-4245-8CB0-D846CEB3832E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E13D9-4C80-0B39-8DE8-3AA9142BF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D9904-B1B3-CFCA-D649-A45F19DB5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572CB-779E-4CB3-BA44-61F97887B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03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4BE11-849D-6207-6E0D-8CDE99E1B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74953-78E9-F31F-8E72-2373F21139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8F132-2CD5-8287-1AB3-FB916F4F7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7684F-97B2-4245-8CB0-D846CEB3832E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17921E-4060-130F-9E1F-36EB081EB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E03C5-28BD-4B5C-798E-4872653C6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572CB-779E-4CB3-BA44-61F97887B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185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17B7A-40A7-8357-EAF5-6D7C0310F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B0542C-738A-ECE2-0175-B82C70846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EBC2B-D793-4AE5-6E2A-031A4478F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7684F-97B2-4245-8CB0-D846CEB3832E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EB423-7024-74CE-9952-37CD88CD6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22F43-76E9-E354-5349-EBCE67F9B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572CB-779E-4CB3-BA44-61F97887B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510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873C5-F8BA-28AF-759D-E054A0E89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48FA7-1413-7C21-3175-F91F67A330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269BE-4817-96EC-F84F-63DAE9552D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4ABB11-A4FD-5898-71BB-53435ABEB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7684F-97B2-4245-8CB0-D846CEB3832E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D926A8-2A35-42CE-4B97-311FFFBE2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21DF27-F45B-94E7-D1E2-B6EB8A939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572CB-779E-4CB3-BA44-61F97887B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28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1A1EA-9C30-07A2-FC0C-A743691A9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AA5303-DC38-155A-6F87-D60789D39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CF774C-2A7D-FF48-9EDC-B0A2690175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C9A177-0BEA-A9C2-528A-5639B72303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40AA0C-0E71-9E0A-87B5-DDE6B2B2C4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931864-B14D-F6C8-7E99-E7615094C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7684F-97B2-4245-8CB0-D846CEB3832E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69EDF0-9B3F-75B5-ED92-4241602DF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EB7E91-2DA9-CF34-78C5-B98B51591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572CB-779E-4CB3-BA44-61F97887B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31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EF0FC-AEB5-D41A-0901-5A89DD670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03ACAC-F3BA-3EA4-075B-6B998DE2E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7684F-97B2-4245-8CB0-D846CEB3832E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318DC-4AC0-CA76-AF70-859707A02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FF6085-2795-A794-9DD1-1FE65AF13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572CB-779E-4CB3-BA44-61F97887B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256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9EC3C1-CD60-3BD7-70B0-CBB355AC6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7684F-97B2-4245-8CB0-D846CEB3832E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DA6437-D3A4-1A3E-4C7B-10E1DE48A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5B5AD-BE3C-A69C-B809-519FC914B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572CB-779E-4CB3-BA44-61F97887B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372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B34A6-0E57-A1BA-3637-4982C9201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D8955-7602-46CA-D115-57DEBF39A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87DBC8-2870-4ECF-10E0-449EFE20EB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9FB4E9-9B36-7593-3CA4-6A7EC4F34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7684F-97B2-4245-8CB0-D846CEB3832E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282E8B-4181-797E-758D-68CA9E593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1446F4-0209-7A4D-3AF8-835A383C3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572CB-779E-4CB3-BA44-61F97887B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437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22464-87F2-F164-032B-5426F2DFC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ABC29E-ED9B-8E23-0C75-EED1CF3E2D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B65380-CCC3-58F0-58F4-38AA3EADCB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623981-49C7-5407-C3B9-F3843047E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7684F-97B2-4245-8CB0-D846CEB3832E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DEEB23-C5A8-4BE3-A963-ECD3C1DFA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4EFA35-8BB5-BB0F-E01F-15470E2B5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572CB-779E-4CB3-BA44-61F97887B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039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C4385-712F-5733-A0CA-B15DB4EB5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3B2C28-BF9B-B025-C09C-0D328EA90C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68A43-FFE2-B717-7489-3EF3C7137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7684F-97B2-4245-8CB0-D846CEB3832E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F23BD-2121-6892-96FB-0AFE6CB64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0BC1D-F377-BE7E-4DAC-EA73266ED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572CB-779E-4CB3-BA44-61F97887B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527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3D1B53-8703-3F6A-4EE3-51DEFC0F35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B49263-7B8D-062D-8B9B-30CEB38E9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51004-3BEC-BC86-5541-E6328B0D6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7684F-97B2-4245-8CB0-D846CEB3832E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47D74-ED8C-1D4E-BC37-B37DB6153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13019-F374-C1B1-90E4-2F2949BA9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572CB-779E-4CB3-BA44-61F97887B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848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EF8704-BA14-12E6-E927-C95FF0903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9432A-36A2-DE32-B5B0-F643FC829F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55B59-F615-CD62-71C0-FBCF02C75A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87684F-97B2-4245-8CB0-D846CEB3832E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0FEAA-B7B6-FC3F-BCDA-A39E1DA5E3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8D4D0-8192-E0CE-829C-66A321A47F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8572CB-779E-4CB3-BA44-61F97887B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726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5A543-5849-1B4E-7744-7CC2364071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4B56BF-6306-26C1-D9B3-BC99E58360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172C19-628C-88E3-04DF-8662B67F2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054" y="803564"/>
            <a:ext cx="7616225" cy="5800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95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FFD1D-6D8F-0A94-4FAF-FD4796DBA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1A67C5-0A6B-EAE5-1B3A-6BFB088D45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4037" y="-835804"/>
            <a:ext cx="4966136" cy="7419168"/>
          </a:xfrm>
        </p:spPr>
      </p:pic>
    </p:spTree>
    <p:extLst>
      <p:ext uri="{BB962C8B-B14F-4D97-AF65-F5344CB8AC3E}">
        <p14:creationId xmlns:p14="http://schemas.microsoft.com/office/powerpoint/2010/main" val="3722702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B9ACA-B6C8-321F-BDF5-A3B3BAF0A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753CE-7132-E66C-87B1-C4D773E42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272C1C-31F4-965E-056B-DBB8F74CB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152" y="221673"/>
            <a:ext cx="6630412" cy="6469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72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BA46B-CEDB-35F1-68E0-22E0A613E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577B4-A7C2-2C5B-0967-A5AC919FA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97E013-CE7A-7992-1632-FB36D338F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5127" y="140099"/>
            <a:ext cx="7879778" cy="6510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133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18FBB-5373-C02C-29B1-FC803381E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BABCA-C3E5-528D-2D0F-40AAC568A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FC5C46-229B-C420-9242-9B2A9BDC5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636" y="99778"/>
            <a:ext cx="7289669" cy="6652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422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BABBA-6AFB-9693-AE37-ECB6902BE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F5BC1-6E07-8B85-D201-5C5874C77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903B7F-E1A0-5756-335D-FF270137C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873" y="-118369"/>
            <a:ext cx="6080325" cy="688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231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76A14-7578-348E-5A48-708C574B6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46670-6BB1-BC14-5F15-EAE51693D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78C917-6585-D7B5-98AE-A3660E4F8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959" y="73891"/>
            <a:ext cx="7402295" cy="674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60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A2E95-0030-A415-4845-39F156478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F7152-F079-A8A1-D7B6-FE5879811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A0E909-0A72-1805-2A1C-9E9B4DADF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4077" y="0"/>
            <a:ext cx="45838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554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30449-9A49-11CD-7CF0-FC1F98288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86EE51-95CE-5F9C-80C9-92631F798B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700121" y="1616045"/>
            <a:ext cx="12464468" cy="3996364"/>
          </a:xfrm>
        </p:spPr>
      </p:pic>
    </p:spTree>
    <p:extLst>
      <p:ext uri="{BB962C8B-B14F-4D97-AF65-F5344CB8AC3E}">
        <p14:creationId xmlns:p14="http://schemas.microsoft.com/office/powerpoint/2010/main" val="1369866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A5401-09CB-ED2D-8FD6-63311A20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44224F-C7C1-275A-4B0E-27A8E110D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182" y="365125"/>
            <a:ext cx="9402440" cy="591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871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2C3D6-ACA1-DD8D-D3B1-F4374177F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Cultist 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63C1CF-BD27-BB78-EDA1-3176DBD40E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2413" y="-187793"/>
            <a:ext cx="8129769" cy="523954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E1993B-EC26-2104-1301-4C003D2D9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517247" y="1041469"/>
            <a:ext cx="3635952" cy="23572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39EA5A-DA9B-3F37-992C-C11F460948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7666" y="5331546"/>
            <a:ext cx="6886575" cy="206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805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6A4FC-6439-1249-047A-0FFFFA58C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Culstist</a:t>
            </a:r>
            <a:r>
              <a:rPr lang="en-US" dirty="0"/>
              <a:t>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236F7-2A6F-42E6-2C22-9A44D1E84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F3E9BF-16AC-E253-E3FC-2D0E728E2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18" y="0"/>
            <a:ext cx="9486900" cy="5676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C17545-4996-0830-75C9-0B3152860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8582" y="2215284"/>
            <a:ext cx="9372600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8844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519DD-633C-E7B4-DDEF-C97B8645F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Culstist 3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263197-9FA8-C542-2A34-FE6A098017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5400000">
            <a:off x="4405499" y="1524702"/>
            <a:ext cx="6972016" cy="392261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1D1937-07C2-9B8F-4312-50399C83E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921" y="2524078"/>
            <a:ext cx="2343150" cy="162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93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1196</TotalTime>
  <Words>6</Words>
  <Application>Microsoft Office PowerPoint</Application>
  <PresentationFormat>Widescreen</PresentationFormat>
  <Paragraphs>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Cultist 1</vt:lpstr>
      <vt:lpstr>Culstist 2</vt:lpstr>
      <vt:lpstr>Culstist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Morman (US), Brian J</dc:creator>
  <cp:lastModifiedBy>Morman, Brian</cp:lastModifiedBy>
  <cp:revision>2</cp:revision>
  <dcterms:created xsi:type="dcterms:W3CDTF">2024-10-17T02:36:53Z</dcterms:created>
  <dcterms:modified xsi:type="dcterms:W3CDTF">2024-10-31T11:46:44Z</dcterms:modified>
</cp:coreProperties>
</file>