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D2EF-7E38-B9AF-AFE7-51E0184C7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75818-CFA3-A4F7-C070-5A23D3FF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ED01-5300-D9EC-DB84-B375C5CF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13D9-4C80-0B39-8DE8-3AA9142B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D9904-B1B3-CFCA-D649-A45F19DB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BE11-849D-6207-6E0D-8CDE99E1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4953-78E9-F31F-8E72-2373F211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F132-2CD5-8287-1AB3-FB916F4F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7921E-4060-130F-9E1F-36EB081E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E03C5-28BD-4B5C-798E-4872653C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8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7B7A-40A7-8357-EAF5-6D7C0310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0542C-738A-ECE2-0175-B82C7084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BC2B-D793-4AE5-6E2A-031A4478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EB423-7024-74CE-9952-37CD88CD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F43-76E9-E354-5349-EBCE67F9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1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73C5-F8BA-28AF-759D-E054A0E8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8FA7-1413-7C21-3175-F91F67A33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69BE-4817-96EC-F84F-63DAE9552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ABB11-A4FD-5898-71BB-53435ABE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926A8-2A35-42CE-4B97-311FFFBE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1DF27-F45B-94E7-D1E2-B6EB8A93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A1EA-9C30-07A2-FC0C-A743691A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A5303-DC38-155A-6F87-D60789D39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F774C-2A7D-FF48-9EDC-B0A269017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9A177-0BEA-A9C2-528A-5639B7230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0AA0C-0E71-9E0A-87B5-DDE6B2B2C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31864-B14D-F6C8-7E99-E7615094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9EDF0-9B3F-75B5-ED92-4241602D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B7E91-2DA9-CF34-78C5-B98B5159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F0FC-AEB5-D41A-0901-5A89DD67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3ACAC-F3BA-3EA4-075B-6B998DE2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318DC-4AC0-CA76-AF70-859707A0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F6085-2795-A794-9DD1-1FE65AF1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5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EC3C1-CD60-3BD7-70B0-CBB355A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A6437-D3A4-1A3E-4C7B-10E1DE48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5B5AD-BE3C-A69C-B809-519FC914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7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34A6-0E57-A1BA-3637-4982C920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8955-7602-46CA-D115-57DEBF39A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DBC8-2870-4ECF-10E0-449EFE20E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FB4E9-9B36-7593-3CA4-6A7EC4F3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82E8B-4181-797E-758D-68CA9E59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446F4-0209-7A4D-3AF8-835A383C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3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464-87F2-F164-032B-5426F2DF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BC29E-ED9B-8E23-0C75-EED1CF3E2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65380-CCC3-58F0-58F4-38AA3EADC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23981-49C7-5407-C3B9-F3843047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EB23-C5A8-4BE3-A963-ECD3C1DF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FA35-8BB5-BB0F-E01F-15470E2B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3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4385-712F-5733-A0CA-B15DB4EB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B2C28-BF9B-B025-C09C-0D328EA90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68A43-FFE2-B717-7489-3EF3C713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F23BD-2121-6892-96FB-0AFE6CB6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BC1D-F377-BE7E-4DAC-EA73266E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2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D1B53-8703-3F6A-4EE3-51DEFC0F3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49263-7B8D-062D-8B9B-30CEB38E9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1004-3BEC-BC86-5541-E6328B0D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47D74-ED8C-1D4E-BC37-B37DB615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13019-F374-C1B1-90E4-2F2949BA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F8704-BA14-12E6-E927-C95FF090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9432A-36A2-DE32-B5B0-F643FC829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55B59-F615-CD62-71C0-FBCF02C75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7684F-97B2-4245-8CB0-D846CEB3832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FEAA-B7B6-FC3F-BCDA-A39E1DA5E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D4D0-8192-E0CE-829C-66A321A47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A543-5849-1B4E-7744-7CC236407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B56BF-6306-26C1-D9B3-BC99E5836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72C19-628C-88E3-04DF-8662B67F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54" y="803564"/>
            <a:ext cx="7616225" cy="58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FD1D-6D8F-0A94-4FAF-FD4796DB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A67C5-0A6B-EAE5-1B3A-6BFB088D4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037" y="-835804"/>
            <a:ext cx="4966136" cy="7419168"/>
          </a:xfrm>
        </p:spPr>
      </p:pic>
    </p:spTree>
    <p:extLst>
      <p:ext uri="{BB962C8B-B14F-4D97-AF65-F5344CB8AC3E}">
        <p14:creationId xmlns:p14="http://schemas.microsoft.com/office/powerpoint/2010/main" val="372270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9ACA-B6C8-321F-BDF5-A3B3BAF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753CE-7132-E66C-87B1-C4D773E4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72C1C-31F4-965E-056B-DBB8F74C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152" y="221673"/>
            <a:ext cx="6630412" cy="646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46B-CEDB-35F1-68E0-22E0A613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577B4-A7C2-2C5B-0967-A5AC919FA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7E013-CE7A-7992-1632-FB36D338F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127" y="140099"/>
            <a:ext cx="7879778" cy="651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3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8FBB-5373-C02C-29B1-FC803381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BABCA-C3E5-528D-2D0F-40AAC568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C5C46-229B-C420-9242-9B2A9BDC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36" y="99778"/>
            <a:ext cx="7289669" cy="665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2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ABBA-6AFB-9693-AE37-ECB6902B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5BC1-6E07-8B85-D201-5C5874C77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03B7F-E1A0-5756-335D-FF270137C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73" y="-118369"/>
            <a:ext cx="6080325" cy="688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3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6A14-7578-348E-5A48-708C574B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6670-6BB1-BC14-5F15-EAE51693D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8C917-6585-D7B5-98AE-A3660E4F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59" y="73891"/>
            <a:ext cx="7402295" cy="674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2E95-0030-A415-4845-39F15647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7152-F079-A8A1-D7B6-FE587981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0E909-0A72-1805-2A1C-9E9B4DAD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077" y="0"/>
            <a:ext cx="4583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5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0449-9A49-11CD-7CF0-FC1F9828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6EE51-95CE-5F9C-80C9-92631F798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00121" y="1616045"/>
            <a:ext cx="12464468" cy="3996364"/>
          </a:xfrm>
        </p:spPr>
      </p:pic>
    </p:spTree>
    <p:extLst>
      <p:ext uri="{BB962C8B-B14F-4D97-AF65-F5344CB8AC3E}">
        <p14:creationId xmlns:p14="http://schemas.microsoft.com/office/powerpoint/2010/main" val="13698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5401-09CB-ED2D-8FD6-63311A20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4224F-C7C1-275A-4B0E-27A8E110D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82" y="365125"/>
            <a:ext cx="9402440" cy="591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C3D6-ACA1-DD8D-D3B1-F4374177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Cultist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3C1CF-BD27-BB78-EDA1-3176DBD40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413" y="-187793"/>
            <a:ext cx="8129769" cy="52395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1993B-EC26-2104-1301-4C003D2D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17247" y="1041469"/>
            <a:ext cx="3635952" cy="2357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9EA5A-DA9B-3F37-992C-C11F4609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666" y="5331546"/>
            <a:ext cx="68865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0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A4FC-6439-1249-047A-0FFFFA58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Culstist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36F7-2A6F-42E6-2C22-9A44D1E84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3E9BF-16AC-E253-E3FC-2D0E728E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8" y="0"/>
            <a:ext cx="9486900" cy="567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17545-4996-0830-75C9-0B315286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582" y="2215284"/>
            <a:ext cx="93726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8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19DD-633C-E7B4-DDEF-C97B8645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Culstist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263197-9FA8-C542-2A34-FE6A09801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4405499" y="1524702"/>
            <a:ext cx="6972016" cy="39226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D1937-07C2-9B8F-4312-50399C83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21" y="2524078"/>
            <a:ext cx="23431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F2EF-4002-CDEB-3D33-7AED245B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AFD7B-D2A9-C5D4-7974-9A25CD94B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564" y="1825625"/>
            <a:ext cx="2316871" cy="4351338"/>
          </a:xfrm>
        </p:spPr>
      </p:pic>
    </p:spTree>
    <p:extLst>
      <p:ext uri="{BB962C8B-B14F-4D97-AF65-F5344CB8AC3E}">
        <p14:creationId xmlns:p14="http://schemas.microsoft.com/office/powerpoint/2010/main" val="1996516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9DB3-55F0-99AB-72D6-64F23C64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037F14-64E8-2431-50ED-9A9E568F7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564" y="1825625"/>
            <a:ext cx="2316871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418C7F-AF73-0141-DFEF-488F7CDC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92" y="0"/>
            <a:ext cx="4772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06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F4A1-3EE1-4DB4-2AEA-C4D38ABB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81329-906A-A337-960A-283BD38B8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27358-B140-2614-41A6-9C36B1B9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817" y="-48817"/>
            <a:ext cx="4896309" cy="699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3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6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Cultist 1</vt:lpstr>
      <vt:lpstr>Culstist 2</vt:lpstr>
      <vt:lpstr>Culstist 3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 (US), Brian J</dc:creator>
  <cp:lastModifiedBy>Morman (US), Brian J</cp:lastModifiedBy>
  <cp:revision>4</cp:revision>
  <dcterms:created xsi:type="dcterms:W3CDTF">2024-10-17T02:36:53Z</dcterms:created>
  <dcterms:modified xsi:type="dcterms:W3CDTF">2024-12-05T04:01:58Z</dcterms:modified>
</cp:coreProperties>
</file>