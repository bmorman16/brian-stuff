
<file path=[Content_Types].xml><?xml version="1.0" encoding="utf-8"?>
<Types xmlns="http://schemas.openxmlformats.org/package/2006/content-types">
  <Default Extension="emf" ContentType="image/x-emf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3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42A3C-3865-FB0C-81CA-257A709E8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BBB50-DD9F-19B3-21DE-84545BA0E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AFFEF-0136-9796-C6BD-D0633C67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BD2B5-5D88-4768-92BD-FCFDB82D4A43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9784E-897D-1841-82BE-0B39C3543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262BF-FA8B-E1B7-A36B-7141252A5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DC71-9799-402C-8B28-16F2A7A3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86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29F70-3F60-F487-D754-D814650B6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E4272-20EC-2F8B-9F7F-B4E7602AA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0EE7A-7D78-2152-AF86-0BCA5E0A2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BD2B5-5D88-4768-92BD-FCFDB82D4A43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A809D-1F49-C25A-EE86-5C84FCB4C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DBDB6-28E0-AB72-17CB-FFF0D29C1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DC71-9799-402C-8B28-16F2A7A3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681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169C-9C62-4603-EE62-E90D7DD58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36C18-C412-E158-2421-702A60F7B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2D456-CB1C-67FC-9453-E466618E0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BD2B5-5D88-4768-92BD-FCFDB82D4A43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54423-2E25-5580-DE9C-9181F2662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2DC26-0EC9-762B-466F-47AD03237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DC71-9799-402C-8B28-16F2A7A3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62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566C9-228D-EF9F-A855-E3E2E04E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5FBD5-62AE-7E0D-0EA3-80055291C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0A81F-31AB-82B3-DB99-30565BC51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59F97-4211-544C-917E-7E2963410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BD2B5-5D88-4768-92BD-FCFDB82D4A43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39D39-A7BC-DDBA-882D-536846C13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E4DF1-E025-1E0B-04ED-099121C76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DC71-9799-402C-8B28-16F2A7A3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51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8FA4D-C126-A06C-987C-0E40619F3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F9B7F-275C-42C5-5CF1-5859F2BFA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0A7609-FD2C-6CD3-1BA7-F5351FF1B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BC5694-B394-935A-2E10-E709D13B6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97A449-8BD0-C235-534F-5951D2338A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1CC80-D8C1-CBAE-3C0C-2AC0C30E7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BD2B5-5D88-4768-92BD-FCFDB82D4A43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CAB1AA-CB8E-8F44-FCE8-B0F916A1A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8EC95F-CD75-5E32-C4E5-DCC72D72B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DC71-9799-402C-8B28-16F2A7A3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53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81803-B4D2-1AEB-209A-30AB291B5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EC2875-E728-C4F6-1186-B7126D9BA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BD2B5-5D88-4768-92BD-FCFDB82D4A43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FC0FAE-949E-F47D-032A-5895DAC25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86352-342D-E8A4-6E0D-C30DCEFFE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DC71-9799-402C-8B28-16F2A7A3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99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40FDAE-8BAC-5FFB-34D8-445F9892F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BD2B5-5D88-4768-92BD-FCFDB82D4A43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979737-639B-349C-3B1C-A4AA502B9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F2E80-4109-726E-08AD-E8101FA8E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DC71-9799-402C-8B28-16F2A7A3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95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F9D21-5956-FB95-400F-658F03C1A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906FE-8141-C93A-7C83-065412FD7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21084-116D-A340-08C7-3125752A3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61DFD-BF81-F54A-C016-800F68C8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BD2B5-5D88-4768-92BD-FCFDB82D4A43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9DF9E-34E8-C8EB-8DC4-99214ED0A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0BFE4-B1D4-8614-9831-1A43EB282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DC71-9799-402C-8B28-16F2A7A3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20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40BDA-F40B-5E99-6CE0-721C78808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B50B7-48D7-3B27-50E2-C4FC3F89D8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38D64-3FD3-2FF7-91B8-6C2210DF4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56F2B-3844-8777-B3D6-EB0F6A8A3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BD2B5-5D88-4768-92BD-FCFDB82D4A43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F72CB-9734-8244-0BB1-167F52503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B32FD-D57F-776E-76A3-CF9E80A78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DC71-9799-402C-8B28-16F2A7A3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37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C37BA-F861-A072-210C-A79FD881B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BA199C-7B7C-C720-84E1-0F4A3DB37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FAC75-4DD4-F7D9-07B6-8A1A2B36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BD2B5-5D88-4768-92BD-FCFDB82D4A43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F03D4-2EAD-83F0-12C6-3D90E3962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3ABDB-AA52-CF7B-24CD-BEEF43A8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DC71-9799-402C-8B28-16F2A7A3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670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562FBB-F00F-AB40-EEF1-F9592BCC9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88C66-4DBD-CFB7-3B1E-9AB3F6057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9609B-09FE-EC8F-0915-B1B7E3109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BD2B5-5D88-4768-92BD-FCFDB82D4A43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5658E-CA4D-27F5-B631-3DDD9E5DB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BD543-7113-7AA7-2D73-594092C2E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6DC71-9799-402C-8B28-16F2A7A3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06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BCD6D-A6CC-CCEF-B894-7CBAE4CA2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240BE-4A49-4A33-DAFB-61A1B75A9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E3357-F477-EBE6-0212-3441F4A59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BD2B5-5D88-4768-92BD-FCFDB82D4A43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88745-783F-7793-E8AE-49408C67D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0A02F-A535-4EBF-66C3-305CB59E7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6DC71-9799-402C-8B28-16F2A7A3D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3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f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f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C0EA2-F6FA-DCF4-960B-CF7DEAAC4E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15FA72-C9E1-D682-9145-80465B3E94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C538D8-907B-78CB-AEF7-B2F6D134C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0914FF-58C4-CCF9-26BC-AD93875DF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758" y="1054476"/>
            <a:ext cx="2667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055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8DE0-23E1-771A-BE8E-A589AEFBD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96CCCA0-2E15-9D0C-7679-32BE3CEC1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169" y="205273"/>
            <a:ext cx="6162394" cy="61623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B12A2F-53F2-BCA5-636D-85E0C1E6B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365125"/>
            <a:ext cx="6414362" cy="22526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753BA7-9BA2-D20B-0781-319B881D4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712" y="919738"/>
            <a:ext cx="7580847" cy="2526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ABA309-7C00-46D5-9C74-3C69D156E0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50" y="4063391"/>
            <a:ext cx="6395312" cy="2360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65F778-5F00-C496-82C1-52AE5F67D8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443434"/>
            <a:ext cx="10669222" cy="261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248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471-34DE-9A66-B74C-5AA931B45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9F1911-8B80-54C0-B912-E4FA5B2271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5AD0329-16CB-DBA0-DC67-6EF394B6E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507" y="1825625"/>
            <a:ext cx="2301175" cy="2301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CC16B8-909E-CEBB-1FF5-6245A00E8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653" y="1441555"/>
            <a:ext cx="5510420" cy="44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0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FCE3B-DCE7-4C45-AFD4-200F06EFD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6616471-7FBA-655B-7D2C-8EC2649D9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351338" cy="4351338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423ABA-D262-2FC0-98AD-D09C49F4D0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760" y="1690688"/>
            <a:ext cx="4351338" cy="4351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FCDA3C-90D9-B25A-50F8-8F28F9936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4321" y="1690688"/>
            <a:ext cx="5674696" cy="26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4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CA04-5384-ABDF-6563-E0285E634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53B8BA7-4DA8-DCCD-7267-15FD012E4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413" y="1797633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4000545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C22EB-318F-04F4-D5E8-2C98039BA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D38C196-DE17-891C-E76F-CFA543E7C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388" y="1834956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3057543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B717-7B1E-2959-7F0C-8B280062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31508-5E7A-485E-E943-C4881FBF0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E65621-B062-4974-4C7A-584C5A788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319" y="863440"/>
            <a:ext cx="5131119" cy="51311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E50DB9-B0F0-6603-7EB1-796E13E9AC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960" y="1690688"/>
            <a:ext cx="2724150" cy="2724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FF8A45-2720-805E-890A-C4E0CAF0C8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014" y="1999536"/>
            <a:ext cx="272415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012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81163-D357-08A8-5803-32194779C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3C29EA7-B621-7175-1828-E3043869E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699" y="1945352"/>
            <a:ext cx="6381750" cy="3514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26CE99-C581-52E8-643C-FE7C496EB2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226" y="583283"/>
            <a:ext cx="2930769" cy="29307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C8900B-4DF0-1F43-DEDA-A1CDC8EAAE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225" y="3702714"/>
            <a:ext cx="2930770" cy="293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655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2FADC-C0BA-19C3-6390-E41FACF70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870089-6C6C-36AC-3EC4-F9C74E3E36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598731"/>
            <a:ext cx="5578232" cy="557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034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8BA1C-4B68-0AFD-319C-EEC0CDF2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A4192C-1013-D08B-AA39-2A9E00EEE9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6322" y="1931603"/>
            <a:ext cx="5899355" cy="413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347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Morman (US), Brian J</dc:creator>
  <cp:lastModifiedBy>Morman (US), Brian J</cp:lastModifiedBy>
  <cp:revision>2</cp:revision>
  <dcterms:created xsi:type="dcterms:W3CDTF">2024-07-12T01:20:13Z</dcterms:created>
  <dcterms:modified xsi:type="dcterms:W3CDTF">2024-07-19T12:10:07Z</dcterms:modified>
</cp:coreProperties>
</file>