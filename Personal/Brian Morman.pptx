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8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6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4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1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6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1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7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045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83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76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7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6573114-86D0-4ABD-8EBF-08F8F96D500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49C3C-EB3C-4415-A253-419E1250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49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18" Type="http://schemas.openxmlformats.org/officeDocument/2006/relationships/image" Target="../media/image2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12" Type="http://schemas.openxmlformats.org/officeDocument/2006/relationships/image" Target="../media/image16.jpeg"/><Relationship Id="rId17" Type="http://schemas.openxmlformats.org/officeDocument/2006/relationships/image" Target="../media/image21.jpeg"/><Relationship Id="rId2" Type="http://schemas.openxmlformats.org/officeDocument/2006/relationships/image" Target="../media/image6.png"/><Relationship Id="rId16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5" Type="http://schemas.openxmlformats.org/officeDocument/2006/relationships/image" Target="../media/image1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91EE-0F44-3D12-7842-6D2DEE8D0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691" y="137372"/>
            <a:ext cx="9144000" cy="1523594"/>
          </a:xfrm>
        </p:spPr>
        <p:txBody>
          <a:bodyPr/>
          <a:lstStyle/>
          <a:p>
            <a:r>
              <a:rPr lang="en-US" dirty="0"/>
              <a:t>Brian Morman</a:t>
            </a:r>
            <a:br>
              <a:rPr lang="en-US" dirty="0"/>
            </a:br>
            <a:r>
              <a:rPr lang="en-US" sz="3600" dirty="0"/>
              <a:t>A&amp;A Manager</a:t>
            </a:r>
            <a:endParaRPr lang="en-US" dirty="0"/>
          </a:p>
        </p:txBody>
      </p:sp>
      <p:pic>
        <p:nvPicPr>
          <p:cNvPr id="4" name="Picture 2" descr="Dayton Flyers Logo and symbol, meaning, history, PNG, brand">
            <a:extLst>
              <a:ext uri="{FF2B5EF4-FFF2-40B4-BE49-F238E27FC236}">
                <a16:creationId xmlns:a16="http://schemas.microsoft.com/office/drawing/2014/main" id="{90BAF250-C553-B5BC-6D0F-9AE0E3CA5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63" y="2613807"/>
            <a:ext cx="1563920" cy="94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peed-school - Vision Russell">
            <a:extLst>
              <a:ext uri="{FF2B5EF4-FFF2-40B4-BE49-F238E27FC236}">
                <a16:creationId xmlns:a16="http://schemas.microsoft.com/office/drawing/2014/main" id="{4F005551-EA0E-40C5-2C1E-989A9101F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64" y="3713500"/>
            <a:ext cx="1563920" cy="80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1 Choice In Engine Tooling &amp; Advanced Manufacturing | Rhinestahl">
            <a:extLst>
              <a:ext uri="{FF2B5EF4-FFF2-40B4-BE49-F238E27FC236}">
                <a16:creationId xmlns:a16="http://schemas.microsoft.com/office/drawing/2014/main" id="{6BD5EA83-0F32-98AB-07A2-24B0F7D98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085" y="5980922"/>
            <a:ext cx="1711371" cy="4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Aerospace Applications - Richard Wolf">
            <a:extLst>
              <a:ext uri="{FF2B5EF4-FFF2-40B4-BE49-F238E27FC236}">
                <a16:creationId xmlns:a16="http://schemas.microsoft.com/office/drawing/2014/main" id="{E763E5F6-F117-3721-4FD2-27A043D81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39" y="5544176"/>
            <a:ext cx="2009246" cy="112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A4FC82-ECCD-7855-1046-A75F60B7EAE7}"/>
              </a:ext>
            </a:extLst>
          </p:cNvPr>
          <p:cNvSpPr txBox="1"/>
          <p:nvPr/>
        </p:nvSpPr>
        <p:spPr>
          <a:xfrm>
            <a:off x="793302" y="1766333"/>
            <a:ext cx="196720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Education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8DECF-A208-42B7-2DE9-43DC0F511951}"/>
              </a:ext>
            </a:extLst>
          </p:cNvPr>
          <p:cNvSpPr txBox="1"/>
          <p:nvPr/>
        </p:nvSpPr>
        <p:spPr>
          <a:xfrm>
            <a:off x="2079810" y="2669542"/>
            <a:ext cx="156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 – Electrical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E55D9-34AB-32C1-2E1A-5914D9BBE3E2}"/>
              </a:ext>
            </a:extLst>
          </p:cNvPr>
          <p:cNvSpPr txBox="1"/>
          <p:nvPr/>
        </p:nvSpPr>
        <p:spPr>
          <a:xfrm>
            <a:off x="2100774" y="3691081"/>
            <a:ext cx="16863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 – Electrical Engineering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27D1B-3FE9-3268-40C9-A9D9E11C30F9}"/>
              </a:ext>
            </a:extLst>
          </p:cNvPr>
          <p:cNvSpPr txBox="1"/>
          <p:nvPr/>
        </p:nvSpPr>
        <p:spPr>
          <a:xfrm>
            <a:off x="4477774" y="1410580"/>
            <a:ext cx="2265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Work History</a:t>
            </a:r>
          </a:p>
        </p:txBody>
      </p:sp>
      <p:pic>
        <p:nvPicPr>
          <p:cNvPr id="12" name="Picture 12" descr="GE Appliances | GE Appliances Pressroom">
            <a:extLst>
              <a:ext uri="{FF2B5EF4-FFF2-40B4-BE49-F238E27FC236}">
                <a16:creationId xmlns:a16="http://schemas.microsoft.com/office/drawing/2014/main" id="{E5DF396A-56A9-B83C-1D1C-5D0546C63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085" y="2775708"/>
            <a:ext cx="1454606" cy="114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Cafe 24 in. Built-In Top Control Platinum Glass Dishwasher w/Stainless  Steel Tub, 3rd Rack, 39 dBA CDT875M5NS5 - The Home Depot">
            <a:extLst>
              <a:ext uri="{FF2B5EF4-FFF2-40B4-BE49-F238E27FC236}">
                <a16:creationId xmlns:a16="http://schemas.microsoft.com/office/drawing/2014/main" id="{F9230164-254F-8D64-E6F3-0DDBAAFD3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255" y="3174789"/>
            <a:ext cx="1176806" cy="117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0" descr="SmartHQ - Apps on Google Play">
            <a:extLst>
              <a:ext uri="{FF2B5EF4-FFF2-40B4-BE49-F238E27FC236}">
                <a16:creationId xmlns:a16="http://schemas.microsoft.com/office/drawing/2014/main" id="{FFCBC603-3493-6E09-6AFB-5617EAC63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212" y="2074856"/>
            <a:ext cx="827492" cy="7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2" descr="Google BigQuery Logo Vector Logo - Download Free SVG Icon ...">
            <a:extLst>
              <a:ext uri="{FF2B5EF4-FFF2-40B4-BE49-F238E27FC236}">
                <a16:creationId xmlns:a16="http://schemas.microsoft.com/office/drawing/2014/main" id="{CFB9D165-0395-8CB3-17E8-BF43EFD6E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998" y="2094345"/>
            <a:ext cx="827492" cy="7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A4130E-5F90-CF19-321E-BA697AEE4A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9018" y="5028919"/>
            <a:ext cx="2742087" cy="3374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D34B82-E373-C27B-FC58-B56A99D42ECE}"/>
              </a:ext>
            </a:extLst>
          </p:cNvPr>
          <p:cNvSpPr txBox="1"/>
          <p:nvPr/>
        </p:nvSpPr>
        <p:spPr>
          <a:xfrm>
            <a:off x="3883521" y="4045753"/>
            <a:ext cx="17795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years</a:t>
            </a:r>
          </a:p>
          <a:p>
            <a:r>
              <a:rPr lang="en-US" dirty="0"/>
              <a:t>4 product lines</a:t>
            </a:r>
          </a:p>
          <a:p>
            <a:r>
              <a:rPr lang="en-US" dirty="0"/>
              <a:t>15 patents rated </a:t>
            </a:r>
          </a:p>
          <a:p>
            <a:r>
              <a:rPr lang="en-US" dirty="0"/>
              <a:t>11 filed</a:t>
            </a:r>
          </a:p>
          <a:p>
            <a:r>
              <a:rPr lang="en-US" dirty="0"/>
              <a:t>5 granted</a:t>
            </a:r>
          </a:p>
          <a:p>
            <a:r>
              <a:rPr lang="en-US" dirty="0"/>
              <a:t>1 lapsed</a:t>
            </a:r>
          </a:p>
        </p:txBody>
      </p:sp>
      <p:pic>
        <p:nvPicPr>
          <p:cNvPr id="20" name="Picture 4" descr="Three Cincinnati Reds Players Receive Votes for National League Rookie of  the Year - Sports Illustrated Cincinnati Reds News, Analysis and More">
            <a:extLst>
              <a:ext uri="{FF2B5EF4-FFF2-40B4-BE49-F238E27FC236}">
                <a16:creationId xmlns:a16="http://schemas.microsoft.com/office/drawing/2014/main" id="{F252E1DA-5DA1-F71A-7F10-8EEE63E8F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633" y="3996964"/>
            <a:ext cx="1374112" cy="93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Beach Volleyball for Beginners - Volleyball Tips">
            <a:extLst>
              <a:ext uri="{FF2B5EF4-FFF2-40B4-BE49-F238E27FC236}">
                <a16:creationId xmlns:a16="http://schemas.microsoft.com/office/drawing/2014/main" id="{A4844DF4-EDB5-2E08-28BB-71FF1C1FB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012" y="5142296"/>
            <a:ext cx="1637354" cy="96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Cigar smokin' Joe Burrow is back again as Cincinnati Bengals win AFC North  - ESPN - muzejvojvodine.org.rs">
            <a:extLst>
              <a:ext uri="{FF2B5EF4-FFF2-40B4-BE49-F238E27FC236}">
                <a16:creationId xmlns:a16="http://schemas.microsoft.com/office/drawing/2014/main" id="{48EBD306-C847-93CB-6E1D-E0757663A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273" y="5152179"/>
            <a:ext cx="1364008" cy="94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ANALYSIS: Delving into the details on the new-for-2022 Mercedes W13 | Formula  1®">
            <a:extLst>
              <a:ext uri="{FF2B5EF4-FFF2-40B4-BE49-F238E27FC236}">
                <a16:creationId xmlns:a16="http://schemas.microsoft.com/office/drawing/2014/main" id="{719E33B4-3986-AA30-A162-0F77D02BF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366" y="3972614"/>
            <a:ext cx="1668924" cy="93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ashington University St Louis - Olin ...">
            <a:extLst>
              <a:ext uri="{FF2B5EF4-FFF2-40B4-BE49-F238E27FC236}">
                <a16:creationId xmlns:a16="http://schemas.microsoft.com/office/drawing/2014/main" id="{2F0DC826-3515-9627-930F-DB54BA93E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14" y="4751448"/>
            <a:ext cx="1104091" cy="110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7BFD33D-082F-6448-F714-7C92EA758B40}"/>
              </a:ext>
            </a:extLst>
          </p:cNvPr>
          <p:cNvSpPr txBox="1"/>
          <p:nvPr/>
        </p:nvSpPr>
        <p:spPr>
          <a:xfrm>
            <a:off x="2129147" y="4907212"/>
            <a:ext cx="1686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EMBA Grad</a:t>
            </a:r>
          </a:p>
          <a:p>
            <a:r>
              <a:rPr lang="en-US" dirty="0"/>
              <a:t>April ‘26</a:t>
            </a:r>
          </a:p>
        </p:txBody>
      </p:sp>
      <p:pic>
        <p:nvPicPr>
          <p:cNvPr id="1027" name="Picture 1" descr="AvionX Larger">
            <a:extLst>
              <a:ext uri="{FF2B5EF4-FFF2-40B4-BE49-F238E27FC236}">
                <a16:creationId xmlns:a16="http://schemas.microsoft.com/office/drawing/2014/main" id="{B72A0A02-36AF-4154-F53E-729DA31FE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730" y="2029554"/>
            <a:ext cx="2066436" cy="38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C1FEC830-BCAA-3E27-F86D-4E9E29136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204" y="3015113"/>
            <a:ext cx="1018134" cy="143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87ABCB-D210-87A2-CC48-E78348920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717" y="1391441"/>
            <a:ext cx="3066187" cy="229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4360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19</TotalTime>
  <Words>37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Brian Morman A&amp;A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Morman (US), Brian J</dc:creator>
  <cp:lastModifiedBy>Morman (US), Brian J</cp:lastModifiedBy>
  <cp:revision>5</cp:revision>
  <dcterms:created xsi:type="dcterms:W3CDTF">2025-11-17T20:23:14Z</dcterms:created>
  <dcterms:modified xsi:type="dcterms:W3CDTF">2025-11-18T14:55:19Z</dcterms:modified>
</cp:coreProperties>
</file>